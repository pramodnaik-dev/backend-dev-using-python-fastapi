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63"/>
  </p:notesMasterIdLst>
  <p:sldIdLst>
    <p:sldId id="526" r:id="rId2"/>
    <p:sldId id="527" r:id="rId3"/>
    <p:sldId id="528" r:id="rId4"/>
    <p:sldId id="529" r:id="rId5"/>
    <p:sldId id="536" r:id="rId6"/>
    <p:sldId id="537" r:id="rId7"/>
    <p:sldId id="547" r:id="rId8"/>
    <p:sldId id="548" r:id="rId9"/>
    <p:sldId id="549" r:id="rId10"/>
    <p:sldId id="550" r:id="rId11"/>
    <p:sldId id="551" r:id="rId12"/>
    <p:sldId id="552" r:id="rId13"/>
    <p:sldId id="553" r:id="rId14"/>
    <p:sldId id="554" r:id="rId15"/>
    <p:sldId id="555" r:id="rId16"/>
    <p:sldId id="556" r:id="rId17"/>
    <p:sldId id="557" r:id="rId18"/>
    <p:sldId id="558" r:id="rId19"/>
    <p:sldId id="559" r:id="rId20"/>
    <p:sldId id="560" r:id="rId21"/>
    <p:sldId id="538" r:id="rId22"/>
    <p:sldId id="539" r:id="rId23"/>
    <p:sldId id="540" r:id="rId24"/>
    <p:sldId id="541" r:id="rId25"/>
    <p:sldId id="542" r:id="rId26"/>
    <p:sldId id="543" r:id="rId27"/>
    <p:sldId id="544" r:id="rId28"/>
    <p:sldId id="545" r:id="rId29"/>
    <p:sldId id="546" r:id="rId30"/>
    <p:sldId id="561" r:id="rId31"/>
    <p:sldId id="562" r:id="rId32"/>
    <p:sldId id="563" r:id="rId33"/>
    <p:sldId id="564" r:id="rId34"/>
    <p:sldId id="565" r:id="rId35"/>
    <p:sldId id="566" r:id="rId36"/>
    <p:sldId id="567" r:id="rId37"/>
    <p:sldId id="568" r:id="rId38"/>
    <p:sldId id="569" r:id="rId39"/>
    <p:sldId id="570" r:id="rId40"/>
    <p:sldId id="571" r:id="rId41"/>
    <p:sldId id="572" r:id="rId42"/>
    <p:sldId id="573" r:id="rId43"/>
    <p:sldId id="574" r:id="rId44"/>
    <p:sldId id="578" r:id="rId45"/>
    <p:sldId id="575" r:id="rId46"/>
    <p:sldId id="576" r:id="rId47"/>
    <p:sldId id="577" r:id="rId48"/>
    <p:sldId id="306" r:id="rId49"/>
    <p:sldId id="309" r:id="rId50"/>
    <p:sldId id="310" r:id="rId51"/>
    <p:sldId id="312" r:id="rId52"/>
    <p:sldId id="313" r:id="rId53"/>
    <p:sldId id="314" r:id="rId54"/>
    <p:sldId id="315" r:id="rId55"/>
    <p:sldId id="320" r:id="rId56"/>
    <p:sldId id="530" r:id="rId57"/>
    <p:sldId id="531" r:id="rId58"/>
    <p:sldId id="532" r:id="rId59"/>
    <p:sldId id="533" r:id="rId60"/>
    <p:sldId id="534" r:id="rId61"/>
    <p:sldId id="535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46307C-A4FB-4FD5-8C0B-C077839C007C}" v="180" dt="2025-10-20T07:01:48.36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">
      <pc:chgData name="Pramod Naik" userId="ceb6df04-ef15-4d9b-a141-998a03559d75" providerId="ADAL" clId="{62E9B5AE-779D-4001-92D3-8FF830A8A9C1}" dt="2025-10-20T07:03:01.242" v="2373" actId="20577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11T09:18:32.989" v="557" actId="20577"/>
        <pc:sldMkLst>
          <pc:docMk/>
          <pc:sldMk cId="3332929625" sldId="306"/>
        </pc:sldMkLst>
        <pc:spChg chg="mod">
          <ac:chgData name="Pramod Naik" userId="ceb6df04-ef15-4d9b-a141-998a03559d75" providerId="ADAL" clId="{62E9B5AE-779D-4001-92D3-8FF830A8A9C1}" dt="2025-10-11T09:18:32.989" v="557" actId="20577"/>
          <ac:spMkLst>
            <pc:docMk/>
            <pc:sldMk cId="3332929625" sldId="306"/>
            <ac:spMk id="3" creationId="{6A33E1D5-CA5D-7393-4CE8-623A831841B0}"/>
          </ac:spMkLst>
        </pc:spChg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11T09:18:13.097" v="546" actId="20577"/>
        <pc:sldMkLst>
          <pc:docMk/>
          <pc:sldMk cId="2300769400" sldId="309"/>
        </pc:sldMkLst>
        <pc:spChg chg="mod">
          <ac:chgData name="Pramod Naik" userId="ceb6df04-ef15-4d9b-a141-998a03559d75" providerId="ADAL" clId="{62E9B5AE-779D-4001-92D3-8FF830A8A9C1}" dt="2025-10-11T09:18:13.097" v="546" actId="20577"/>
          <ac:spMkLst>
            <pc:docMk/>
            <pc:sldMk cId="2300769400" sldId="309"/>
            <ac:spMk id="3" creationId="{B3E740B7-3016-3ABF-8912-284FC640E81B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11T09:19:37.707" v="581" actId="1076"/>
        <pc:sldMkLst>
          <pc:docMk/>
          <pc:sldMk cId="1739931258" sldId="310"/>
        </pc:sldMkLst>
        <pc:spChg chg="mod">
          <ac:chgData name="Pramod Naik" userId="ceb6df04-ef15-4d9b-a141-998a03559d75" providerId="ADAL" clId="{62E9B5AE-779D-4001-92D3-8FF830A8A9C1}" dt="2025-10-11T09:19:31.065" v="577" actId="20577"/>
          <ac:spMkLst>
            <pc:docMk/>
            <pc:sldMk cId="1739931258" sldId="310"/>
            <ac:spMk id="3" creationId="{0A2E6B69-87AA-BAD3-6374-33CF86703D7D}"/>
          </ac:spMkLst>
        </pc:spChg>
        <pc:picChg chg="add mod">
          <ac:chgData name="Pramod Naik" userId="ceb6df04-ef15-4d9b-a141-998a03559d75" providerId="ADAL" clId="{62E9B5AE-779D-4001-92D3-8FF830A8A9C1}" dt="2025-10-11T09:19:37.707" v="581" actId="1076"/>
          <ac:picMkLst>
            <pc:docMk/>
            <pc:sldMk cId="1739931258" sldId="310"/>
            <ac:picMk id="6" creationId="{E167A523-6135-BAA6-3635-3A881B9CED8E}"/>
          </ac:picMkLst>
        </pc:picChg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11T09:20:21.949" v="608" actId="20577"/>
        <pc:sldMkLst>
          <pc:docMk/>
          <pc:sldMk cId="3279370306" sldId="312"/>
        </pc:sldMkLst>
        <pc:spChg chg="mod">
          <ac:chgData name="Pramod Naik" userId="ceb6df04-ef15-4d9b-a141-998a03559d75" providerId="ADAL" clId="{62E9B5AE-779D-4001-92D3-8FF830A8A9C1}" dt="2025-10-11T09:20:21.949" v="608" actId="20577"/>
          <ac:spMkLst>
            <pc:docMk/>
            <pc:sldMk cId="3279370306" sldId="312"/>
            <ac:spMk id="3" creationId="{411785FC-CF7A-2BDA-F499-ADEA8A423685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11T09:21:42.223" v="622" actId="14100"/>
        <pc:sldMkLst>
          <pc:docMk/>
          <pc:sldMk cId="1417320102" sldId="313"/>
        </pc:sldMkLst>
        <pc:spChg chg="mod">
          <ac:chgData name="Pramod Naik" userId="ceb6df04-ef15-4d9b-a141-998a03559d75" providerId="ADAL" clId="{62E9B5AE-779D-4001-92D3-8FF830A8A9C1}" dt="2025-10-11T09:21:37.551" v="621" actId="113"/>
          <ac:spMkLst>
            <pc:docMk/>
            <pc:sldMk cId="1417320102" sldId="313"/>
            <ac:spMk id="3" creationId="{5A8A250C-3D0F-0849-B09B-2A4A159E4F65}"/>
          </ac:spMkLst>
        </pc:spChg>
        <pc:picChg chg="add mod">
          <ac:chgData name="Pramod Naik" userId="ceb6df04-ef15-4d9b-a141-998a03559d75" providerId="ADAL" clId="{62E9B5AE-779D-4001-92D3-8FF830A8A9C1}" dt="2025-10-11T09:21:42.223" v="622" actId="14100"/>
          <ac:picMkLst>
            <pc:docMk/>
            <pc:sldMk cId="1417320102" sldId="313"/>
            <ac:picMk id="4" creationId="{862EC868-096E-1036-F721-98E1B696015F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11T09:23:12.681" v="648" actId="1076"/>
        <pc:sldMkLst>
          <pc:docMk/>
          <pc:sldMk cId="4187949477" sldId="314"/>
        </pc:sldMkLst>
        <pc:spChg chg="mod">
          <ac:chgData name="Pramod Naik" userId="ceb6df04-ef15-4d9b-a141-998a03559d75" providerId="ADAL" clId="{62E9B5AE-779D-4001-92D3-8FF830A8A9C1}" dt="2025-10-11T09:23:06.653" v="646" actId="113"/>
          <ac:spMkLst>
            <pc:docMk/>
            <pc:sldMk cId="4187949477" sldId="314"/>
            <ac:spMk id="3" creationId="{34B2F09B-BF8C-E7A1-F92A-B9BA6E8F6B80}"/>
          </ac:spMkLst>
        </pc:spChg>
        <pc:picChg chg="add mod">
          <ac:chgData name="Pramod Naik" userId="ceb6df04-ef15-4d9b-a141-998a03559d75" providerId="ADAL" clId="{62E9B5AE-779D-4001-92D3-8FF830A8A9C1}" dt="2025-10-11T09:23:12.681" v="648" actId="1076"/>
          <ac:picMkLst>
            <pc:docMk/>
            <pc:sldMk cId="4187949477" sldId="314"/>
            <ac:picMk id="4" creationId="{835B45A3-F628-52D3-93CA-9E1753955076}"/>
          </ac:picMkLst>
        </pc:picChg>
        <pc:picChg chg="add mod">
          <ac:chgData name="Pramod Naik" userId="ceb6df04-ef15-4d9b-a141-998a03559d75" providerId="ADAL" clId="{62E9B5AE-779D-4001-92D3-8FF830A8A9C1}" dt="2025-10-11T09:22:59.784" v="644" actId="1076"/>
          <ac:picMkLst>
            <pc:docMk/>
            <pc:sldMk cId="4187949477" sldId="314"/>
            <ac:picMk id="7" creationId="{463A86F6-7BC4-038F-26CA-0FBD16F69649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5:08.182" v="752" actId="20577"/>
        <pc:sldMkLst>
          <pc:docMk/>
          <pc:sldMk cId="250238104" sldId="315"/>
        </pc:sldMkLst>
        <pc:spChg chg="mod">
          <ac:chgData name="Pramod Naik" userId="ceb6df04-ef15-4d9b-a141-998a03559d75" providerId="ADAL" clId="{62E9B5AE-779D-4001-92D3-8FF830A8A9C1}" dt="2025-10-11T09:25:08.182" v="752" actId="20577"/>
          <ac:spMkLst>
            <pc:docMk/>
            <pc:sldMk cId="250238104" sldId="315"/>
            <ac:spMk id="3" creationId="{B7F95E68-7228-F472-D99B-68B070A9BCA7}"/>
          </ac:spMkLst>
        </pc:spChg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11T10:33:00.945" v="800" actId="1076"/>
        <pc:sldMkLst>
          <pc:docMk/>
          <pc:sldMk cId="3306552090" sldId="320"/>
        </pc:sldMkLst>
        <pc:spChg chg="mod">
          <ac:chgData name="Pramod Naik" userId="ceb6df04-ef15-4d9b-a141-998a03559d75" providerId="ADAL" clId="{62E9B5AE-779D-4001-92D3-8FF830A8A9C1}" dt="2025-10-11T09:27:16.192" v="796" actId="113"/>
          <ac:spMkLst>
            <pc:docMk/>
            <pc:sldMk cId="3306552090" sldId="320"/>
            <ac:spMk id="3" creationId="{85CFF317-E40F-0D99-8488-5F3F39D3064B}"/>
          </ac:spMkLst>
        </pc:spChg>
        <pc:picChg chg="add mod">
          <ac:chgData name="Pramod Naik" userId="ceb6df04-ef15-4d9b-a141-998a03559d75" providerId="ADAL" clId="{62E9B5AE-779D-4001-92D3-8FF830A8A9C1}" dt="2025-10-11T09:26:30.265" v="763" actId="1076"/>
          <ac:picMkLst>
            <pc:docMk/>
            <pc:sldMk cId="3306552090" sldId="320"/>
            <ac:picMk id="6" creationId="{AC525010-61D2-60D1-1669-58F08CACBC88}"/>
          </ac:picMkLst>
        </pc:picChg>
        <pc:picChg chg="add mod">
          <ac:chgData name="Pramod Naik" userId="ceb6df04-ef15-4d9b-a141-998a03559d75" providerId="ADAL" clId="{62E9B5AE-779D-4001-92D3-8FF830A8A9C1}" dt="2025-10-11T09:27:12.034" v="795" actId="14100"/>
          <ac:picMkLst>
            <pc:docMk/>
            <pc:sldMk cId="3306552090" sldId="320"/>
            <ac:picMk id="9" creationId="{48D8ADC6-7662-1F3B-FDAC-9080CF7CD0B8}"/>
          </ac:picMkLst>
        </pc:picChg>
        <pc:picChg chg="add mod">
          <ac:chgData name="Pramod Naik" userId="ceb6df04-ef15-4d9b-a141-998a03559d75" providerId="ADAL" clId="{62E9B5AE-779D-4001-92D3-8FF830A8A9C1}" dt="2025-10-11T10:33:00.945" v="800" actId="1076"/>
          <ac:picMkLst>
            <pc:docMk/>
            <pc:sldMk cId="3306552090" sldId="320"/>
            <ac:picMk id="11" creationId="{D425886E-A48C-411D-63E6-05E692E0CD12}"/>
          </ac:picMkLst>
        </pc:picChg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modSp mod">
        <pc:chgData name="Pramod Naik" userId="ceb6df04-ef15-4d9b-a141-998a03559d75" providerId="ADAL" clId="{62E9B5AE-779D-4001-92D3-8FF830A8A9C1}" dt="2025-10-17T05:46:05.702" v="2036" actId="20578"/>
        <pc:sldMkLst>
          <pc:docMk/>
          <pc:sldMk cId="228400106" sldId="527"/>
        </pc:sldMkLst>
        <pc:spChg chg="mod">
          <ac:chgData name="Pramod Naik" userId="ceb6df04-ef15-4d9b-a141-998a03559d75" providerId="ADAL" clId="{62E9B5AE-779D-4001-92D3-8FF830A8A9C1}" dt="2025-10-17T05:46:05.702" v="2036" actId="20578"/>
          <ac:spMkLst>
            <pc:docMk/>
            <pc:sldMk cId="228400106" sldId="527"/>
            <ac:spMk id="3" creationId="{D1B175A9-9772-F30A-C606-01596E7AD8C6}"/>
          </ac:spMkLst>
        </pc:spChg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mod">
        <pc:chgData name="Pramod Naik" userId="ceb6df04-ef15-4d9b-a141-998a03559d75" providerId="ADAL" clId="{62E9B5AE-779D-4001-92D3-8FF830A8A9C1}" dt="2025-10-11T10:38:06.561" v="844" actId="113"/>
        <pc:sldMkLst>
          <pc:docMk/>
          <pc:sldMk cId="645782176" sldId="528"/>
        </pc:sldMkLst>
        <pc:spChg chg="add del mod">
          <ac:chgData name="Pramod Naik" userId="ceb6df04-ef15-4d9b-a141-998a03559d75" providerId="ADAL" clId="{62E9B5AE-779D-4001-92D3-8FF830A8A9C1}" dt="2025-10-11T10:35:36.727" v="808" actId="403"/>
          <ac:spMkLst>
            <pc:docMk/>
            <pc:sldMk cId="645782176" sldId="528"/>
            <ac:spMk id="3" creationId="{EF7ED976-A670-77A7-2F5B-0A7E200A472E}"/>
          </ac:spMkLst>
        </pc:spChg>
        <pc:graphicFrameChg chg="add mod modGraphic">
          <ac:chgData name="Pramod Naik" userId="ceb6df04-ef15-4d9b-a141-998a03559d75" providerId="ADAL" clId="{62E9B5AE-779D-4001-92D3-8FF830A8A9C1}" dt="2025-10-11T10:38:06.561" v="844" actId="113"/>
          <ac:graphicFrameMkLst>
            <pc:docMk/>
            <pc:sldMk cId="645782176" sldId="528"/>
            <ac:graphicFrameMk id="8" creationId="{7068ACDF-4942-A49E-73F6-D243B6FC56F8}"/>
          </ac:graphicFrameMkLst>
        </pc:graphicFrameChg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mod">
        <pc:chgData name="Pramod Naik" userId="ceb6df04-ef15-4d9b-a141-998a03559d75" providerId="ADAL" clId="{62E9B5AE-779D-4001-92D3-8FF830A8A9C1}" dt="2025-10-16T06:22:12.100" v="2028" actId="113"/>
        <pc:sldMkLst>
          <pc:docMk/>
          <pc:sldMk cId="661470129" sldId="529"/>
        </pc:sldMkLst>
        <pc:spChg chg="mod">
          <ac:chgData name="Pramod Naik" userId="ceb6df04-ef15-4d9b-a141-998a03559d75" providerId="ADAL" clId="{62E9B5AE-779D-4001-92D3-8FF830A8A9C1}" dt="2025-10-16T06:22:12.100" v="2028" actId="113"/>
          <ac:spMkLst>
            <pc:docMk/>
            <pc:sldMk cId="661470129" sldId="529"/>
            <ac:spMk id="3" creationId="{BD0585EA-1D93-2C11-E2E9-2E4D009F6A7C}"/>
          </ac:spMkLst>
        </pc:sp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mod">
        <pc:chgData name="Pramod Naik" userId="ceb6df04-ef15-4d9b-a141-998a03559d75" providerId="ADAL" clId="{62E9B5AE-779D-4001-92D3-8FF830A8A9C1}" dt="2025-10-11T10:44:24.844" v="943" actId="207"/>
        <pc:sldMkLst>
          <pc:docMk/>
          <pc:sldMk cId="1692959063" sldId="536"/>
        </pc:sldMkLst>
        <pc:spChg chg="mod">
          <ac:chgData name="Pramod Naik" userId="ceb6df04-ef15-4d9b-a141-998a03559d75" providerId="ADAL" clId="{62E9B5AE-779D-4001-92D3-8FF830A8A9C1}" dt="2025-10-11T10:44:24.844" v="943" actId="207"/>
          <ac:spMkLst>
            <pc:docMk/>
            <pc:sldMk cId="1692959063" sldId="536"/>
            <ac:spMk id="3" creationId="{AFF8B29C-C758-9498-C634-BE8781C4D218}"/>
          </ac:spMkLst>
        </pc:sp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mod">
        <pc:chgData name="Pramod Naik" userId="ceb6df04-ef15-4d9b-a141-998a03559d75" providerId="ADAL" clId="{62E9B5AE-779D-4001-92D3-8FF830A8A9C1}" dt="2025-10-11T10:46:57.671" v="992" actId="113"/>
        <pc:sldMkLst>
          <pc:docMk/>
          <pc:sldMk cId="3011003526" sldId="537"/>
        </pc:sldMkLst>
        <pc:spChg chg="mod">
          <ac:chgData name="Pramod Naik" userId="ceb6df04-ef15-4d9b-a141-998a03559d75" providerId="ADAL" clId="{62E9B5AE-779D-4001-92D3-8FF830A8A9C1}" dt="2025-10-11T10:46:57.671" v="992" actId="113"/>
          <ac:spMkLst>
            <pc:docMk/>
            <pc:sldMk cId="3011003526" sldId="537"/>
            <ac:spMk id="3" creationId="{CD99D027-084F-9119-2A88-DCB108C7501F}"/>
          </ac:spMkLst>
        </pc:spChg>
      </pc:sldChg>
      <pc:sldChg chg="addSp modSp add mod">
        <pc:chgData name="Pramod Naik" userId="ceb6df04-ef15-4d9b-a141-998a03559d75" providerId="ADAL" clId="{62E9B5AE-779D-4001-92D3-8FF830A8A9C1}" dt="2025-10-11T10:59:19.965" v="1148" actId="207"/>
        <pc:sldMkLst>
          <pc:docMk/>
          <pc:sldMk cId="1663416122" sldId="538"/>
        </pc:sldMkLst>
        <pc:spChg chg="mod">
          <ac:chgData name="Pramod Naik" userId="ceb6df04-ef15-4d9b-a141-998a03559d75" providerId="ADAL" clId="{62E9B5AE-779D-4001-92D3-8FF830A8A9C1}" dt="2025-10-11T10:59:19.965" v="1148" actId="207"/>
          <ac:spMkLst>
            <pc:docMk/>
            <pc:sldMk cId="1663416122" sldId="538"/>
            <ac:spMk id="3" creationId="{DA1ABF3A-C747-1172-28A8-30655631BE8B}"/>
          </ac:spMkLst>
        </pc:spChg>
        <pc:picChg chg="add mod">
          <ac:chgData name="Pramod Naik" userId="ceb6df04-ef15-4d9b-a141-998a03559d75" providerId="ADAL" clId="{62E9B5AE-779D-4001-92D3-8FF830A8A9C1}" dt="2025-10-11T10:58:59.210" v="1146" actId="1037"/>
          <ac:picMkLst>
            <pc:docMk/>
            <pc:sldMk cId="1663416122" sldId="538"/>
            <ac:picMk id="3074" creationId="{1991EB46-6BA3-31D0-7DEB-9B4088E2770D}"/>
          </ac:picMkLst>
        </pc:picChg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0T06:06:21.357" v="2051" actId="207"/>
        <pc:sldMkLst>
          <pc:docMk/>
          <pc:sldMk cId="1058796560" sldId="539"/>
        </pc:sldMkLst>
        <pc:spChg chg="mod">
          <ac:chgData name="Pramod Naik" userId="ceb6df04-ef15-4d9b-a141-998a03559d75" providerId="ADAL" clId="{62E9B5AE-779D-4001-92D3-8FF830A8A9C1}" dt="2025-10-11T10:50:35.040" v="1019"/>
          <ac:spMkLst>
            <pc:docMk/>
            <pc:sldMk cId="1058796560" sldId="539"/>
            <ac:spMk id="3" creationId="{A031C053-D8AC-FF34-73E4-996A83C00167}"/>
          </ac:spMkLst>
        </pc:spChg>
        <pc:graphicFrameChg chg="add mod modGraphic">
          <ac:chgData name="Pramod Naik" userId="ceb6df04-ef15-4d9b-a141-998a03559d75" providerId="ADAL" clId="{62E9B5AE-779D-4001-92D3-8FF830A8A9C1}" dt="2025-10-20T06:06:21.357" v="2051" actId="207"/>
          <ac:graphicFrameMkLst>
            <pc:docMk/>
            <pc:sldMk cId="1058796560" sldId="539"/>
            <ac:graphicFrameMk id="2" creationId="{B88FCA1F-F010-7BE6-0862-43782832B449}"/>
          </ac:graphicFrameMkLst>
        </pc:graphicFrameChg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mod">
        <pc:chgData name="Pramod Naik" userId="ceb6df04-ef15-4d9b-a141-998a03559d75" providerId="ADAL" clId="{62E9B5AE-779D-4001-92D3-8FF830A8A9C1}" dt="2025-10-11T11:00:45.967" v="1230" actId="1076"/>
        <pc:sldMkLst>
          <pc:docMk/>
          <pc:sldMk cId="792488442" sldId="540"/>
        </pc:sldMkLst>
        <pc:spChg chg="mod">
          <ac:chgData name="Pramod Naik" userId="ceb6df04-ef15-4d9b-a141-998a03559d75" providerId="ADAL" clId="{62E9B5AE-779D-4001-92D3-8FF830A8A9C1}" dt="2025-10-11T11:00:19.788" v="1228" actId="20577"/>
          <ac:spMkLst>
            <pc:docMk/>
            <pc:sldMk cId="792488442" sldId="540"/>
            <ac:spMk id="3" creationId="{20352E05-8987-2F81-7612-D5735E1E5A6E}"/>
          </ac:spMkLst>
        </pc:spChg>
        <pc:picChg chg="add mod">
          <ac:chgData name="Pramod Naik" userId="ceb6df04-ef15-4d9b-a141-998a03559d75" providerId="ADAL" clId="{62E9B5AE-779D-4001-92D3-8FF830A8A9C1}" dt="2025-10-11T10:57:21.598" v="1079" actId="1076"/>
          <ac:picMkLst>
            <pc:docMk/>
            <pc:sldMk cId="792488442" sldId="540"/>
            <ac:picMk id="4" creationId="{23E85A4E-E421-7EB0-BD3B-4BAA41491665}"/>
          </ac:picMkLst>
        </pc:picChg>
        <pc:picChg chg="add mod">
          <ac:chgData name="Pramod Naik" userId="ceb6df04-ef15-4d9b-a141-998a03559d75" providerId="ADAL" clId="{62E9B5AE-779D-4001-92D3-8FF830A8A9C1}" dt="2025-10-11T11:00:02.325" v="1179" actId="1076"/>
          <ac:picMkLst>
            <pc:docMk/>
            <pc:sldMk cId="792488442" sldId="540"/>
            <ac:picMk id="6" creationId="{1A73F1BB-014A-CFE5-82FA-CA902ABBA6A8}"/>
          </ac:picMkLst>
        </pc:picChg>
        <pc:picChg chg="add mod">
          <ac:chgData name="Pramod Naik" userId="ceb6df04-ef15-4d9b-a141-998a03559d75" providerId="ADAL" clId="{62E9B5AE-779D-4001-92D3-8FF830A8A9C1}" dt="2025-10-11T11:00:45.967" v="1230" actId="1076"/>
          <ac:picMkLst>
            <pc:docMk/>
            <pc:sldMk cId="792488442" sldId="540"/>
            <ac:picMk id="8" creationId="{FBC4B985-E39E-CFC5-85FD-5A82AB1602A9}"/>
          </ac:picMkLst>
        </pc:picChg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mod">
        <pc:chgData name="Pramod Naik" userId="ceb6df04-ef15-4d9b-a141-998a03559d75" providerId="ADAL" clId="{62E9B5AE-779D-4001-92D3-8FF830A8A9C1}" dt="2025-10-20T06:09:09.794" v="2053" actId="113"/>
        <pc:sldMkLst>
          <pc:docMk/>
          <pc:sldMk cId="3987673880" sldId="541"/>
        </pc:sldMkLst>
        <pc:spChg chg="mod">
          <ac:chgData name="Pramod Naik" userId="ceb6df04-ef15-4d9b-a141-998a03559d75" providerId="ADAL" clId="{62E9B5AE-779D-4001-92D3-8FF830A8A9C1}" dt="2025-10-11T11:03:59.971" v="1305" actId="403"/>
          <ac:spMkLst>
            <pc:docMk/>
            <pc:sldMk cId="3987673880" sldId="541"/>
            <ac:spMk id="3" creationId="{92A9CE93-3A3D-865C-0E4B-F1D4DB28BE48}"/>
          </ac:spMkLst>
        </pc:spChg>
        <pc:graphicFrameChg chg="add mod modGraphic">
          <ac:chgData name="Pramod Naik" userId="ceb6df04-ef15-4d9b-a141-998a03559d75" providerId="ADAL" clId="{62E9B5AE-779D-4001-92D3-8FF830A8A9C1}" dt="2025-10-20T06:09:09.794" v="2053" actId="113"/>
          <ac:graphicFrameMkLst>
            <pc:docMk/>
            <pc:sldMk cId="3987673880" sldId="541"/>
            <ac:graphicFrameMk id="2" creationId="{5EB75D1B-0C86-10C8-FD52-4AEDCA2F2A93}"/>
          </ac:graphicFrameMkLst>
        </pc:graphicFrame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mod">
        <pc:chgData name="Pramod Naik" userId="ceb6df04-ef15-4d9b-a141-998a03559d75" providerId="ADAL" clId="{62E9B5AE-779D-4001-92D3-8FF830A8A9C1}" dt="2025-10-20T06:09:44.219" v="2054" actId="403"/>
        <pc:sldMkLst>
          <pc:docMk/>
          <pc:sldMk cId="3002241645" sldId="542"/>
        </pc:sldMkLst>
        <pc:spChg chg="mod">
          <ac:chgData name="Pramod Naik" userId="ceb6df04-ef15-4d9b-a141-998a03559d75" providerId="ADAL" clId="{62E9B5AE-779D-4001-92D3-8FF830A8A9C1}" dt="2025-10-20T06:09:44.219" v="2054" actId="403"/>
          <ac:spMkLst>
            <pc:docMk/>
            <pc:sldMk cId="3002241645" sldId="542"/>
            <ac:spMk id="3" creationId="{C418A087-D8B9-CD53-0370-BBC8E7C904BF}"/>
          </ac:spMkLst>
        </pc:spChg>
        <pc:picChg chg="add mod">
          <ac:chgData name="Pramod Naik" userId="ceb6df04-ef15-4d9b-a141-998a03559d75" providerId="ADAL" clId="{62E9B5AE-779D-4001-92D3-8FF830A8A9C1}" dt="2025-10-11T11:05:49.740" v="1328" actId="14100"/>
          <ac:picMkLst>
            <pc:docMk/>
            <pc:sldMk cId="3002241645" sldId="542"/>
            <ac:picMk id="4" creationId="{6594FE20-FF05-F374-DAC8-279C5127E89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0T06:10:45.613" v="2069" actId="403"/>
        <pc:sldMkLst>
          <pc:docMk/>
          <pc:sldMk cId="1636630037" sldId="543"/>
        </pc:sldMkLst>
        <pc:spChg chg="mod">
          <ac:chgData name="Pramod Naik" userId="ceb6df04-ef15-4d9b-a141-998a03559d75" providerId="ADAL" clId="{62E9B5AE-779D-4001-92D3-8FF830A8A9C1}" dt="2025-10-20T06:10:45.613" v="2069" actId="403"/>
          <ac:spMkLst>
            <pc:docMk/>
            <pc:sldMk cId="1636630037" sldId="543"/>
            <ac:spMk id="3" creationId="{D91B932D-AE4A-705B-E61D-3149560CCF06}"/>
          </ac:spMkLst>
        </pc:spChg>
        <pc:graphicFrameChg chg="add mod modGraphic">
          <ac:chgData name="Pramod Naik" userId="ceb6df04-ef15-4d9b-a141-998a03559d75" providerId="ADAL" clId="{62E9B5AE-779D-4001-92D3-8FF830A8A9C1}" dt="2025-10-20T06:10:43.848" v="2068" actId="1076"/>
          <ac:graphicFrameMkLst>
            <pc:docMk/>
            <pc:sldMk cId="1636630037" sldId="543"/>
            <ac:graphicFrameMk id="2" creationId="{4A8DAE52-8760-31C3-6C68-3A99CCC527E8}"/>
          </ac:graphicFrameMkLst>
        </pc:graphicFrameChg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addSp modSp add del mod">
        <pc:chgData name="Pramod Naik" userId="ceb6df04-ef15-4d9b-a141-998a03559d75" providerId="ADAL" clId="{62E9B5AE-779D-4001-92D3-8FF830A8A9C1}" dt="2025-10-20T06:11:54.130" v="2089" actId="207"/>
        <pc:sldMkLst>
          <pc:docMk/>
          <pc:sldMk cId="3112172767" sldId="544"/>
        </pc:sldMkLst>
        <pc:spChg chg="mod">
          <ac:chgData name="Pramod Naik" userId="ceb6df04-ef15-4d9b-a141-998a03559d75" providerId="ADAL" clId="{62E9B5AE-779D-4001-92D3-8FF830A8A9C1}" dt="2025-10-20T06:11:54.130" v="2089" actId="207"/>
          <ac:spMkLst>
            <pc:docMk/>
            <pc:sldMk cId="3112172767" sldId="544"/>
            <ac:spMk id="3" creationId="{E367ED19-3627-CA0D-83E7-77F1DA251CEE}"/>
          </ac:spMkLst>
        </pc:spChg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14T05:59:03.364" v="1960" actId="1076"/>
        <pc:sldMkLst>
          <pc:docMk/>
          <pc:sldMk cId="1701663649" sldId="545"/>
        </pc:sldMkLst>
        <pc:spChg chg="mod">
          <ac:chgData name="Pramod Naik" userId="ceb6df04-ef15-4d9b-a141-998a03559d75" providerId="ADAL" clId="{62E9B5AE-779D-4001-92D3-8FF830A8A9C1}" dt="2025-10-14T05:58:52.949" v="1958" actId="12"/>
          <ac:spMkLst>
            <pc:docMk/>
            <pc:sldMk cId="1701663649" sldId="545"/>
            <ac:spMk id="3" creationId="{7F1C6B49-F9CC-4267-EF09-3E8555048F56}"/>
          </ac:spMkLst>
        </pc:spChg>
        <pc:picChg chg="add mod">
          <ac:chgData name="Pramod Naik" userId="ceb6df04-ef15-4d9b-a141-998a03559d75" providerId="ADAL" clId="{62E9B5AE-779D-4001-92D3-8FF830A8A9C1}" dt="2025-10-14T05:59:03.364" v="1960" actId="1076"/>
          <ac:picMkLst>
            <pc:docMk/>
            <pc:sldMk cId="1701663649" sldId="545"/>
            <ac:picMk id="4" creationId="{4C7ED75D-DA32-6564-1CD1-2D8C1F2A325E}"/>
          </ac:picMkLst>
        </pc:picChg>
      </pc:sldChg>
      <pc:sldChg chg="modSp add del mod">
        <pc:chgData name="Pramod Naik" userId="ceb6df04-ef15-4d9b-a141-998a03559d75" providerId="ADAL" clId="{62E9B5AE-779D-4001-92D3-8FF830A8A9C1}" dt="2025-10-20T06:12:31.936" v="2092" actId="403"/>
        <pc:sldMkLst>
          <pc:docMk/>
          <pc:sldMk cId="976242571" sldId="546"/>
        </pc:sldMkLst>
        <pc:spChg chg="mod">
          <ac:chgData name="Pramod Naik" userId="ceb6df04-ef15-4d9b-a141-998a03559d75" providerId="ADAL" clId="{62E9B5AE-779D-4001-92D3-8FF830A8A9C1}" dt="2025-10-20T06:12:31.936" v="2092" actId="403"/>
          <ac:spMkLst>
            <pc:docMk/>
            <pc:sldMk cId="976242571" sldId="546"/>
            <ac:spMk id="3" creationId="{A5661FDC-D3D1-E593-80AA-BB5625E2C17B}"/>
          </ac:spMkLst>
        </pc:spChg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Sp delSp modSp new mod">
        <pc:chgData name="Pramod Naik" userId="ceb6df04-ef15-4d9b-a141-998a03559d75" providerId="ADAL" clId="{62E9B5AE-779D-4001-92D3-8FF830A8A9C1}" dt="2025-10-17T05:54:22.432" v="2037" actId="113"/>
        <pc:sldMkLst>
          <pc:docMk/>
          <pc:sldMk cId="1743501250" sldId="547"/>
        </pc:sldMkLst>
        <pc:spChg chg="mod">
          <ac:chgData name="Pramod Naik" userId="ceb6df04-ef15-4d9b-a141-998a03559d75" providerId="ADAL" clId="{62E9B5AE-779D-4001-92D3-8FF830A8A9C1}" dt="2025-10-12T08:23:50.651" v="1383" actId="21"/>
          <ac:spMkLst>
            <pc:docMk/>
            <pc:sldMk cId="1743501250" sldId="547"/>
            <ac:spMk id="3" creationId="{816B8DC2-687B-C854-AEE0-8B807666CD86}"/>
          </ac:spMkLst>
        </pc:spChg>
        <pc:graphicFrameChg chg="add mod modGraphic">
          <ac:chgData name="Pramod Naik" userId="ceb6df04-ef15-4d9b-a141-998a03559d75" providerId="ADAL" clId="{62E9B5AE-779D-4001-92D3-8FF830A8A9C1}" dt="2025-10-17T05:54:22.432" v="2037" actId="113"/>
          <ac:graphicFrameMkLst>
            <pc:docMk/>
            <pc:sldMk cId="1743501250" sldId="547"/>
            <ac:graphicFrameMk id="8" creationId="{E0334164-E02E-B2A1-BC05-9423E0BDEE9B}"/>
          </ac:graphicFrameMkLst>
        </pc:graphicFrameChg>
        <pc:picChg chg="add mod">
          <ac:chgData name="Pramod Naik" userId="ceb6df04-ef15-4d9b-a141-998a03559d75" providerId="ADAL" clId="{62E9B5AE-779D-4001-92D3-8FF830A8A9C1}" dt="2025-10-12T08:24:07.540" v="1390" actId="1076"/>
          <ac:picMkLst>
            <pc:docMk/>
            <pc:sldMk cId="1743501250" sldId="547"/>
            <ac:picMk id="6" creationId="{E9215613-C331-4B50-4116-08A03E75471D}"/>
          </ac:picMkLst>
        </pc:picChg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mod">
        <pc:chgData name="Pramod Naik" userId="ceb6df04-ef15-4d9b-a141-998a03559d75" providerId="ADAL" clId="{62E9B5AE-779D-4001-92D3-8FF830A8A9C1}" dt="2025-10-12T08:32:17.952" v="1425" actId="1076"/>
        <pc:sldMkLst>
          <pc:docMk/>
          <pc:sldMk cId="2217804995" sldId="548"/>
        </pc:sldMkLst>
        <pc:spChg chg="mod">
          <ac:chgData name="Pramod Naik" userId="ceb6df04-ef15-4d9b-a141-998a03559d75" providerId="ADAL" clId="{62E9B5AE-779D-4001-92D3-8FF830A8A9C1}" dt="2025-10-12T08:24:00.879" v="1389"/>
          <ac:spMkLst>
            <pc:docMk/>
            <pc:sldMk cId="2217804995" sldId="548"/>
            <ac:spMk id="3" creationId="{605DCBA1-0E08-4576-990B-E5C4E3F16295}"/>
          </ac:spMkLst>
        </pc:spChg>
        <pc:picChg chg="add mod">
          <ac:chgData name="Pramod Naik" userId="ceb6df04-ef15-4d9b-a141-998a03559d75" providerId="ADAL" clId="{62E9B5AE-779D-4001-92D3-8FF830A8A9C1}" dt="2025-10-12T08:32:17.952" v="1425" actId="1076"/>
          <ac:picMkLst>
            <pc:docMk/>
            <pc:sldMk cId="2217804995" sldId="548"/>
            <ac:picMk id="5" creationId="{E444CF3C-1949-1191-3C9A-E47A59DB90CD}"/>
          </ac:picMkLst>
        </pc:picChg>
      </pc:sldChg>
      <pc:sldChg chg="addSp delSp modSp new mod">
        <pc:chgData name="Pramod Naik" userId="ceb6df04-ef15-4d9b-a141-998a03559d75" providerId="ADAL" clId="{62E9B5AE-779D-4001-92D3-8FF830A8A9C1}" dt="2025-10-16T07:06:42.521" v="2032" actId="20577"/>
        <pc:sldMkLst>
          <pc:docMk/>
          <pc:sldMk cId="52434813" sldId="549"/>
        </pc:sldMkLst>
        <pc:spChg chg="mod">
          <ac:chgData name="Pramod Naik" userId="ceb6df04-ef15-4d9b-a141-998a03559d75" providerId="ADAL" clId="{62E9B5AE-779D-4001-92D3-8FF830A8A9C1}" dt="2025-10-16T07:06:42.521" v="2032" actId="20577"/>
          <ac:spMkLst>
            <pc:docMk/>
            <pc:sldMk cId="52434813" sldId="549"/>
            <ac:spMk id="3" creationId="{CFEE2810-6874-D156-5BA4-C46FD1635C5F}"/>
          </ac:spMkLst>
        </pc:spChg>
        <pc:picChg chg="add mod">
          <ac:chgData name="Pramod Naik" userId="ceb6df04-ef15-4d9b-a141-998a03559d75" providerId="ADAL" clId="{62E9B5AE-779D-4001-92D3-8FF830A8A9C1}" dt="2025-10-12T08:35:24.982" v="1518" actId="1076"/>
          <ac:picMkLst>
            <pc:docMk/>
            <pc:sldMk cId="52434813" sldId="549"/>
            <ac:picMk id="5" creationId="{5FBCEAF9-E23B-226E-BEEE-0760D082FC7A}"/>
          </ac:picMkLst>
        </pc:picChg>
        <pc:picChg chg="add mod">
          <ac:chgData name="Pramod Naik" userId="ceb6df04-ef15-4d9b-a141-998a03559d75" providerId="ADAL" clId="{62E9B5AE-779D-4001-92D3-8FF830A8A9C1}" dt="2025-10-12T08:35:20.966" v="1516" actId="1076"/>
          <ac:picMkLst>
            <pc:docMk/>
            <pc:sldMk cId="52434813" sldId="549"/>
            <ac:picMk id="7" creationId="{98DC8034-4FAF-7BB6-49C8-2C84BF7B61AA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12T08:40:28.529" v="1634" actId="1076"/>
        <pc:sldMkLst>
          <pc:docMk/>
          <pc:sldMk cId="3742978219" sldId="550"/>
        </pc:sldMkLst>
        <pc:spChg chg="mod">
          <ac:chgData name="Pramod Naik" userId="ceb6df04-ef15-4d9b-a141-998a03559d75" providerId="ADAL" clId="{62E9B5AE-779D-4001-92D3-8FF830A8A9C1}" dt="2025-10-12T08:36:57.812" v="1599" actId="20577"/>
          <ac:spMkLst>
            <pc:docMk/>
            <pc:sldMk cId="3742978219" sldId="550"/>
            <ac:spMk id="3" creationId="{0E25D445-7026-9AF4-CB4B-BEF350B3EDAF}"/>
          </ac:spMkLst>
        </pc:spChg>
        <pc:picChg chg="add mod">
          <ac:chgData name="Pramod Naik" userId="ceb6df04-ef15-4d9b-a141-998a03559d75" providerId="ADAL" clId="{62E9B5AE-779D-4001-92D3-8FF830A8A9C1}" dt="2025-10-12T08:36:56.049" v="1598" actId="14100"/>
          <ac:picMkLst>
            <pc:docMk/>
            <pc:sldMk cId="3742978219" sldId="550"/>
            <ac:picMk id="4" creationId="{F2D59316-6CCD-1B96-97B1-243127EAC998}"/>
          </ac:picMkLst>
        </pc:picChg>
        <pc:picChg chg="add mod">
          <ac:chgData name="Pramod Naik" userId="ceb6df04-ef15-4d9b-a141-998a03559d75" providerId="ADAL" clId="{62E9B5AE-779D-4001-92D3-8FF830A8A9C1}" dt="2025-10-12T08:40:28.529" v="1634" actId="1076"/>
          <ac:picMkLst>
            <pc:docMk/>
            <pc:sldMk cId="3742978219" sldId="550"/>
            <ac:picMk id="8" creationId="{0EFC3FC4-8ECD-7B8F-58A9-658F6840E592}"/>
          </ac:picMkLst>
        </pc:picChg>
      </pc:sldChg>
      <pc:sldChg chg="modSp add mod">
        <pc:chgData name="Pramod Naik" userId="ceb6df04-ef15-4d9b-a141-998a03559d75" providerId="ADAL" clId="{62E9B5AE-779D-4001-92D3-8FF830A8A9C1}" dt="2025-10-12T08:38:16.679" v="1629" actId="255"/>
        <pc:sldMkLst>
          <pc:docMk/>
          <pc:sldMk cId="1299490774" sldId="551"/>
        </pc:sldMkLst>
        <pc:spChg chg="mod">
          <ac:chgData name="Pramod Naik" userId="ceb6df04-ef15-4d9b-a141-998a03559d75" providerId="ADAL" clId="{62E9B5AE-779D-4001-92D3-8FF830A8A9C1}" dt="2025-10-12T08:38:16.679" v="1629" actId="255"/>
          <ac:spMkLst>
            <pc:docMk/>
            <pc:sldMk cId="1299490774" sldId="551"/>
            <ac:spMk id="3" creationId="{61D44C2F-B5EE-5D94-FB1A-5A2EB3D78C61}"/>
          </ac:spMkLst>
        </pc:spChg>
      </pc:sldChg>
      <pc:sldChg chg="addSp modSp add mod">
        <pc:chgData name="Pramod Naik" userId="ceb6df04-ef15-4d9b-a141-998a03559d75" providerId="ADAL" clId="{62E9B5AE-779D-4001-92D3-8FF830A8A9C1}" dt="2025-10-12T08:41:05.754" v="1647" actId="113"/>
        <pc:sldMkLst>
          <pc:docMk/>
          <pc:sldMk cId="865861587" sldId="552"/>
        </pc:sldMkLst>
        <pc:spChg chg="mod">
          <ac:chgData name="Pramod Naik" userId="ceb6df04-ef15-4d9b-a141-998a03559d75" providerId="ADAL" clId="{62E9B5AE-779D-4001-92D3-8FF830A8A9C1}" dt="2025-10-12T08:41:05.754" v="1647" actId="113"/>
          <ac:spMkLst>
            <pc:docMk/>
            <pc:sldMk cId="865861587" sldId="552"/>
            <ac:spMk id="3" creationId="{418A7104-34C9-B2E4-6EEC-F6151213CE6D}"/>
          </ac:spMkLst>
        </pc:spChg>
        <pc:picChg chg="add mod">
          <ac:chgData name="Pramod Naik" userId="ceb6df04-ef15-4d9b-a141-998a03559d75" providerId="ADAL" clId="{62E9B5AE-779D-4001-92D3-8FF830A8A9C1}" dt="2025-10-12T08:41:03.642" v="1646" actId="1076"/>
          <ac:picMkLst>
            <pc:docMk/>
            <pc:sldMk cId="865861587" sldId="552"/>
            <ac:picMk id="4" creationId="{CB4BE3A4-E6D9-CA56-A46B-8ED1693CCAC0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14T05:39:32.044" v="1702" actId="14100"/>
        <pc:sldMkLst>
          <pc:docMk/>
          <pc:sldMk cId="319971518" sldId="553"/>
        </pc:sldMkLst>
        <pc:spChg chg="add del mod">
          <ac:chgData name="Pramod Naik" userId="ceb6df04-ef15-4d9b-a141-998a03559d75" providerId="ADAL" clId="{62E9B5AE-779D-4001-92D3-8FF830A8A9C1}" dt="2025-10-14T05:39:32.044" v="1702" actId="14100"/>
          <ac:spMkLst>
            <pc:docMk/>
            <pc:sldMk cId="319971518" sldId="553"/>
            <ac:spMk id="3" creationId="{24BF1F19-BDEF-32B5-E4BD-80C70555391C}"/>
          </ac:spMkLst>
        </pc:spChg>
      </pc:sldChg>
      <pc:sldChg chg="addSp delSp modSp add mod">
        <pc:chgData name="Pramod Naik" userId="ceb6df04-ef15-4d9b-a141-998a03559d75" providerId="ADAL" clId="{62E9B5AE-779D-4001-92D3-8FF830A8A9C1}" dt="2025-10-17T07:13:43.301" v="2038" actId="1076"/>
        <pc:sldMkLst>
          <pc:docMk/>
          <pc:sldMk cId="1986494582" sldId="554"/>
        </pc:sldMkLst>
        <pc:spChg chg="add del mod">
          <ac:chgData name="Pramod Naik" userId="ceb6df04-ef15-4d9b-a141-998a03559d75" providerId="ADAL" clId="{62E9B5AE-779D-4001-92D3-8FF830A8A9C1}" dt="2025-10-14T05:40:32.853" v="1731" actId="207"/>
          <ac:spMkLst>
            <pc:docMk/>
            <pc:sldMk cId="1986494582" sldId="554"/>
            <ac:spMk id="3" creationId="{77BDEDD6-15D3-B1AC-DA38-76C7328FACC7}"/>
          </ac:spMkLst>
        </pc:spChg>
        <pc:graphicFrameChg chg="add mod modGraphic">
          <ac:chgData name="Pramod Naik" userId="ceb6df04-ef15-4d9b-a141-998a03559d75" providerId="ADAL" clId="{62E9B5AE-779D-4001-92D3-8FF830A8A9C1}" dt="2025-10-17T07:13:43.301" v="2038" actId="1076"/>
          <ac:graphicFrameMkLst>
            <pc:docMk/>
            <pc:sldMk cId="1986494582" sldId="554"/>
            <ac:graphicFrameMk id="4" creationId="{A30338A9-5F5C-FE6C-E46B-FB327D611B85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14T05:42:03.977" v="1753" actId="20577"/>
        <pc:sldMkLst>
          <pc:docMk/>
          <pc:sldMk cId="2892914401" sldId="555"/>
        </pc:sldMkLst>
        <pc:spChg chg="mod">
          <ac:chgData name="Pramod Naik" userId="ceb6df04-ef15-4d9b-a141-998a03559d75" providerId="ADAL" clId="{62E9B5AE-779D-4001-92D3-8FF830A8A9C1}" dt="2025-10-14T05:42:03.977" v="1753" actId="20577"/>
          <ac:spMkLst>
            <pc:docMk/>
            <pc:sldMk cId="2892914401" sldId="555"/>
            <ac:spMk id="3" creationId="{66E0EEBD-0D83-AC92-4497-A50AFBC01A19}"/>
          </ac:spMkLst>
        </pc:spChg>
      </pc:sldChg>
      <pc:sldChg chg="addSp modSp add mod">
        <pc:chgData name="Pramod Naik" userId="ceb6df04-ef15-4d9b-a141-998a03559d75" providerId="ADAL" clId="{62E9B5AE-779D-4001-92D3-8FF830A8A9C1}" dt="2025-10-14T05:43:00.278" v="1775" actId="207"/>
        <pc:sldMkLst>
          <pc:docMk/>
          <pc:sldMk cId="1111199599" sldId="556"/>
        </pc:sldMkLst>
        <pc:spChg chg="mod">
          <ac:chgData name="Pramod Naik" userId="ceb6df04-ef15-4d9b-a141-998a03559d75" providerId="ADAL" clId="{62E9B5AE-779D-4001-92D3-8FF830A8A9C1}" dt="2025-10-14T05:43:00.278" v="1775" actId="207"/>
          <ac:spMkLst>
            <pc:docMk/>
            <pc:sldMk cId="1111199599" sldId="556"/>
            <ac:spMk id="3" creationId="{55C5E6CC-2A0D-972B-A0A3-F9BAE3D919E9}"/>
          </ac:spMkLst>
        </pc:spChg>
        <pc:graphicFrameChg chg="add mod modGraphic">
          <ac:chgData name="Pramod Naik" userId="ceb6df04-ef15-4d9b-a141-998a03559d75" providerId="ADAL" clId="{62E9B5AE-779D-4001-92D3-8FF830A8A9C1}" dt="2025-10-14T05:42:35.397" v="1762" actId="404"/>
          <ac:graphicFrameMkLst>
            <pc:docMk/>
            <pc:sldMk cId="1111199599" sldId="556"/>
            <ac:graphicFrameMk id="2" creationId="{FAB0F001-CAC5-5DD6-F686-21ADC00B1948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14T05:44:02.555" v="1785" actId="14100"/>
        <pc:sldMkLst>
          <pc:docMk/>
          <pc:sldMk cId="2258860110" sldId="557"/>
        </pc:sldMkLst>
        <pc:spChg chg="mod">
          <ac:chgData name="Pramod Naik" userId="ceb6df04-ef15-4d9b-a141-998a03559d75" providerId="ADAL" clId="{62E9B5AE-779D-4001-92D3-8FF830A8A9C1}" dt="2025-10-14T05:44:02.555" v="1785" actId="14100"/>
          <ac:spMkLst>
            <pc:docMk/>
            <pc:sldMk cId="2258860110" sldId="557"/>
            <ac:spMk id="3" creationId="{3A4254BD-0A0D-6AF5-2365-333953E73FF3}"/>
          </ac:spMkLst>
        </pc:spChg>
      </pc:sldChg>
      <pc:sldChg chg="modSp add mod">
        <pc:chgData name="Pramod Naik" userId="ceb6df04-ef15-4d9b-a141-998a03559d75" providerId="ADAL" clId="{62E9B5AE-779D-4001-92D3-8FF830A8A9C1}" dt="2025-10-17T05:25:55.352" v="2035" actId="207"/>
        <pc:sldMkLst>
          <pc:docMk/>
          <pc:sldMk cId="3340419842" sldId="558"/>
        </pc:sldMkLst>
        <pc:spChg chg="mod">
          <ac:chgData name="Pramod Naik" userId="ceb6df04-ef15-4d9b-a141-998a03559d75" providerId="ADAL" clId="{62E9B5AE-779D-4001-92D3-8FF830A8A9C1}" dt="2025-10-17T05:25:55.352" v="2035" actId="207"/>
          <ac:spMkLst>
            <pc:docMk/>
            <pc:sldMk cId="3340419842" sldId="558"/>
            <ac:spMk id="3" creationId="{5325407A-FB7C-D207-AA6D-C4551743D0A5}"/>
          </ac:spMkLst>
        </pc:spChg>
      </pc:sldChg>
      <pc:sldChg chg="modSp add mod">
        <pc:chgData name="Pramod Naik" userId="ceb6df04-ef15-4d9b-a141-998a03559d75" providerId="ADAL" clId="{62E9B5AE-779D-4001-92D3-8FF830A8A9C1}" dt="2025-10-14T05:49:49.710" v="1852" actId="12"/>
        <pc:sldMkLst>
          <pc:docMk/>
          <pc:sldMk cId="3804633679" sldId="559"/>
        </pc:sldMkLst>
        <pc:spChg chg="mod">
          <ac:chgData name="Pramod Naik" userId="ceb6df04-ef15-4d9b-a141-998a03559d75" providerId="ADAL" clId="{62E9B5AE-779D-4001-92D3-8FF830A8A9C1}" dt="2025-10-14T05:49:49.710" v="1852" actId="12"/>
          <ac:spMkLst>
            <pc:docMk/>
            <pc:sldMk cId="3804633679" sldId="559"/>
            <ac:spMk id="3" creationId="{EC94F674-CF1C-CDB2-398D-BDC5E5C2967A}"/>
          </ac:spMkLst>
        </pc:spChg>
      </pc:sldChg>
      <pc:sldChg chg="addSp modSp add mod">
        <pc:chgData name="Pramod Naik" userId="ceb6df04-ef15-4d9b-a141-998a03559d75" providerId="ADAL" clId="{62E9B5AE-779D-4001-92D3-8FF830A8A9C1}" dt="2025-10-14T05:51:55.613" v="1870" actId="403"/>
        <pc:sldMkLst>
          <pc:docMk/>
          <pc:sldMk cId="91052272" sldId="560"/>
        </pc:sldMkLst>
        <pc:spChg chg="mod">
          <ac:chgData name="Pramod Naik" userId="ceb6df04-ef15-4d9b-a141-998a03559d75" providerId="ADAL" clId="{62E9B5AE-779D-4001-92D3-8FF830A8A9C1}" dt="2025-10-14T05:51:55.613" v="1870" actId="403"/>
          <ac:spMkLst>
            <pc:docMk/>
            <pc:sldMk cId="91052272" sldId="560"/>
            <ac:spMk id="3" creationId="{FEBFA363-CF02-72F1-B31D-78753D4A588A}"/>
          </ac:spMkLst>
        </pc:spChg>
        <pc:graphicFrameChg chg="add mod modGraphic">
          <ac:chgData name="Pramod Naik" userId="ceb6df04-ef15-4d9b-a141-998a03559d75" providerId="ADAL" clId="{62E9B5AE-779D-4001-92D3-8FF830A8A9C1}" dt="2025-10-14T05:51:52.327" v="1869" actId="1076"/>
          <ac:graphicFrameMkLst>
            <pc:docMk/>
            <pc:sldMk cId="91052272" sldId="560"/>
            <ac:graphicFrameMk id="2" creationId="{09F0A8A2-883B-D913-FB9F-2AC6DE09E06A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20T06:13:25.009" v="2102" actId="207"/>
        <pc:sldMkLst>
          <pc:docMk/>
          <pc:sldMk cId="4037816503" sldId="561"/>
        </pc:sldMkLst>
        <pc:spChg chg="mod">
          <ac:chgData name="Pramod Naik" userId="ceb6df04-ef15-4d9b-a141-998a03559d75" providerId="ADAL" clId="{62E9B5AE-779D-4001-92D3-8FF830A8A9C1}" dt="2025-10-20T06:13:25.009" v="2102" actId="207"/>
          <ac:spMkLst>
            <pc:docMk/>
            <pc:sldMk cId="4037816503" sldId="561"/>
            <ac:spMk id="3" creationId="{7476E4BE-BE3D-AC77-C7A3-BA4EC9F5F2F3}"/>
          </ac:spMkLst>
        </pc:spChg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mod">
        <pc:chgData name="Pramod Naik" userId="ceb6df04-ef15-4d9b-a141-998a03559d75" providerId="ADAL" clId="{62E9B5AE-779D-4001-92D3-8FF830A8A9C1}" dt="2025-10-20T06:13:53.474" v="2106" actId="207"/>
        <pc:sldMkLst>
          <pc:docMk/>
          <pc:sldMk cId="1912196509" sldId="562"/>
        </pc:sldMkLst>
        <pc:spChg chg="mod">
          <ac:chgData name="Pramod Naik" userId="ceb6df04-ef15-4d9b-a141-998a03559d75" providerId="ADAL" clId="{62E9B5AE-779D-4001-92D3-8FF830A8A9C1}" dt="2025-10-20T06:13:53.474" v="2106" actId="207"/>
          <ac:spMkLst>
            <pc:docMk/>
            <pc:sldMk cId="1912196509" sldId="562"/>
            <ac:spMk id="3" creationId="{F77CDD9B-B0C1-C7F0-4721-B7E68E552000}"/>
          </ac:spMkLst>
        </pc:spChg>
      </pc:sldChg>
      <pc:sldChg chg="addSp modSp add mod">
        <pc:chgData name="Pramod Naik" userId="ceb6df04-ef15-4d9b-a141-998a03559d75" providerId="ADAL" clId="{62E9B5AE-779D-4001-92D3-8FF830A8A9C1}" dt="2025-10-20T06:18:21.195" v="2163" actId="1076"/>
        <pc:sldMkLst>
          <pc:docMk/>
          <pc:sldMk cId="3246291351" sldId="563"/>
        </pc:sldMkLst>
        <pc:spChg chg="mod">
          <ac:chgData name="Pramod Naik" userId="ceb6df04-ef15-4d9b-a141-998a03559d75" providerId="ADAL" clId="{62E9B5AE-779D-4001-92D3-8FF830A8A9C1}" dt="2025-10-20T06:18:17.329" v="2162" actId="20577"/>
          <ac:spMkLst>
            <pc:docMk/>
            <pc:sldMk cId="3246291351" sldId="563"/>
            <ac:spMk id="3" creationId="{1DDE7CD1-BCF9-E9FC-07B7-C9EB7A9F30C9}"/>
          </ac:spMkLst>
        </pc:spChg>
        <pc:picChg chg="add mod">
          <ac:chgData name="Pramod Naik" userId="ceb6df04-ef15-4d9b-a141-998a03559d75" providerId="ADAL" clId="{62E9B5AE-779D-4001-92D3-8FF830A8A9C1}" dt="2025-10-20T06:18:21.195" v="2163" actId="1076"/>
          <ac:picMkLst>
            <pc:docMk/>
            <pc:sldMk cId="3246291351" sldId="563"/>
            <ac:picMk id="4" creationId="{EE4B7278-3CE1-5F0A-3D4A-57146AECC602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17:21.865" v="2146" actId="113"/>
        <pc:sldMkLst>
          <pc:docMk/>
          <pc:sldMk cId="813558974" sldId="564"/>
        </pc:sldMkLst>
        <pc:spChg chg="mod">
          <ac:chgData name="Pramod Naik" userId="ceb6df04-ef15-4d9b-a141-998a03559d75" providerId="ADAL" clId="{62E9B5AE-779D-4001-92D3-8FF830A8A9C1}" dt="2025-10-20T06:17:21.865" v="2146" actId="113"/>
          <ac:spMkLst>
            <pc:docMk/>
            <pc:sldMk cId="813558974" sldId="564"/>
            <ac:spMk id="3" creationId="{472248A5-B031-375B-AECC-729CABF16357}"/>
          </ac:spMkLst>
        </pc:spChg>
        <pc:picChg chg="add mod">
          <ac:chgData name="Pramod Naik" userId="ceb6df04-ef15-4d9b-a141-998a03559d75" providerId="ADAL" clId="{62E9B5AE-779D-4001-92D3-8FF830A8A9C1}" dt="2025-10-20T06:16:50.657" v="2139" actId="1076"/>
          <ac:picMkLst>
            <pc:docMk/>
            <pc:sldMk cId="813558974" sldId="564"/>
            <ac:picMk id="4" creationId="{33F900D7-1872-81B2-DDAE-73442650AA65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20T06:20:15.969" v="2170" actId="1076"/>
        <pc:sldMkLst>
          <pc:docMk/>
          <pc:sldMk cId="494025414" sldId="565"/>
        </pc:sldMkLst>
        <pc:spChg chg="mod">
          <ac:chgData name="Pramod Naik" userId="ceb6df04-ef15-4d9b-a141-998a03559d75" providerId="ADAL" clId="{62E9B5AE-779D-4001-92D3-8FF830A8A9C1}" dt="2025-10-20T06:18:50.402" v="2168" actId="113"/>
          <ac:spMkLst>
            <pc:docMk/>
            <pc:sldMk cId="494025414" sldId="565"/>
            <ac:spMk id="3" creationId="{1048E3DD-AAA6-B500-A102-4FA4311B1A32}"/>
          </ac:spMkLst>
        </pc:spChg>
        <pc:picChg chg="add del mod">
          <ac:chgData name="Pramod Naik" userId="ceb6df04-ef15-4d9b-a141-998a03559d75" providerId="ADAL" clId="{62E9B5AE-779D-4001-92D3-8FF830A8A9C1}" dt="2025-10-20T06:17:59.914" v="2155" actId="478"/>
          <ac:picMkLst>
            <pc:docMk/>
            <pc:sldMk cId="494025414" sldId="565"/>
            <ac:picMk id="4" creationId="{EF3DB501-F286-D0DC-A2E2-31D20C7F9347}"/>
          </ac:picMkLst>
        </pc:picChg>
        <pc:picChg chg="add mod">
          <ac:chgData name="Pramod Naik" userId="ceb6df04-ef15-4d9b-a141-998a03559d75" providerId="ADAL" clId="{62E9B5AE-779D-4001-92D3-8FF830A8A9C1}" dt="2025-10-20T06:20:15.969" v="2170" actId="1076"/>
          <ac:picMkLst>
            <pc:docMk/>
            <pc:sldMk cId="494025414" sldId="565"/>
            <ac:picMk id="6" creationId="{6D683237-DB3C-3DA8-7F45-D8919FD613CB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21:32.839" v="2198" actId="403"/>
        <pc:sldMkLst>
          <pc:docMk/>
          <pc:sldMk cId="4083528472" sldId="566"/>
        </pc:sldMkLst>
        <pc:spChg chg="mod">
          <ac:chgData name="Pramod Naik" userId="ceb6df04-ef15-4d9b-a141-998a03559d75" providerId="ADAL" clId="{62E9B5AE-779D-4001-92D3-8FF830A8A9C1}" dt="2025-10-20T06:21:32.839" v="2198" actId="403"/>
          <ac:spMkLst>
            <pc:docMk/>
            <pc:sldMk cId="4083528472" sldId="566"/>
            <ac:spMk id="3" creationId="{3ED1AC90-2FA8-5CDA-104A-63BCA52BC637}"/>
          </ac:spMkLst>
        </pc:spChg>
        <pc:picChg chg="add mod">
          <ac:chgData name="Pramod Naik" userId="ceb6df04-ef15-4d9b-a141-998a03559d75" providerId="ADAL" clId="{62E9B5AE-779D-4001-92D3-8FF830A8A9C1}" dt="2025-10-20T06:21:31.449" v="2197" actId="1076"/>
          <ac:picMkLst>
            <pc:docMk/>
            <pc:sldMk cId="4083528472" sldId="566"/>
            <ac:picMk id="4" creationId="{B085B6A8-7441-97AD-A18E-4D2F77EB410E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22:51.442" v="2228" actId="1076"/>
        <pc:sldMkLst>
          <pc:docMk/>
          <pc:sldMk cId="4110756528" sldId="567"/>
        </pc:sldMkLst>
        <pc:spChg chg="mod">
          <ac:chgData name="Pramod Naik" userId="ceb6df04-ef15-4d9b-a141-998a03559d75" providerId="ADAL" clId="{62E9B5AE-779D-4001-92D3-8FF830A8A9C1}" dt="2025-10-20T06:22:48.250" v="2227" actId="404"/>
          <ac:spMkLst>
            <pc:docMk/>
            <pc:sldMk cId="4110756528" sldId="567"/>
            <ac:spMk id="3" creationId="{A09330E4-B0DC-167A-A5ED-4C0C32C9F599}"/>
          </ac:spMkLst>
        </pc:spChg>
        <pc:picChg chg="add mod">
          <ac:chgData name="Pramod Naik" userId="ceb6df04-ef15-4d9b-a141-998a03559d75" providerId="ADAL" clId="{62E9B5AE-779D-4001-92D3-8FF830A8A9C1}" dt="2025-10-20T06:22:11.720" v="2204" actId="1076"/>
          <ac:picMkLst>
            <pc:docMk/>
            <pc:sldMk cId="4110756528" sldId="567"/>
            <ac:picMk id="4" creationId="{A37F9A5C-8CEF-45C2-3747-08915750D371}"/>
          </ac:picMkLst>
        </pc:picChg>
        <pc:picChg chg="add mod">
          <ac:chgData name="Pramod Naik" userId="ceb6df04-ef15-4d9b-a141-998a03559d75" providerId="ADAL" clId="{62E9B5AE-779D-4001-92D3-8FF830A8A9C1}" dt="2025-10-20T06:22:51.442" v="2228" actId="1076"/>
          <ac:picMkLst>
            <pc:docMk/>
            <pc:sldMk cId="4110756528" sldId="567"/>
            <ac:picMk id="6" creationId="{FE414150-9C55-A982-4FB0-F6931A3FBB98}"/>
          </ac:picMkLst>
        </pc:picChg>
      </pc:sldChg>
      <pc:sldChg chg="modSp add mod">
        <pc:chgData name="Pramod Naik" userId="ceb6df04-ef15-4d9b-a141-998a03559d75" providerId="ADAL" clId="{62E9B5AE-779D-4001-92D3-8FF830A8A9C1}" dt="2025-10-20T06:51:24.826" v="2312" actId="14100"/>
        <pc:sldMkLst>
          <pc:docMk/>
          <pc:sldMk cId="1668062704" sldId="568"/>
        </pc:sldMkLst>
        <pc:spChg chg="mod">
          <ac:chgData name="Pramod Naik" userId="ceb6df04-ef15-4d9b-a141-998a03559d75" providerId="ADAL" clId="{62E9B5AE-779D-4001-92D3-8FF830A8A9C1}" dt="2025-10-20T06:51:24.826" v="2312" actId="14100"/>
          <ac:spMkLst>
            <pc:docMk/>
            <pc:sldMk cId="1668062704" sldId="568"/>
            <ac:spMk id="3" creationId="{558F23D9-42A5-63B0-6CEA-BA43EC20773E}"/>
          </ac:spMkLst>
        </pc:spChg>
      </pc:sldChg>
      <pc:sldChg chg="addSp modSp add mod">
        <pc:chgData name="Pramod Naik" userId="ceb6df04-ef15-4d9b-a141-998a03559d75" providerId="ADAL" clId="{62E9B5AE-779D-4001-92D3-8FF830A8A9C1}" dt="2025-10-20T06:42:13.836" v="2258" actId="12"/>
        <pc:sldMkLst>
          <pc:docMk/>
          <pc:sldMk cId="959162173" sldId="569"/>
        </pc:sldMkLst>
        <pc:spChg chg="mod">
          <ac:chgData name="Pramod Naik" userId="ceb6df04-ef15-4d9b-a141-998a03559d75" providerId="ADAL" clId="{62E9B5AE-779D-4001-92D3-8FF830A8A9C1}" dt="2025-10-20T06:42:13.836" v="2258" actId="12"/>
          <ac:spMkLst>
            <pc:docMk/>
            <pc:sldMk cId="959162173" sldId="569"/>
            <ac:spMk id="3" creationId="{59BD950C-DB41-C584-047D-58DA2F007A8F}"/>
          </ac:spMkLst>
        </pc:spChg>
        <pc:picChg chg="add mod">
          <ac:chgData name="Pramod Naik" userId="ceb6df04-ef15-4d9b-a141-998a03559d75" providerId="ADAL" clId="{62E9B5AE-779D-4001-92D3-8FF830A8A9C1}" dt="2025-10-20T06:42:11.095" v="2257" actId="1076"/>
          <ac:picMkLst>
            <pc:docMk/>
            <pc:sldMk cId="959162173" sldId="569"/>
            <ac:picMk id="4" creationId="{B7C3EAB5-815E-1A5C-8FBD-DCE4C831517B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53:55.691" v="2315" actId="14100"/>
        <pc:sldMkLst>
          <pc:docMk/>
          <pc:sldMk cId="3252099199" sldId="570"/>
        </pc:sldMkLst>
        <pc:spChg chg="mod">
          <ac:chgData name="Pramod Naik" userId="ceb6df04-ef15-4d9b-a141-998a03559d75" providerId="ADAL" clId="{62E9B5AE-779D-4001-92D3-8FF830A8A9C1}" dt="2025-10-20T06:45:07.205" v="2305" actId="403"/>
          <ac:spMkLst>
            <pc:docMk/>
            <pc:sldMk cId="3252099199" sldId="570"/>
            <ac:spMk id="3" creationId="{17D02728-909D-A8D7-132C-3E3F4FF884F5}"/>
          </ac:spMkLst>
        </pc:spChg>
        <pc:spChg chg="add">
          <ac:chgData name="Pramod Naik" userId="ceb6df04-ef15-4d9b-a141-998a03559d75" providerId="ADAL" clId="{62E9B5AE-779D-4001-92D3-8FF830A8A9C1}" dt="2025-10-20T06:44:40.423" v="2299"/>
          <ac:spMkLst>
            <pc:docMk/>
            <pc:sldMk cId="3252099199" sldId="570"/>
            <ac:spMk id="7" creationId="{B01A3B95-7B3F-E478-8C56-D551ACCDDE39}"/>
          </ac:spMkLst>
        </pc:spChg>
        <pc:picChg chg="add mod">
          <ac:chgData name="Pramod Naik" userId="ceb6df04-ef15-4d9b-a141-998a03559d75" providerId="ADAL" clId="{62E9B5AE-779D-4001-92D3-8FF830A8A9C1}" dt="2025-10-20T06:53:55.691" v="2315" actId="14100"/>
          <ac:picMkLst>
            <pc:docMk/>
            <pc:sldMk cId="3252099199" sldId="570"/>
            <ac:picMk id="4" creationId="{D8D5D7C9-3DBF-C02D-7F2B-37710BACAA6A}"/>
          </ac:picMkLst>
        </pc:picChg>
        <pc:picChg chg="add mod">
          <ac:chgData name="Pramod Naik" userId="ceb6df04-ef15-4d9b-a141-998a03559d75" providerId="ADAL" clId="{62E9B5AE-779D-4001-92D3-8FF830A8A9C1}" dt="2025-10-20T06:53:55.691" v="2315" actId="14100"/>
          <ac:picMkLst>
            <pc:docMk/>
            <pc:sldMk cId="3252099199" sldId="570"/>
            <ac:picMk id="6" creationId="{E0479120-729F-A96F-C946-AC479B570F12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20T06:58:34.161" v="2332" actId="113"/>
        <pc:sldMkLst>
          <pc:docMk/>
          <pc:sldMk cId="1073918120" sldId="571"/>
        </pc:sldMkLst>
        <pc:spChg chg="mod">
          <ac:chgData name="Pramod Naik" userId="ceb6df04-ef15-4d9b-a141-998a03559d75" providerId="ADAL" clId="{62E9B5AE-779D-4001-92D3-8FF830A8A9C1}" dt="2025-10-20T06:58:34.161" v="2332" actId="113"/>
          <ac:spMkLst>
            <pc:docMk/>
            <pc:sldMk cId="1073918120" sldId="571"/>
            <ac:spMk id="3" creationId="{2649D20D-C1FE-2E43-B437-7EBDEFC2FBDD}"/>
          </ac:spMkLst>
        </pc:spChg>
        <pc:picChg chg="add del mod">
          <ac:chgData name="Pramod Naik" userId="ceb6df04-ef15-4d9b-a141-998a03559d75" providerId="ADAL" clId="{62E9B5AE-779D-4001-92D3-8FF830A8A9C1}" dt="2025-10-20T06:58:27.716" v="2328" actId="478"/>
          <ac:picMkLst>
            <pc:docMk/>
            <pc:sldMk cId="1073918120" sldId="571"/>
            <ac:picMk id="4" creationId="{228486B7-D9AF-54B1-78B5-AD96C223733C}"/>
          </ac:picMkLst>
        </pc:picChg>
        <pc:picChg chg="add mod">
          <ac:chgData name="Pramod Naik" userId="ceb6df04-ef15-4d9b-a141-998a03559d75" providerId="ADAL" clId="{62E9B5AE-779D-4001-92D3-8FF830A8A9C1}" dt="2025-10-20T06:58:32.389" v="2331" actId="1076"/>
          <ac:picMkLst>
            <pc:docMk/>
            <pc:sldMk cId="1073918120" sldId="571"/>
            <ac:picMk id="6" creationId="{4A5991A1-3B59-F68E-F9FB-76C4601E1AAB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59:17.999" v="2338" actId="1076"/>
        <pc:sldMkLst>
          <pc:docMk/>
          <pc:sldMk cId="1808909135" sldId="572"/>
        </pc:sldMkLst>
        <pc:spChg chg="mod">
          <ac:chgData name="Pramod Naik" userId="ceb6df04-ef15-4d9b-a141-998a03559d75" providerId="ADAL" clId="{62E9B5AE-779D-4001-92D3-8FF830A8A9C1}" dt="2025-10-20T06:58:56.856" v="2335" actId="404"/>
          <ac:spMkLst>
            <pc:docMk/>
            <pc:sldMk cId="1808909135" sldId="572"/>
            <ac:spMk id="3" creationId="{D21E3A01-F8BA-B470-8BD0-352A6D6F848D}"/>
          </ac:spMkLst>
        </pc:spChg>
        <pc:picChg chg="add mod">
          <ac:chgData name="Pramod Naik" userId="ceb6df04-ef15-4d9b-a141-998a03559d75" providerId="ADAL" clId="{62E9B5AE-779D-4001-92D3-8FF830A8A9C1}" dt="2025-10-20T06:59:17.999" v="2338" actId="1076"/>
          <ac:picMkLst>
            <pc:docMk/>
            <pc:sldMk cId="1808909135" sldId="572"/>
            <ac:picMk id="4" creationId="{DB2B84F4-ACC3-B628-6EF6-79321F4EAB61}"/>
          </ac:picMkLst>
        </pc:picChg>
      </pc:sldChg>
      <pc:sldChg chg="addSp modSp add mod">
        <pc:chgData name="Pramod Naik" userId="ceb6df04-ef15-4d9b-a141-998a03559d75" providerId="ADAL" clId="{62E9B5AE-779D-4001-92D3-8FF830A8A9C1}" dt="2025-10-20T07:00:24.741" v="2347" actId="1076"/>
        <pc:sldMkLst>
          <pc:docMk/>
          <pc:sldMk cId="636557185" sldId="573"/>
        </pc:sldMkLst>
        <pc:spChg chg="mod">
          <ac:chgData name="Pramod Naik" userId="ceb6df04-ef15-4d9b-a141-998a03559d75" providerId="ADAL" clId="{62E9B5AE-779D-4001-92D3-8FF830A8A9C1}" dt="2025-10-20T06:59:43.664" v="2344" actId="207"/>
          <ac:spMkLst>
            <pc:docMk/>
            <pc:sldMk cId="636557185" sldId="573"/>
            <ac:spMk id="3" creationId="{31BB3553-7570-769D-0191-273CAB451B15}"/>
          </ac:spMkLst>
        </pc:spChg>
        <pc:picChg chg="add mod">
          <ac:chgData name="Pramod Naik" userId="ceb6df04-ef15-4d9b-a141-998a03559d75" providerId="ADAL" clId="{62E9B5AE-779D-4001-92D3-8FF830A8A9C1}" dt="2025-10-20T07:00:24.741" v="2347" actId="1076"/>
          <ac:picMkLst>
            <pc:docMk/>
            <pc:sldMk cId="636557185" sldId="573"/>
            <ac:picMk id="4" creationId="{3E6C21A8-3522-6053-7EF3-CF952B4F0CCA}"/>
          </ac:picMkLst>
        </pc:picChg>
      </pc:sldChg>
      <pc:sldChg chg="addSp modSp add mod">
        <pc:chgData name="Pramod Naik" userId="ceb6df04-ef15-4d9b-a141-998a03559d75" providerId="ADAL" clId="{62E9B5AE-779D-4001-92D3-8FF830A8A9C1}" dt="2025-10-20T07:02:29.056" v="2357" actId="1076"/>
        <pc:sldMkLst>
          <pc:docMk/>
          <pc:sldMk cId="2101197699" sldId="574"/>
        </pc:sldMkLst>
        <pc:spChg chg="mod">
          <ac:chgData name="Pramod Naik" userId="ceb6df04-ef15-4d9b-a141-998a03559d75" providerId="ADAL" clId="{62E9B5AE-779D-4001-92D3-8FF830A8A9C1}" dt="2025-10-20T07:01:51.521" v="2354" actId="404"/>
          <ac:spMkLst>
            <pc:docMk/>
            <pc:sldMk cId="2101197699" sldId="574"/>
            <ac:spMk id="3" creationId="{A265D3AB-45C5-4B96-588C-500B466F4029}"/>
          </ac:spMkLst>
        </pc:spChg>
        <pc:picChg chg="add mod">
          <ac:chgData name="Pramod Naik" userId="ceb6df04-ef15-4d9b-a141-998a03559d75" providerId="ADAL" clId="{62E9B5AE-779D-4001-92D3-8FF830A8A9C1}" dt="2025-10-20T07:02:29.056" v="2357" actId="1076"/>
          <ac:picMkLst>
            <pc:docMk/>
            <pc:sldMk cId="2101197699" sldId="574"/>
            <ac:picMk id="4" creationId="{2CE24701-F3D4-9FEB-F4D5-E4B1EB36ED96}"/>
          </ac:picMkLst>
        </pc:picChg>
      </pc:sldChg>
      <pc:sldChg chg="add">
        <pc:chgData name="Pramod Naik" userId="ceb6df04-ef15-4d9b-a141-998a03559d75" providerId="ADAL" clId="{62E9B5AE-779D-4001-92D3-8FF830A8A9C1}" dt="2025-10-20T07:01:40.749" v="2348"/>
        <pc:sldMkLst>
          <pc:docMk/>
          <pc:sldMk cId="1438792373" sldId="575"/>
        </pc:sldMkLst>
      </pc:sldChg>
      <pc:sldChg chg="add">
        <pc:chgData name="Pramod Naik" userId="ceb6df04-ef15-4d9b-a141-998a03559d75" providerId="ADAL" clId="{62E9B5AE-779D-4001-92D3-8FF830A8A9C1}" dt="2025-10-20T07:01:40.937" v="2349"/>
        <pc:sldMkLst>
          <pc:docMk/>
          <pc:sldMk cId="34796182" sldId="576"/>
        </pc:sldMkLst>
      </pc:sldChg>
      <pc:sldChg chg="add">
        <pc:chgData name="Pramod Naik" userId="ceb6df04-ef15-4d9b-a141-998a03559d75" providerId="ADAL" clId="{62E9B5AE-779D-4001-92D3-8FF830A8A9C1}" dt="2025-10-20T07:01:41.095" v="2350"/>
        <pc:sldMkLst>
          <pc:docMk/>
          <pc:sldMk cId="2734079874" sldId="577"/>
        </pc:sldMkLst>
      </pc:sldChg>
      <pc:sldChg chg="addSp delSp modSp add mod">
        <pc:chgData name="Pramod Naik" userId="ceb6df04-ef15-4d9b-a141-998a03559d75" providerId="ADAL" clId="{62E9B5AE-779D-4001-92D3-8FF830A8A9C1}" dt="2025-10-20T07:03:01.242" v="2373" actId="20577"/>
        <pc:sldMkLst>
          <pc:docMk/>
          <pc:sldMk cId="2851575667" sldId="578"/>
        </pc:sldMkLst>
        <pc:spChg chg="add del mod">
          <ac:chgData name="Pramod Naik" userId="ceb6df04-ef15-4d9b-a141-998a03559d75" providerId="ADAL" clId="{62E9B5AE-779D-4001-92D3-8FF830A8A9C1}" dt="2025-10-20T07:03:01.242" v="2373" actId="20577"/>
          <ac:spMkLst>
            <pc:docMk/>
            <pc:sldMk cId="2851575667" sldId="578"/>
            <ac:spMk id="3" creationId="{D2156EB7-C1B5-D782-E7FA-9865194111E5}"/>
          </ac:spMkLst>
        </pc:spChg>
        <pc:picChg chg="add del mod ord">
          <ac:chgData name="Pramod Naik" userId="ceb6df04-ef15-4d9b-a141-998a03559d75" providerId="ADAL" clId="{62E9B5AE-779D-4001-92D3-8FF830A8A9C1}" dt="2025-10-20T07:02:49.298" v="2361" actId="22"/>
          <ac:picMkLst>
            <pc:docMk/>
            <pc:sldMk cId="2851575667" sldId="578"/>
            <ac:picMk id="4" creationId="{3FFE893E-250D-0365-86E6-06BB01421F00}"/>
          </ac:picMkLst>
        </pc:picChg>
        <pc:picChg chg="add mod">
          <ac:chgData name="Pramod Naik" userId="ceb6df04-ef15-4d9b-a141-998a03559d75" providerId="ADAL" clId="{62E9B5AE-779D-4001-92D3-8FF830A8A9C1}" dt="2025-10-20T07:02:57.366" v="2366" actId="1076"/>
          <ac:picMkLst>
            <pc:docMk/>
            <pc:sldMk cId="2851575667" sldId="578"/>
            <ac:picMk id="6" creationId="{CBC0C552-E9B3-4C58-A8FA-4384EF05DA72}"/>
          </ac:picMkLst>
        </pc:picChg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20-10-2025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10/20/2025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10/20/2025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10/20/2025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BF404-243B-557F-5F2C-E6A4DC5FD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87F9E78-2809-DCC2-E66F-43C7EFF064FE}"/>
              </a:ext>
            </a:extLst>
          </p:cNvPr>
          <p:cNvGrpSpPr/>
          <p:nvPr/>
        </p:nvGrpSpPr>
        <p:grpSpPr>
          <a:xfrm>
            <a:off x="-2" y="-1"/>
            <a:ext cx="12233470" cy="6858001"/>
            <a:chOff x="-2" y="-1"/>
            <a:chExt cx="12233470" cy="6858001"/>
          </a:xfrm>
        </p:grpSpPr>
        <p:pic>
          <p:nvPicPr>
            <p:cNvPr id="1032" name="Picture 8" descr="Building a FastAPI Service Quickly and Efficiently: A Data Engineer's  Journey | by Neeraj Reddy | Medium">
              <a:extLst>
                <a:ext uri="{FF2B5EF4-FFF2-40B4-BE49-F238E27FC236}">
                  <a16:creationId xmlns:a16="http://schemas.microsoft.com/office/drawing/2014/main" id="{349BA375-A573-56BD-3850-76668FDD7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" y="-1"/>
              <a:ext cx="12233469" cy="64225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DB4FE8-76C3-3EDF-8C84-850686F24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" y="6029429"/>
              <a:ext cx="12233469" cy="8285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3992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A97B6-560B-EC7E-6A65-4E62B620A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175A9-9772-F30A-C606-01596E7AD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88571"/>
            <a:ext cx="10659110" cy="5088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 err="1"/>
              <a:t>FastAPI</a:t>
            </a:r>
            <a:r>
              <a:rPr lang="en-US" sz="3200" b="1" dirty="0"/>
              <a:t>?</a:t>
            </a:r>
          </a:p>
          <a:p>
            <a:r>
              <a:rPr lang="en-US" sz="2800" b="1" dirty="0" err="1"/>
              <a:t>FastAPI</a:t>
            </a:r>
            <a:r>
              <a:rPr lang="en-US" sz="2800" dirty="0"/>
              <a:t> is a </a:t>
            </a:r>
            <a:r>
              <a:rPr lang="en-US" sz="2800" b="1" dirty="0"/>
              <a:t>modern, high-performance web framework</a:t>
            </a:r>
            <a:r>
              <a:rPr lang="en-US" sz="2800" dirty="0"/>
              <a:t> for building </a:t>
            </a:r>
            <a:r>
              <a:rPr lang="en-US" sz="2800" b="1" dirty="0"/>
              <a:t>APIs</a:t>
            </a:r>
            <a:r>
              <a:rPr lang="en-US" sz="2800" dirty="0"/>
              <a:t> using </a:t>
            </a:r>
            <a:r>
              <a:rPr lang="en-US" sz="2800" b="1" dirty="0"/>
              <a:t>Python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It is built on top of:</a:t>
            </a:r>
          </a:p>
          <a:p>
            <a:pPr lvl="1"/>
            <a:r>
              <a:rPr lang="en-US" sz="2800" b="1" dirty="0"/>
              <a:t>Starlette</a:t>
            </a:r>
            <a:r>
              <a:rPr lang="en-US" sz="2800" dirty="0"/>
              <a:t> → for web handling (requests, routing, etc.)</a:t>
            </a:r>
          </a:p>
          <a:p>
            <a:pPr lvl="1"/>
            <a:r>
              <a:rPr lang="en-US" sz="2800" b="1" dirty="0" err="1"/>
              <a:t>Pydantic</a:t>
            </a:r>
            <a:r>
              <a:rPr lang="en-US" sz="2800" dirty="0"/>
              <a:t> → for data validation and serialization</a:t>
            </a:r>
          </a:p>
          <a:p>
            <a:r>
              <a:rPr lang="en-US" sz="2800" dirty="0"/>
              <a:t>It’s called </a:t>
            </a:r>
            <a:r>
              <a:rPr lang="en-US" sz="2800" i="1" dirty="0" err="1"/>
              <a:t>FastAPI</a:t>
            </a:r>
            <a:r>
              <a:rPr lang="en-US" sz="2800" dirty="0"/>
              <a:t> because it’s </a:t>
            </a:r>
            <a:r>
              <a:rPr lang="en-US" sz="2800" b="1" dirty="0"/>
              <a:t>one of the </a:t>
            </a:r>
            <a:r>
              <a:rPr lang="en-US" sz="2800" b="1" dirty="0">
                <a:solidFill>
                  <a:srgbClr val="C00000"/>
                </a:solidFill>
              </a:rPr>
              <a:t>fastest</a:t>
            </a:r>
            <a:r>
              <a:rPr lang="en-US" sz="2800" dirty="0"/>
              <a:t> Python frameworks, comparable to </a:t>
            </a:r>
            <a:r>
              <a:rPr lang="en-US" sz="2800" b="1" dirty="0">
                <a:solidFill>
                  <a:srgbClr val="C00000"/>
                </a:solidFill>
              </a:rPr>
              <a:t>Node.js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C00000"/>
                </a:solidFill>
              </a:rPr>
              <a:t>Go</a:t>
            </a:r>
            <a:r>
              <a:rPr lang="en-US" sz="2800" dirty="0"/>
              <a:t> in performance.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28400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FF4A-F3EC-CBCE-62EE-ECCE95BBB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ED976-A670-77A7-2F5B-0A7E200A4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Why </a:t>
            </a:r>
            <a:r>
              <a:rPr lang="en-IN" sz="2400" b="1" dirty="0" err="1"/>
              <a:t>FastAPI</a:t>
            </a:r>
            <a:r>
              <a:rPr lang="en-IN" sz="2400" b="1" dirty="0"/>
              <a:t>?</a:t>
            </a:r>
            <a:endParaRPr lang="en-IN" sz="28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068ACDF-4942-A49E-73F6-D243B6FC5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273210"/>
              </p:ext>
            </p:extLst>
          </p:nvPr>
        </p:nvGraphicFramePr>
        <p:xfrm>
          <a:off x="871562" y="1249385"/>
          <a:ext cx="10416924" cy="4905829"/>
        </p:xfrm>
        <a:graphic>
          <a:graphicData uri="http://schemas.openxmlformats.org/drawingml/2006/table">
            <a:tbl>
              <a:tblPr/>
              <a:tblGrid>
                <a:gridCol w="3308552">
                  <a:extLst>
                    <a:ext uri="{9D8B030D-6E8A-4147-A177-3AD203B41FA5}">
                      <a16:colId xmlns:a16="http://schemas.microsoft.com/office/drawing/2014/main" val="2138754900"/>
                    </a:ext>
                  </a:extLst>
                </a:gridCol>
                <a:gridCol w="7108372">
                  <a:extLst>
                    <a:ext uri="{9D8B030D-6E8A-4147-A177-3AD203B41FA5}">
                      <a16:colId xmlns:a16="http://schemas.microsoft.com/office/drawing/2014/main" val="2952634360"/>
                    </a:ext>
                  </a:extLst>
                </a:gridCol>
              </a:tblGrid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074563"/>
                  </a:ext>
                </a:extLst>
              </a:tr>
              <a:tr h="105681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High performance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One of the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fastest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Python frameworks (thanks to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+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async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355724"/>
                  </a:ext>
                </a:extLst>
              </a:tr>
              <a:tr h="86467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Auto-generated docs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Swagger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OpenAPI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 and </a:t>
                      </a:r>
                      <a:r>
                        <a:rPr lang="en-IN" sz="24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ReDoc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docs generated automatically.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230216"/>
                  </a:ext>
                </a:extLst>
              </a:tr>
              <a:tr h="86467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Security &amp; OAuth2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Built-in tools for authentication and authorization.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962"/>
                  </a:ext>
                </a:extLst>
              </a:tr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Type-safety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Uses Python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type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hints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to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validate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and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serialize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data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266927"/>
                  </a:ext>
                </a:extLst>
              </a:tr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Minimal code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Fast to develop, easy to maintain.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359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78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3ED26-30C2-93C1-7459-EAB49FCC5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585EA-1D93-2C11-E2E9-2E4D009F6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 lnSpcReduction="10000"/>
          </a:bodyPr>
          <a:lstStyle/>
          <a:p>
            <a:pPr marL="457200" indent="-457200" fontAlgn="ctr">
              <a:buAutoNum type="arabicPeriod"/>
            </a:pPr>
            <a:r>
              <a:rPr lang="en-IN" sz="2400" b="1" dirty="0"/>
              <a:t>Speed &amp; Performance</a:t>
            </a:r>
          </a:p>
          <a:p>
            <a:pPr lvl="1" fontAlgn="ctr"/>
            <a:r>
              <a:rPr lang="en-IN" sz="2400" dirty="0" err="1">
                <a:solidFill>
                  <a:srgbClr val="C00000"/>
                </a:solidFill>
              </a:rPr>
              <a:t>FastAPI</a:t>
            </a:r>
            <a:r>
              <a:rPr lang="en-IN" sz="2400" dirty="0"/>
              <a:t> is built on </a:t>
            </a:r>
            <a:r>
              <a:rPr lang="en-IN" sz="2400" b="1" dirty="0"/>
              <a:t>Starlette</a:t>
            </a:r>
            <a:r>
              <a:rPr lang="en-IN" sz="2400" dirty="0"/>
              <a:t> and </a:t>
            </a:r>
            <a:r>
              <a:rPr lang="en-IN" sz="2400" b="1" dirty="0" err="1"/>
              <a:t>Pydantic</a:t>
            </a:r>
            <a:r>
              <a:rPr lang="en-IN" sz="2400" dirty="0"/>
              <a:t>, giving it best-in-class performance (on par with Node.js and Go --&gt; comparable in performance and efficiency to Node.js and Go (Golang)).</a:t>
            </a:r>
          </a:p>
          <a:p>
            <a:pPr lvl="1" fontAlgn="ctr"/>
            <a:r>
              <a:rPr lang="en-IN" sz="2400" b="1" dirty="0">
                <a:solidFill>
                  <a:srgbClr val="C00000"/>
                </a:solidFill>
              </a:rPr>
              <a:t>Flask</a:t>
            </a:r>
            <a:r>
              <a:rPr lang="en-IN" sz="2400" dirty="0"/>
              <a:t> is </a:t>
            </a:r>
            <a:r>
              <a:rPr lang="en-IN" sz="2400" b="1" dirty="0"/>
              <a:t>synchronous</a:t>
            </a:r>
            <a:r>
              <a:rPr lang="en-IN" sz="2400" dirty="0"/>
              <a:t> and not designed for </a:t>
            </a:r>
            <a:r>
              <a:rPr lang="en-IN" sz="2400" b="1" dirty="0"/>
              <a:t>performance-critical apps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b="1" dirty="0">
                <a:solidFill>
                  <a:srgbClr val="C00000"/>
                </a:solidFill>
              </a:rPr>
              <a:t>Django</a:t>
            </a:r>
            <a:r>
              <a:rPr lang="en-IN" sz="2400" dirty="0"/>
              <a:t> is powerful but </a:t>
            </a:r>
            <a:r>
              <a:rPr lang="en-IN" sz="2400" b="1" dirty="0"/>
              <a:t>heavier</a:t>
            </a:r>
            <a:r>
              <a:rPr lang="en-IN" sz="2400" dirty="0"/>
              <a:t> and </a:t>
            </a:r>
            <a:r>
              <a:rPr lang="en-IN" sz="2400" b="1" dirty="0"/>
              <a:t>slower</a:t>
            </a:r>
            <a:r>
              <a:rPr lang="en-IN" sz="2400" dirty="0"/>
              <a:t> for API-only applications.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is ideal for modern, </a:t>
            </a:r>
            <a:r>
              <a:rPr lang="en-IN" sz="2400" b="1" i="1" dirty="0"/>
              <a:t>async</a:t>
            </a:r>
            <a:r>
              <a:rPr lang="en-IN" sz="2400" i="1" dirty="0"/>
              <a:t>, </a:t>
            </a:r>
            <a:r>
              <a:rPr lang="en-IN" sz="2400" b="1" i="1" dirty="0"/>
              <a:t>high-performance</a:t>
            </a:r>
            <a:r>
              <a:rPr lang="en-IN" sz="2400" i="1" dirty="0"/>
              <a:t> APIs.</a:t>
            </a:r>
            <a:endParaRPr lang="en-IN" sz="2400" dirty="0"/>
          </a:p>
          <a:p>
            <a:pPr marL="0" indent="0" fontAlgn="ctr">
              <a:buNone/>
            </a:pPr>
            <a:endParaRPr lang="en-IN" b="1" dirty="0"/>
          </a:p>
          <a:p>
            <a:pPr marL="0" indent="0" fontAlgn="ctr">
              <a:buNone/>
            </a:pPr>
            <a:r>
              <a:rPr lang="en-IN" sz="2400" b="1" dirty="0"/>
              <a:t>2. Async Support</a:t>
            </a:r>
          </a:p>
          <a:p>
            <a:pPr lvl="1" fontAlgn="ctr"/>
            <a:r>
              <a:rPr lang="en-IN" sz="2400" b="1" dirty="0" err="1"/>
              <a:t>FastAPI</a:t>
            </a:r>
            <a:r>
              <a:rPr lang="en-IN" sz="2400" b="1" dirty="0"/>
              <a:t> uses async def natively – great for handling thousands of requests concurrently.</a:t>
            </a:r>
          </a:p>
          <a:p>
            <a:pPr lvl="1" fontAlgn="ctr"/>
            <a:r>
              <a:rPr lang="en-IN" sz="2400" dirty="0"/>
              <a:t>Flask needs </a:t>
            </a:r>
            <a:r>
              <a:rPr lang="en-IN" sz="2400" b="1" dirty="0" err="1"/>
              <a:t>gevent</a:t>
            </a:r>
            <a:r>
              <a:rPr lang="en-IN" sz="2400" b="1" dirty="0"/>
              <a:t> </a:t>
            </a:r>
            <a:r>
              <a:rPr lang="en-IN" sz="2400" dirty="0"/>
              <a:t>or</a:t>
            </a:r>
            <a:r>
              <a:rPr lang="en-IN" sz="2400" b="1" dirty="0"/>
              <a:t> quart </a:t>
            </a:r>
            <a:r>
              <a:rPr lang="en-IN" sz="2400" dirty="0"/>
              <a:t>for async.</a:t>
            </a:r>
          </a:p>
          <a:p>
            <a:pPr lvl="1" fontAlgn="ctr"/>
            <a:r>
              <a:rPr lang="en-IN" sz="2400" b="1" dirty="0"/>
              <a:t>Django supports async views from version 3.1+, but it's not fully async yet.</a:t>
            </a:r>
          </a:p>
          <a:p>
            <a:r>
              <a:rPr lang="en-IN" sz="2400" dirty="0"/>
              <a:t>👉 </a:t>
            </a:r>
            <a:r>
              <a:rPr lang="en-IN" sz="2400" i="1" dirty="0"/>
              <a:t>For modern APIs that talk to async DBs (like MongoDB, async PostgreSQL), </a:t>
            </a:r>
            <a:r>
              <a:rPr lang="en-IN" sz="2400" i="1" dirty="0" err="1"/>
              <a:t>FastAPI</a:t>
            </a:r>
            <a:r>
              <a:rPr lang="en-IN" sz="2400" i="1" dirty="0"/>
              <a:t> shines.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61470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D8BFB-A58E-C89A-E4E0-262259B5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8B29C-C758-9498-C634-BE8781C4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3. Dependency Injection System: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has a robust dependency injection system that simplifies managing complex dependencies like </a:t>
            </a:r>
            <a:r>
              <a:rPr lang="en-IN" sz="2400" b="1" dirty="0"/>
              <a:t>database connections</a:t>
            </a:r>
            <a:r>
              <a:rPr lang="en-IN" sz="2400" dirty="0"/>
              <a:t>, </a:t>
            </a:r>
            <a:r>
              <a:rPr lang="en-IN" sz="2400" b="1" dirty="0"/>
              <a:t>authentication</a:t>
            </a:r>
            <a:r>
              <a:rPr lang="en-IN" sz="2400" dirty="0"/>
              <a:t>, and </a:t>
            </a:r>
            <a:r>
              <a:rPr lang="en-IN" sz="2400" b="1" dirty="0"/>
              <a:t>external</a:t>
            </a:r>
            <a:r>
              <a:rPr lang="en-IN" sz="2400" dirty="0"/>
              <a:t> </a:t>
            </a:r>
            <a:r>
              <a:rPr lang="en-IN" sz="2400" b="1" dirty="0"/>
              <a:t>services</a:t>
            </a:r>
            <a:r>
              <a:rPr lang="en-IN" sz="2400" dirty="0"/>
              <a:t>. Dependencies are automatically injected into route functions.</a:t>
            </a:r>
          </a:p>
          <a:p>
            <a:pPr marL="0" indent="0">
              <a:buNone/>
            </a:pPr>
            <a:endParaRPr lang="en-IN" sz="1800" dirty="0"/>
          </a:p>
          <a:p>
            <a:pPr marL="0" indent="0" fontAlgn="ctr">
              <a:buNone/>
            </a:pPr>
            <a:r>
              <a:rPr lang="en-IN" sz="2400" b="1" dirty="0"/>
              <a:t>4. Authentication and Authorization: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provides built-in support for various </a:t>
            </a:r>
            <a:r>
              <a:rPr lang="en-IN" sz="2400" b="1" dirty="0"/>
              <a:t>authentication</a:t>
            </a:r>
            <a:r>
              <a:rPr lang="en-IN" sz="2400" dirty="0"/>
              <a:t> </a:t>
            </a:r>
            <a:r>
              <a:rPr lang="en-IN" sz="2400" b="1" dirty="0"/>
              <a:t>methods</a:t>
            </a:r>
            <a:r>
              <a:rPr lang="en-IN" sz="2400" dirty="0"/>
              <a:t>, including </a:t>
            </a:r>
            <a:r>
              <a:rPr lang="en-IN" sz="2400" b="1" dirty="0">
                <a:solidFill>
                  <a:srgbClr val="C00000"/>
                </a:solidFill>
              </a:rPr>
              <a:t>JWT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tokens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OAuth2</a:t>
            </a:r>
            <a:r>
              <a:rPr lang="en-IN" sz="2400" dirty="0"/>
              <a:t>, and </a:t>
            </a:r>
            <a:r>
              <a:rPr lang="en-IN" sz="2400" b="1" dirty="0">
                <a:solidFill>
                  <a:srgbClr val="C00000"/>
                </a:solidFill>
              </a:rPr>
              <a:t>API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key</a:t>
            </a:r>
            <a:r>
              <a:rPr lang="en-IN" sz="2400" dirty="0"/>
              <a:t> validation. It also offers </a:t>
            </a:r>
            <a:r>
              <a:rPr lang="en-IN" sz="2400" b="1" dirty="0">
                <a:solidFill>
                  <a:srgbClr val="C00000"/>
                </a:solidFill>
              </a:rPr>
              <a:t>authorization decorators </a:t>
            </a:r>
            <a:r>
              <a:rPr lang="en-IN" sz="2400" dirty="0"/>
              <a:t>to control access to different parts of your API.</a:t>
            </a:r>
          </a:p>
          <a:p>
            <a:pPr marL="0" indent="0">
              <a:buNone/>
            </a:pPr>
            <a:endParaRPr lang="en-IN" sz="1800" dirty="0"/>
          </a:p>
          <a:p>
            <a:pPr marL="0" indent="0" fontAlgn="ctr">
              <a:buNone/>
            </a:pPr>
            <a:r>
              <a:rPr lang="en-IN" sz="2400" b="1" dirty="0"/>
              <a:t>5. Validation and Query Parameter Handling: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performs </a:t>
            </a:r>
            <a:r>
              <a:rPr lang="en-IN" sz="2400" b="1" dirty="0"/>
              <a:t>automatic validation of </a:t>
            </a:r>
            <a:r>
              <a:rPr lang="en-IN" sz="2400" b="1" dirty="0">
                <a:solidFill>
                  <a:srgbClr val="C00000"/>
                </a:solidFill>
              </a:rPr>
              <a:t>query parameters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path parameters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request bodies</a:t>
            </a:r>
            <a:r>
              <a:rPr lang="en-IN" sz="2400" dirty="0"/>
              <a:t>, and </a:t>
            </a:r>
            <a:r>
              <a:rPr lang="en-IN" sz="2400" b="1" dirty="0">
                <a:solidFill>
                  <a:srgbClr val="C00000"/>
                </a:solidFill>
              </a:rPr>
              <a:t>headers</a:t>
            </a:r>
            <a:r>
              <a:rPr lang="en-IN" sz="2400" dirty="0"/>
              <a:t> based on </a:t>
            </a:r>
            <a:r>
              <a:rPr lang="en-IN" sz="2400" b="1" dirty="0">
                <a:solidFill>
                  <a:schemeClr val="accent3">
                    <a:lumMod val="50000"/>
                  </a:schemeClr>
                </a:solidFill>
              </a:rPr>
              <a:t>type hints</a:t>
            </a:r>
            <a:r>
              <a:rPr lang="en-IN" sz="2400" dirty="0"/>
              <a:t>. It also handles query parameters, allowing you to define optional and required parameters effortlessly.</a:t>
            </a:r>
          </a:p>
          <a:p>
            <a:pPr marL="0" indent="0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692959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C52D-2B8B-5807-6732-9D946128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9D027-084F-9119-2A88-DCB108C75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7. Automatic Interactive API Docs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automatically generates </a:t>
            </a:r>
            <a:r>
              <a:rPr lang="en-IN" sz="2400" b="1" dirty="0">
                <a:solidFill>
                  <a:srgbClr val="C00000"/>
                </a:solidFill>
              </a:rPr>
              <a:t>Swagger</a:t>
            </a:r>
            <a:r>
              <a:rPr lang="en-IN" sz="2400" dirty="0"/>
              <a:t> and </a:t>
            </a:r>
            <a:r>
              <a:rPr lang="en-IN" sz="2400" b="1" dirty="0" err="1">
                <a:solidFill>
                  <a:srgbClr val="C00000"/>
                </a:solidFill>
              </a:rPr>
              <a:t>ReDoc</a:t>
            </a:r>
            <a:r>
              <a:rPr lang="en-IN" sz="2400" dirty="0"/>
              <a:t> documentation via </a:t>
            </a:r>
            <a:r>
              <a:rPr lang="en-IN" sz="2400" b="1" dirty="0" err="1"/>
              <a:t>OpenAPI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dirty="0"/>
              <a:t>Flask needs </a:t>
            </a:r>
            <a:r>
              <a:rPr lang="en-IN" sz="2400" b="1" dirty="0" err="1"/>
              <a:t>Flasgger</a:t>
            </a:r>
            <a:r>
              <a:rPr lang="en-IN" sz="2400" dirty="0"/>
              <a:t> or other plugins.</a:t>
            </a:r>
          </a:p>
          <a:p>
            <a:pPr lvl="1" fontAlgn="ctr"/>
            <a:r>
              <a:rPr lang="en-IN" sz="2400" dirty="0"/>
              <a:t>Django REST Framework supports Swagger via third-party tools, but </a:t>
            </a:r>
            <a:r>
              <a:rPr lang="en-IN" sz="2400" b="1" dirty="0"/>
              <a:t>setup is heavier.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offers </a:t>
            </a:r>
            <a:r>
              <a:rPr lang="en-IN" sz="2400" b="1" i="1" dirty="0"/>
              <a:t>full auto-docs out of the box </a:t>
            </a:r>
            <a:r>
              <a:rPr lang="en-IN" sz="2400" i="1" dirty="0"/>
              <a:t>– great for teams &amp; clients.</a:t>
            </a:r>
            <a:endParaRPr lang="en-IN" sz="2400" dirty="0"/>
          </a:p>
          <a:p>
            <a:pPr marL="0" indent="0" fontAlgn="ctr">
              <a:buNone/>
            </a:pPr>
            <a:endParaRPr lang="en-IN" sz="1800" b="1" dirty="0"/>
          </a:p>
          <a:p>
            <a:pPr marL="0" indent="0" fontAlgn="ctr">
              <a:buNone/>
            </a:pPr>
            <a:r>
              <a:rPr lang="en-IN" sz="2400" b="1" dirty="0"/>
              <a:t>8. Developer Experience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is built around </a:t>
            </a:r>
            <a:r>
              <a:rPr lang="en-IN" sz="2400" b="1" dirty="0"/>
              <a:t>modern</a:t>
            </a:r>
            <a:r>
              <a:rPr lang="en-IN" sz="2400" dirty="0"/>
              <a:t> Python (3.7+) and encourages clean, concise code.</a:t>
            </a:r>
          </a:p>
          <a:p>
            <a:pPr lvl="1" fontAlgn="ctr"/>
            <a:r>
              <a:rPr lang="en-IN" sz="2400" dirty="0"/>
              <a:t>Flask is minimalist but lacks tooling unless extended.</a:t>
            </a:r>
          </a:p>
          <a:p>
            <a:pPr lvl="1" fontAlgn="ctr"/>
            <a:r>
              <a:rPr lang="en-IN" sz="2400" dirty="0"/>
              <a:t>Django is great for large apps but has a steep learning curve.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= modern, minimal, powerful developer experience.</a:t>
            </a:r>
            <a:endParaRPr lang="en-IN" sz="2400" dirty="0"/>
          </a:p>
          <a:p>
            <a:endParaRPr lang="en-IN" dirty="0"/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11003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B8DC2-687B-C854-AEE0-8B807666C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54912"/>
            <a:ext cx="10659110" cy="54220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>
                <a:solidFill>
                  <a:srgbClr val="002060"/>
                </a:solidFill>
              </a:rPr>
              <a:t>Your First </a:t>
            </a:r>
            <a:r>
              <a:rPr lang="en-IN" sz="2800" b="1" dirty="0" err="1">
                <a:solidFill>
                  <a:srgbClr val="002060"/>
                </a:solidFill>
              </a:rPr>
              <a:t>FastAPI</a:t>
            </a:r>
            <a:r>
              <a:rPr lang="en-IN" sz="2800" b="1" dirty="0">
                <a:solidFill>
                  <a:srgbClr val="002060"/>
                </a:solidFill>
              </a:rPr>
              <a:t> App: </a:t>
            </a:r>
            <a:r>
              <a:rPr lang="en-IN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Hello </a:t>
            </a:r>
            <a:r>
              <a:rPr lang="en-IN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FastAPI</a:t>
            </a:r>
            <a:r>
              <a:rPr lang="en-IN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!</a:t>
            </a:r>
          </a:p>
          <a:p>
            <a:pPr marL="0" indent="0">
              <a:buNone/>
            </a:pPr>
            <a:r>
              <a:rPr lang="en-US" sz="2400" b="1" dirty="0"/>
              <a:t>Step 1: </a:t>
            </a:r>
            <a:r>
              <a:rPr lang="en-US" sz="2400" dirty="0"/>
              <a:t>Install </a:t>
            </a:r>
            <a:r>
              <a:rPr lang="en-US" sz="2400" dirty="0" err="1"/>
              <a:t>FastAPI</a:t>
            </a:r>
            <a:endParaRPr lang="en-US" sz="2400" dirty="0"/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IN" sz="2400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800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215613-C331-4B50-4116-08A03E75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1" y="1819372"/>
            <a:ext cx="6079996" cy="131153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0334164-E02E-B2A1-BC05-9423E0BDE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031638"/>
              </p:ext>
            </p:extLst>
          </p:nvPr>
        </p:nvGraphicFramePr>
        <p:xfrm>
          <a:off x="777239" y="3429000"/>
          <a:ext cx="10990216" cy="2845856"/>
        </p:xfrm>
        <a:graphic>
          <a:graphicData uri="http://schemas.openxmlformats.org/drawingml/2006/table">
            <a:tbl>
              <a:tblPr/>
              <a:tblGrid>
                <a:gridCol w="1258390">
                  <a:extLst>
                    <a:ext uri="{9D8B030D-6E8A-4147-A177-3AD203B41FA5}">
                      <a16:colId xmlns:a16="http://schemas.microsoft.com/office/drawing/2014/main" val="1099629392"/>
                    </a:ext>
                  </a:extLst>
                </a:gridCol>
                <a:gridCol w="1861457">
                  <a:extLst>
                    <a:ext uri="{9D8B030D-6E8A-4147-A177-3AD203B41FA5}">
                      <a16:colId xmlns:a16="http://schemas.microsoft.com/office/drawing/2014/main" val="2221238809"/>
                    </a:ext>
                  </a:extLst>
                </a:gridCol>
                <a:gridCol w="7870369">
                  <a:extLst>
                    <a:ext uri="{9D8B030D-6E8A-4147-A177-3AD203B41FA5}">
                      <a16:colId xmlns:a16="http://schemas.microsoft.com/office/drawing/2014/main" val="153507557"/>
                    </a:ext>
                  </a:extLst>
                </a:gridCol>
              </a:tblGrid>
              <a:tr h="5090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Package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What it Installs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718984"/>
                  </a:ext>
                </a:extLst>
              </a:tr>
              <a:tr h="83630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000" b="1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Only the core FastAPI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Minimal installation — you get just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itself. You’ll need to manually install other tools like a web server (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) if you want to run the app.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8068423"/>
                  </a:ext>
                </a:extLst>
              </a:tr>
              <a:tr h="116355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[standard]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plus recommended extras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Includes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and additional useful dependencies like </a:t>
                      </a:r>
                      <a:r>
                        <a:rPr lang="en-IN" sz="2000" b="1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python-multipart, jinja2,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itsdangerous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and email-validator. It’s a full development setup ready to run and handle forms, uploads, templates,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223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3501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DCBA1-0E08-4576-990B-E5C4E3F16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53143"/>
            <a:ext cx="10659110" cy="5523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2: </a:t>
            </a:r>
            <a:r>
              <a:rPr lang="en-US" sz="2400" dirty="0"/>
              <a:t>Create a Python file </a:t>
            </a:r>
            <a:r>
              <a:rPr lang="en-US" sz="2400" b="1" dirty="0"/>
              <a:t>main.py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4CF3C-1949-1191-3C9A-E47A59DB9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19" y="1409295"/>
            <a:ext cx="11580952" cy="44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80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E2810-6874-D156-5BA4-C46FD1635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3: Run the app using </a:t>
            </a:r>
            <a:r>
              <a:rPr lang="en-US" sz="2400" b="1" dirty="0" err="1"/>
              <a:t>FastAPI</a:t>
            </a:r>
            <a:r>
              <a:rPr lang="en-US" sz="2400" b="1" dirty="0"/>
              <a:t>:</a:t>
            </a:r>
            <a:endParaRPr lang="en-US" sz="2400" b="1" dirty="0">
              <a:solidFill>
                <a:srgbClr val="C00000"/>
              </a:solidFill>
            </a:endParaRPr>
          </a:p>
          <a:p>
            <a:r>
              <a:rPr lang="en-US" sz="2400" dirty="0"/>
              <a:t>You need </a:t>
            </a:r>
            <a:r>
              <a:rPr lang="en-US" sz="2400"/>
              <a:t>to pip install </a:t>
            </a:r>
            <a:r>
              <a:rPr lang="en-US" dirty="0" err="1"/>
              <a:t>fastapi</a:t>
            </a:r>
            <a:r>
              <a:rPr lang="en-US" dirty="0"/>
              <a:t>[standard]</a:t>
            </a:r>
            <a:r>
              <a:rPr lang="en-US" sz="2400" dirty="0"/>
              <a:t>, then run directly using the </a:t>
            </a:r>
            <a:r>
              <a:rPr lang="en-US" sz="2400" b="1" dirty="0" err="1"/>
              <a:t>FastAPI</a:t>
            </a:r>
            <a:r>
              <a:rPr lang="en-US" sz="2400" b="1" dirty="0"/>
              <a:t> CLI</a:t>
            </a:r>
            <a:r>
              <a:rPr lang="en-US" sz="2400" dirty="0"/>
              <a:t> (no need to type </a:t>
            </a:r>
            <a:r>
              <a:rPr lang="en-US" b="1" dirty="0" err="1">
                <a:solidFill>
                  <a:srgbClr val="C00000"/>
                </a:solidFill>
              </a:rPr>
              <a:t>uvicorn</a:t>
            </a:r>
            <a:r>
              <a:rPr lang="en-US" sz="2400" dirty="0"/>
              <a:t> manually):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This:</a:t>
            </a:r>
          </a:p>
          <a:p>
            <a:pPr lvl="1"/>
            <a:r>
              <a:rPr lang="en-US" sz="2400" dirty="0"/>
              <a:t>Runs the app with </a:t>
            </a:r>
            <a:r>
              <a:rPr lang="en-US" sz="2400" b="1" dirty="0">
                <a:solidFill>
                  <a:srgbClr val="C00000"/>
                </a:solidFill>
              </a:rPr>
              <a:t>auto-reload</a:t>
            </a:r>
            <a:r>
              <a:rPr lang="en-US" sz="2400" dirty="0"/>
              <a:t> (</a:t>
            </a:r>
            <a:r>
              <a:rPr lang="en-US" sz="2400" b="1" dirty="0"/>
              <a:t>Live Server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Uses </a:t>
            </a:r>
            <a:r>
              <a:rPr lang="en-US" sz="2000" b="1" dirty="0" err="1">
                <a:solidFill>
                  <a:srgbClr val="C00000"/>
                </a:solidFill>
              </a:rPr>
              <a:t>uvicorn</a:t>
            </a:r>
            <a:r>
              <a:rPr lang="en-US" sz="2400" dirty="0"/>
              <a:t> internally</a:t>
            </a:r>
          </a:p>
          <a:p>
            <a:pPr lvl="1"/>
            <a:r>
              <a:rPr lang="en-US" sz="2400" dirty="0"/>
              <a:t>Shows the local server URL (usually </a:t>
            </a:r>
            <a:r>
              <a:rPr lang="en-US" sz="2000" dirty="0"/>
              <a:t>http://127.0.0.1:8000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BCEAF9-E23B-226E-BEEE-0760D082F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315" y="2387196"/>
            <a:ext cx="3887885" cy="78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DC8034-4FAF-7BB6-49C8-2C84BF7B6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3771" y="5277639"/>
            <a:ext cx="6457143" cy="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34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04C31-BFFF-FE8F-C356-89BC6E562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5D445-7026-9AF4-CB4B-BEF350B3E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r>
              <a:rPr lang="en-IN" sz="2400" b="1" dirty="0"/>
              <a:t>Open the Server Domain (localhost) in Browser: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endParaRPr lang="en-IN" sz="2400" b="1" dirty="0"/>
          </a:p>
          <a:p>
            <a:r>
              <a:rPr lang="en-IN" sz="2400" b="1" dirty="0"/>
              <a:t>Output in Browser: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9316-6CCD-1B96-97B1-243127EAC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56" y="1526095"/>
            <a:ext cx="8094840" cy="10864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FC3FC4-8ECD-7B8F-58A9-658F6840E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" y="3745184"/>
            <a:ext cx="11190514" cy="229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78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320E0-0D77-C647-CD1A-D4C8824A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44C2F-B5EE-5D94-FB1A-5A2EB3D78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 err="1"/>
              <a:t>FastAPI</a:t>
            </a:r>
            <a:r>
              <a:rPr lang="en-IN" sz="2400" dirty="0"/>
              <a:t> </a:t>
            </a:r>
            <a:r>
              <a:rPr lang="en-IN" sz="2400" b="1" dirty="0"/>
              <a:t>Swagger UI:</a:t>
            </a:r>
          </a:p>
          <a:p>
            <a:r>
              <a:rPr lang="en-US" sz="2400" dirty="0"/>
              <a:t>In </a:t>
            </a:r>
            <a:r>
              <a:rPr lang="en-US" sz="2400" dirty="0" err="1"/>
              <a:t>FastAPI</a:t>
            </a:r>
            <a:r>
              <a:rPr lang="en-US" sz="2400" dirty="0"/>
              <a:t>, </a:t>
            </a:r>
            <a:r>
              <a:rPr lang="en-US" b="1" dirty="0"/>
              <a:t>/docs</a:t>
            </a:r>
            <a:r>
              <a:rPr lang="en-US" sz="2400" dirty="0"/>
              <a:t> is an </a:t>
            </a:r>
            <a:r>
              <a:rPr lang="en-US" sz="2400" b="1" dirty="0"/>
              <a:t>automatically generated interactive API documentation</a:t>
            </a:r>
            <a:r>
              <a:rPr lang="en-US" sz="2400" dirty="0"/>
              <a:t> page provided by </a:t>
            </a:r>
            <a:r>
              <a:rPr lang="en-US" sz="2400" b="1" dirty="0"/>
              <a:t>Swagger UI</a:t>
            </a:r>
            <a:r>
              <a:rPr lang="en-US" sz="2400" dirty="0"/>
              <a:t>.</a:t>
            </a:r>
          </a:p>
          <a:p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Here’s what it does:</a:t>
            </a:r>
          </a:p>
          <a:p>
            <a:r>
              <a:rPr lang="en-US" sz="2400" b="1" dirty="0"/>
              <a:t>Interactive UI</a:t>
            </a:r>
            <a:r>
              <a:rPr lang="en-US" sz="2400" dirty="0"/>
              <a:t>: Lets you see all your API endpoints, their HTTP methods (</a:t>
            </a:r>
            <a:r>
              <a:rPr lang="en-US" dirty="0"/>
              <a:t>GET</a:t>
            </a:r>
            <a:r>
              <a:rPr lang="en-US" sz="2400" dirty="0"/>
              <a:t>, </a:t>
            </a:r>
            <a:r>
              <a:rPr lang="en-US" dirty="0"/>
              <a:t>POST</a:t>
            </a:r>
            <a:r>
              <a:rPr lang="en-US" sz="2400" dirty="0"/>
              <a:t>, etc.), request parameters, and response formats.</a:t>
            </a:r>
          </a:p>
          <a:p>
            <a:r>
              <a:rPr lang="en-US" sz="2400" b="1" dirty="0"/>
              <a:t>Try it out</a:t>
            </a:r>
            <a:r>
              <a:rPr lang="en-US" sz="2400" dirty="0"/>
              <a:t>: You can </a:t>
            </a:r>
            <a:r>
              <a:rPr lang="en-US" sz="2400" b="1" dirty="0"/>
              <a:t>call your API directly from the browser</a:t>
            </a:r>
            <a:r>
              <a:rPr lang="en-US" sz="2400" dirty="0"/>
              <a:t> without writing any client code.</a:t>
            </a:r>
          </a:p>
          <a:p>
            <a:r>
              <a:rPr lang="en-US" sz="2400" b="1" dirty="0"/>
              <a:t>Auto-generated</a:t>
            </a:r>
            <a:r>
              <a:rPr lang="en-US" sz="2400" dirty="0"/>
              <a:t>: </a:t>
            </a:r>
            <a:r>
              <a:rPr lang="en-US" sz="2400" dirty="0" err="1"/>
              <a:t>FastAPI</a:t>
            </a:r>
            <a:r>
              <a:rPr lang="en-US" sz="2400" dirty="0"/>
              <a:t> reads your route definitions and </a:t>
            </a:r>
            <a:r>
              <a:rPr lang="en-US" sz="2400" dirty="0" err="1"/>
              <a:t>Pydantic</a:t>
            </a:r>
            <a:r>
              <a:rPr lang="en-US" sz="2400" dirty="0"/>
              <a:t> models to generate the docs automatically.</a:t>
            </a:r>
          </a:p>
          <a:p>
            <a:r>
              <a:rPr lang="en-US" sz="2400" b="1" dirty="0"/>
              <a:t>Based on </a:t>
            </a:r>
            <a:r>
              <a:rPr lang="en-US" sz="2400" b="1" dirty="0" err="1"/>
              <a:t>OpenAPI</a:t>
            </a:r>
            <a:r>
              <a:rPr lang="en-US" sz="2400" dirty="0"/>
              <a:t>: </a:t>
            </a:r>
            <a:r>
              <a:rPr lang="en-US" sz="2400" dirty="0" err="1"/>
              <a:t>FastAPI</a:t>
            </a:r>
            <a:r>
              <a:rPr lang="en-US" sz="2400" dirty="0"/>
              <a:t> follows the </a:t>
            </a:r>
            <a:r>
              <a:rPr lang="en-US" sz="2400" dirty="0" err="1"/>
              <a:t>OpenAPI</a:t>
            </a:r>
            <a:r>
              <a:rPr lang="en-US" sz="2400" dirty="0"/>
              <a:t> standard, so </a:t>
            </a:r>
            <a:r>
              <a:rPr lang="en-US" dirty="0"/>
              <a:t>/docs</a:t>
            </a:r>
            <a:r>
              <a:rPr lang="en-US" sz="2400" dirty="0"/>
              <a:t> is a UI over the </a:t>
            </a:r>
            <a:r>
              <a:rPr lang="en-US" sz="2400" dirty="0" err="1"/>
              <a:t>OpenAPI</a:t>
            </a:r>
            <a:r>
              <a:rPr lang="en-US" sz="2400" dirty="0"/>
              <a:t> spec.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994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2464A-D348-D48A-39C3-61206A040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7104-34C9-B2E4-6EEC-F6151213C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E3A4-E6D9-CA56-A46B-8ED1693CC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36701"/>
            <a:ext cx="11125200" cy="371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61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CDE41-D58E-E7E9-D2FA-3A792520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F1F19-BDEF-32B5-E4BD-80C705553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47057"/>
            <a:ext cx="10659110" cy="5229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Python </a:t>
            </a:r>
            <a:r>
              <a:rPr lang="en-IN" sz="3200" b="1" dirty="0">
                <a:solidFill>
                  <a:srgbClr val="002060"/>
                </a:solidFill>
              </a:rPr>
              <a:t>Web Servers</a:t>
            </a:r>
            <a:r>
              <a:rPr lang="en-IN" sz="3200" dirty="0">
                <a:solidFill>
                  <a:srgbClr val="002060"/>
                </a:solidFill>
              </a:rPr>
              <a:t> </a:t>
            </a:r>
            <a:r>
              <a:rPr lang="en-IN" sz="2800" dirty="0"/>
              <a:t>and </a:t>
            </a:r>
            <a:r>
              <a:rPr lang="en-IN" sz="3200" b="1" dirty="0">
                <a:solidFill>
                  <a:srgbClr val="002060"/>
                </a:solidFill>
              </a:rPr>
              <a:t>Web Applications</a:t>
            </a:r>
            <a:r>
              <a:rPr lang="en-IN" sz="2800" b="1" dirty="0"/>
              <a:t>/</a:t>
            </a:r>
            <a:r>
              <a:rPr lang="en-IN" sz="3200" b="1" dirty="0">
                <a:solidFill>
                  <a:srgbClr val="002060"/>
                </a:solidFill>
              </a:rPr>
              <a:t>Frameworks</a:t>
            </a:r>
            <a:endParaRPr lang="en-IN" sz="2800" dirty="0">
              <a:solidFill>
                <a:srgbClr val="002060"/>
              </a:solidFill>
            </a:endParaRPr>
          </a:p>
          <a:p>
            <a:pPr marL="457200" indent="-457200" fontAlgn="ctr">
              <a:buFont typeface="+mj-lt"/>
              <a:buAutoNum type="arabicPeriod"/>
            </a:pPr>
            <a:r>
              <a:rPr lang="en-IN" sz="2800" b="1" dirty="0"/>
              <a:t>What is a Python Web Server?</a:t>
            </a:r>
          </a:p>
          <a:p>
            <a:r>
              <a:rPr lang="en-IN" sz="2800" dirty="0"/>
              <a:t>A </a:t>
            </a:r>
            <a:r>
              <a:rPr lang="en-IN" sz="2800" b="1" dirty="0"/>
              <a:t>Python web server</a:t>
            </a:r>
            <a:r>
              <a:rPr lang="en-IN" sz="2800" dirty="0"/>
              <a:t> is a </a:t>
            </a:r>
            <a:r>
              <a:rPr lang="en-IN" sz="2800" b="1" dirty="0">
                <a:solidFill>
                  <a:srgbClr val="C00000"/>
                </a:solidFill>
              </a:rPr>
              <a:t>software</a:t>
            </a:r>
            <a:r>
              <a:rPr lang="en-IN" sz="2800" dirty="0"/>
              <a:t> </a:t>
            </a:r>
            <a:r>
              <a:rPr lang="en-IN" sz="2800" b="1" dirty="0">
                <a:solidFill>
                  <a:srgbClr val="C00000"/>
                </a:solidFill>
              </a:rPr>
              <a:t>tool</a:t>
            </a:r>
            <a:r>
              <a:rPr lang="en-IN" sz="2800" dirty="0"/>
              <a:t> that:</a:t>
            </a:r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Listens</a:t>
            </a:r>
            <a:r>
              <a:rPr lang="en-IN" sz="2800" dirty="0"/>
              <a:t> for incoming requests from users (via HTTP, WebSocket, etc.)</a:t>
            </a:r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Runs your Python web application</a:t>
            </a:r>
            <a:endParaRPr lang="en-IN" sz="2800" dirty="0"/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Returns responses</a:t>
            </a:r>
            <a:r>
              <a:rPr lang="en-IN" sz="2800" dirty="0"/>
              <a:t> back to the users</a:t>
            </a:r>
          </a:p>
          <a:p>
            <a:r>
              <a:rPr lang="en-IN" sz="2800" dirty="0"/>
              <a:t> It acts as a </a:t>
            </a:r>
            <a:r>
              <a:rPr lang="en-IN" sz="2800" b="1" dirty="0"/>
              <a:t>bridge</a:t>
            </a:r>
            <a:r>
              <a:rPr lang="en-IN" sz="2800" dirty="0"/>
              <a:t> between </a:t>
            </a:r>
            <a:r>
              <a:rPr lang="en-IN" sz="2800" b="1" dirty="0"/>
              <a:t>web app</a:t>
            </a:r>
            <a:r>
              <a:rPr lang="en-IN" sz="2800" dirty="0"/>
              <a:t> (your code) and the </a:t>
            </a:r>
            <a:r>
              <a:rPr lang="en-IN" sz="2800" b="1" dirty="0"/>
              <a:t>outside world</a:t>
            </a:r>
            <a:r>
              <a:rPr lang="en-IN" sz="2800" dirty="0"/>
              <a:t> (internet or browser).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9971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EDD6-B529-07A9-EB27-30716F2D5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DEDD6-15D3-B1AC-DA38-76C7328FA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Common Python Web Servers: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dirty="0"/>
              <a:t>Think of web servers like </a:t>
            </a:r>
            <a:r>
              <a:rPr lang="en-IN" sz="2400" b="1" dirty="0"/>
              <a:t>waiters</a:t>
            </a:r>
            <a:r>
              <a:rPr lang="en-IN" sz="2400" dirty="0"/>
              <a:t> that take your order (</a:t>
            </a:r>
            <a:r>
              <a:rPr lang="en-IN" sz="2400" b="1" dirty="0">
                <a:solidFill>
                  <a:srgbClr val="002060"/>
                </a:solidFill>
              </a:rPr>
              <a:t>HTTP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002060"/>
                </a:solidFill>
              </a:rPr>
              <a:t>request</a:t>
            </a:r>
            <a:r>
              <a:rPr lang="en-IN" sz="2400" dirty="0"/>
              <a:t>), go to the kitchen (</a:t>
            </a:r>
            <a:r>
              <a:rPr lang="en-IN" sz="2400" b="1" dirty="0">
                <a:solidFill>
                  <a:srgbClr val="002060"/>
                </a:solidFill>
              </a:rPr>
              <a:t>web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002060"/>
                </a:solidFill>
              </a:rPr>
              <a:t>app</a:t>
            </a:r>
            <a:r>
              <a:rPr lang="en-IN" sz="2400" dirty="0"/>
              <a:t>), and return your food (</a:t>
            </a:r>
            <a:r>
              <a:rPr lang="en-IN" sz="2400" b="1" dirty="0">
                <a:solidFill>
                  <a:srgbClr val="002060"/>
                </a:solidFill>
              </a:rPr>
              <a:t>response</a:t>
            </a:r>
            <a:r>
              <a:rPr lang="en-IN" sz="2400" dirty="0"/>
              <a:t>).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0338A9-5F5C-FE6C-E46B-FB327D611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248851"/>
              </p:ext>
            </p:extLst>
          </p:nvPr>
        </p:nvGraphicFramePr>
        <p:xfrm>
          <a:off x="1239238" y="1332411"/>
          <a:ext cx="8895360" cy="3098073"/>
        </p:xfrm>
        <a:graphic>
          <a:graphicData uri="http://schemas.openxmlformats.org/drawingml/2006/table">
            <a:tbl>
              <a:tblPr/>
              <a:tblGrid>
                <a:gridCol w="2522605">
                  <a:extLst>
                    <a:ext uri="{9D8B030D-6E8A-4147-A177-3AD203B41FA5}">
                      <a16:colId xmlns:a16="http://schemas.microsoft.com/office/drawing/2014/main" val="2416918474"/>
                    </a:ext>
                  </a:extLst>
                </a:gridCol>
                <a:gridCol w="2246821">
                  <a:extLst>
                    <a:ext uri="{9D8B030D-6E8A-4147-A177-3AD203B41FA5}">
                      <a16:colId xmlns:a16="http://schemas.microsoft.com/office/drawing/2014/main" val="952790878"/>
                    </a:ext>
                  </a:extLst>
                </a:gridCol>
                <a:gridCol w="4125934">
                  <a:extLst>
                    <a:ext uri="{9D8B030D-6E8A-4147-A177-3AD203B41FA5}">
                      <a16:colId xmlns:a16="http://schemas.microsoft.com/office/drawing/2014/main" val="3530828831"/>
                    </a:ext>
                  </a:extLst>
                </a:gridCol>
              </a:tblGrid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Server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Interface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Used with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146652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Gunicorn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Flask, Django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273133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uWSGI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Flask, Django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566582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endParaRPr lang="en-IN" sz="20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859100"/>
                  </a:ext>
                </a:extLst>
              </a:tr>
              <a:tr h="63007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Hypercorn</a:t>
                      </a:r>
                      <a:endParaRPr lang="en-IN" sz="20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Django, </a:t>
                      </a: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746906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Daphne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Django Channels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54726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6494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21931-E6F5-9A65-EE82-5F013D012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0EEBD-0D83-AC92-4497-A50AFBC01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What is a Python Web Application / Framework?</a:t>
            </a:r>
          </a:p>
          <a:p>
            <a:r>
              <a:rPr lang="en-IN" sz="2800" dirty="0"/>
              <a:t>A </a:t>
            </a:r>
            <a:r>
              <a:rPr lang="en-IN" sz="2800" b="1" dirty="0"/>
              <a:t>Python web application</a:t>
            </a:r>
            <a:r>
              <a:rPr lang="en-IN" sz="2800" dirty="0"/>
              <a:t> is </a:t>
            </a:r>
            <a:r>
              <a:rPr lang="en-IN" sz="2800" b="1" dirty="0">
                <a:solidFill>
                  <a:srgbClr val="C00000"/>
                </a:solidFill>
              </a:rPr>
              <a:t>your actual Python code </a:t>
            </a:r>
            <a:r>
              <a:rPr lang="en-IN" sz="2800" dirty="0"/>
              <a:t>that defines:</a:t>
            </a:r>
          </a:p>
          <a:p>
            <a:pPr lvl="1" fontAlgn="ctr"/>
            <a:r>
              <a:rPr lang="en-IN" sz="2800" dirty="0"/>
              <a:t>Routes or endpoints (e.g., /login, /products)</a:t>
            </a:r>
          </a:p>
          <a:p>
            <a:pPr lvl="1" fontAlgn="ctr"/>
            <a:r>
              <a:rPr lang="en-IN" sz="2800" dirty="0"/>
              <a:t>Business logic (e.g., what to do when a user logs in)</a:t>
            </a:r>
          </a:p>
          <a:p>
            <a:pPr lvl="1" fontAlgn="ctr"/>
            <a:r>
              <a:rPr lang="en-IN" sz="2800" dirty="0"/>
              <a:t>Responses (e.g., JSON, HTML pages)</a:t>
            </a:r>
          </a:p>
          <a:p>
            <a:r>
              <a:rPr lang="en-IN" sz="2800" dirty="0"/>
              <a:t> A </a:t>
            </a:r>
            <a:r>
              <a:rPr lang="en-IN" sz="2800" b="1" dirty="0"/>
              <a:t>framework</a:t>
            </a:r>
            <a:r>
              <a:rPr lang="en-IN" sz="2800" dirty="0"/>
              <a:t> helps build that application easily by providing tools like routing, templating, validation, etc.</a:t>
            </a:r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8929144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F78B-9F6F-3D69-3635-25C99E61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E6CC-2A0D-972B-A0A3-F9BAE3D91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Popular Python Web Frameworks: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Think of the framework as the </a:t>
            </a:r>
            <a:r>
              <a:rPr lang="en-IN" sz="2400" b="1" dirty="0">
                <a:solidFill>
                  <a:srgbClr val="C00000"/>
                </a:solidFill>
              </a:rPr>
              <a:t>kitchen</a:t>
            </a:r>
            <a:r>
              <a:rPr lang="en-IN" sz="2400" dirty="0"/>
              <a:t>, and your code is the </a:t>
            </a:r>
            <a:r>
              <a:rPr lang="en-IN" sz="2400" b="1" dirty="0">
                <a:solidFill>
                  <a:srgbClr val="C00000"/>
                </a:solidFill>
              </a:rPr>
              <a:t>recipe</a:t>
            </a:r>
            <a:r>
              <a:rPr lang="en-IN" sz="2400" dirty="0"/>
              <a:t> that cooks up responses for requests.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B0F001-CAC5-5DD6-F686-21ADC00B1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6396"/>
              </p:ext>
            </p:extLst>
          </p:nvPr>
        </p:nvGraphicFramePr>
        <p:xfrm>
          <a:off x="1208541" y="1506289"/>
          <a:ext cx="10206219" cy="2811806"/>
        </p:xfrm>
        <a:graphic>
          <a:graphicData uri="http://schemas.openxmlformats.org/drawingml/2006/table">
            <a:tbl>
              <a:tblPr/>
              <a:tblGrid>
                <a:gridCol w="1689129">
                  <a:extLst>
                    <a:ext uri="{9D8B030D-6E8A-4147-A177-3AD203B41FA5}">
                      <a16:colId xmlns:a16="http://schemas.microsoft.com/office/drawing/2014/main" val="1722618102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3428279733"/>
                    </a:ext>
                  </a:extLst>
                </a:gridCol>
                <a:gridCol w="3347640">
                  <a:extLst>
                    <a:ext uri="{9D8B030D-6E8A-4147-A177-3AD203B41FA5}">
                      <a16:colId xmlns:a16="http://schemas.microsoft.com/office/drawing/2014/main" val="2437451042"/>
                    </a:ext>
                  </a:extLst>
                </a:gridCol>
                <a:gridCol w="3505836">
                  <a:extLst>
                    <a:ext uri="{9D8B030D-6E8A-4147-A177-3AD203B41FA5}">
                      <a16:colId xmlns:a16="http://schemas.microsoft.com/office/drawing/2014/main" val="1608403436"/>
                    </a:ext>
                  </a:extLst>
                </a:gridCol>
              </a:tblGrid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Framework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Interface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Type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63946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00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Lightweight async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Used under FastAPI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905240"/>
                  </a:ext>
                </a:extLst>
              </a:tr>
              <a:tr h="59310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Modern async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APIs with high performance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536633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Flask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Microframework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Lightweight APIs, websites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885341"/>
                  </a:ext>
                </a:extLst>
              </a:tr>
              <a:tr h="59310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Django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WSGI/ASGI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Full-stack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Large websites, admin panel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893080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Tornado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Custom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Async web server + app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Real-time apps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0316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199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3DA56-A989-E126-3E70-A7E113C8F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54BD-0A0D-6AF5-2365-333953E73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794274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Putting it Together</a:t>
            </a:r>
            <a:endParaRPr lang="en-IN" sz="2800" dirty="0"/>
          </a:p>
          <a:p>
            <a:pPr marL="0" indent="0">
              <a:buNone/>
            </a:pPr>
            <a:r>
              <a:rPr lang="en-IN" sz="2800" dirty="0"/>
              <a:t>When a user hits your website:</a:t>
            </a:r>
          </a:p>
          <a:p>
            <a:pPr lvl="1" fontAlgn="ctr"/>
            <a:r>
              <a:rPr lang="en-IN" sz="2800" dirty="0"/>
              <a:t>A </a:t>
            </a:r>
            <a:r>
              <a:rPr lang="en-IN" sz="2800" b="1" dirty="0"/>
              <a:t>web server</a:t>
            </a:r>
            <a:r>
              <a:rPr lang="en-IN" sz="2800" dirty="0"/>
              <a:t> (e.g., </a:t>
            </a:r>
            <a:r>
              <a:rPr lang="en-IN" sz="2800" dirty="0" err="1"/>
              <a:t>Uvicorn</a:t>
            </a:r>
            <a:r>
              <a:rPr lang="en-IN" sz="2800" dirty="0"/>
              <a:t>) receives the request.</a:t>
            </a:r>
          </a:p>
          <a:p>
            <a:pPr lvl="1" fontAlgn="ctr"/>
            <a:r>
              <a:rPr lang="en-IN" sz="2800" dirty="0"/>
              <a:t>It forwards the request to your </a:t>
            </a:r>
            <a:r>
              <a:rPr lang="en-IN" sz="2800" b="1" dirty="0"/>
              <a:t>application</a:t>
            </a:r>
            <a:r>
              <a:rPr lang="en-IN" sz="2800" dirty="0"/>
              <a:t>, written using a </a:t>
            </a:r>
            <a:r>
              <a:rPr lang="en-IN" sz="2800" b="1" dirty="0"/>
              <a:t>framework</a:t>
            </a:r>
            <a:r>
              <a:rPr lang="en-IN" sz="2800" dirty="0"/>
              <a:t> like </a:t>
            </a:r>
            <a:r>
              <a:rPr lang="en-IN" sz="2800" dirty="0" err="1"/>
              <a:t>FastAPI</a:t>
            </a:r>
            <a:r>
              <a:rPr lang="en-IN" sz="2800" dirty="0"/>
              <a:t>.</a:t>
            </a:r>
          </a:p>
          <a:p>
            <a:pPr lvl="1" fontAlgn="ctr"/>
            <a:r>
              <a:rPr lang="en-IN" sz="2800" dirty="0"/>
              <a:t>The app processes the request and sends back a response (like JSON or HTML).</a:t>
            </a:r>
          </a:p>
          <a:p>
            <a:pPr lvl="1" fontAlgn="ctr"/>
            <a:r>
              <a:rPr lang="en-IN" sz="2800" dirty="0"/>
              <a:t>The web server returns that response to the user.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588601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EFC9-D702-2007-C3F0-E0F837718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5407A-FB7C-D207-AA6D-C4551743D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1629"/>
            <a:ext cx="10659110" cy="6226628"/>
          </a:xfrm>
        </p:spPr>
        <p:txBody>
          <a:bodyPr>
            <a:normAutofit lnSpcReduction="10000"/>
          </a:bodyPr>
          <a:lstStyle/>
          <a:p>
            <a:pPr marL="0" indent="0" fontAlgn="ctr">
              <a:buNone/>
            </a:pPr>
            <a:r>
              <a:rPr lang="en-IN" sz="2600" b="1" dirty="0"/>
              <a:t>What is ASGI? - </a:t>
            </a:r>
            <a:r>
              <a:rPr lang="en-IN" sz="2600" b="1" dirty="0">
                <a:solidFill>
                  <a:srgbClr val="002060"/>
                </a:solidFill>
              </a:rPr>
              <a:t>Asynchronous Server Gateway Interface</a:t>
            </a:r>
            <a:endParaRPr lang="en-IN" sz="2600" b="1" dirty="0"/>
          </a:p>
          <a:p>
            <a:pPr marL="0" indent="0">
              <a:buNone/>
            </a:pPr>
            <a:r>
              <a:rPr lang="en-IN" sz="2400" dirty="0"/>
              <a:t>It is a </a:t>
            </a:r>
            <a:r>
              <a:rPr lang="en-IN" sz="2400" b="1" dirty="0">
                <a:solidFill>
                  <a:srgbClr val="C00000"/>
                </a:solidFill>
              </a:rPr>
              <a:t>specification</a:t>
            </a:r>
            <a:r>
              <a:rPr lang="en-IN" sz="2400" dirty="0"/>
              <a:t> or </a:t>
            </a:r>
            <a:r>
              <a:rPr lang="en-IN" sz="2400" b="1" dirty="0">
                <a:solidFill>
                  <a:srgbClr val="C00000"/>
                </a:solidFill>
              </a:rPr>
              <a:t>interface</a:t>
            </a:r>
            <a:r>
              <a:rPr lang="en-IN" sz="2400" dirty="0"/>
              <a:t> between </a:t>
            </a:r>
            <a:r>
              <a:rPr lang="en-IN" sz="2400" b="1" dirty="0"/>
              <a:t>Python web servers</a:t>
            </a:r>
            <a:r>
              <a:rPr lang="en-IN" sz="2400" dirty="0"/>
              <a:t> and </a:t>
            </a:r>
            <a:r>
              <a:rPr lang="en-IN" sz="2400" b="1" dirty="0"/>
              <a:t>Python web applications/frameworks</a:t>
            </a:r>
            <a:r>
              <a:rPr lang="en-IN" sz="2400" dirty="0"/>
              <a:t>, designed to support </a:t>
            </a:r>
            <a:r>
              <a:rPr lang="en-IN" sz="2400" b="1" dirty="0">
                <a:solidFill>
                  <a:srgbClr val="C00000"/>
                </a:solidFill>
              </a:rPr>
              <a:t>asynchronous</a:t>
            </a:r>
            <a:r>
              <a:rPr lang="en-IN" sz="2400" b="1" dirty="0"/>
              <a:t> (async)</a:t>
            </a:r>
            <a:r>
              <a:rPr lang="en-IN" sz="2400" dirty="0"/>
              <a:t> capabilities as well as traditional </a:t>
            </a:r>
            <a:r>
              <a:rPr lang="en-IN" sz="2400" b="1" dirty="0">
                <a:solidFill>
                  <a:srgbClr val="C00000"/>
                </a:solidFill>
              </a:rPr>
              <a:t>synchronous</a:t>
            </a:r>
            <a:r>
              <a:rPr lang="en-IN" sz="2400" dirty="0"/>
              <a:t> ones.</a:t>
            </a:r>
          </a:p>
          <a:p>
            <a:pPr marL="0" indent="0">
              <a:buNone/>
            </a:pPr>
            <a:r>
              <a:rPr lang="en-IN" sz="2400" dirty="0"/>
              <a:t>Think of </a:t>
            </a:r>
            <a:r>
              <a:rPr lang="en-IN" sz="2400" b="1" dirty="0">
                <a:solidFill>
                  <a:srgbClr val="C00000"/>
                </a:solidFill>
              </a:rPr>
              <a:t>ASGI</a:t>
            </a:r>
            <a:r>
              <a:rPr lang="en-IN" sz="2400" dirty="0"/>
              <a:t> as the modern, </a:t>
            </a:r>
            <a:r>
              <a:rPr lang="en-IN" sz="2400" b="1" dirty="0"/>
              <a:t>async-friendly replacement of </a:t>
            </a:r>
            <a:r>
              <a:rPr lang="en-IN" sz="2400" b="1" dirty="0">
                <a:solidFill>
                  <a:srgbClr val="C00000"/>
                </a:solidFill>
              </a:rPr>
              <a:t>WSGI</a:t>
            </a:r>
            <a:r>
              <a:rPr lang="en-IN" sz="2400" dirty="0"/>
              <a:t> (</a:t>
            </a:r>
            <a:r>
              <a:rPr lang="en-IN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Web Server Gateway Interface</a:t>
            </a:r>
            <a:r>
              <a:rPr lang="en-IN" sz="2400" dirty="0"/>
              <a:t>), which is used by older frameworks like Django (pre-3.0) and Flask.</a:t>
            </a:r>
          </a:p>
          <a:p>
            <a:pPr marL="0" indent="0">
              <a:buNone/>
            </a:pPr>
            <a:endParaRPr lang="en-IN" sz="400" b="1" dirty="0"/>
          </a:p>
          <a:p>
            <a:pPr marL="0" indent="0">
              <a:buNone/>
            </a:pPr>
            <a:r>
              <a:rPr lang="en-IN" sz="2400" b="1" dirty="0"/>
              <a:t>What Does ASGI Do?</a:t>
            </a:r>
            <a:endParaRPr lang="en-IN" sz="2400" dirty="0"/>
          </a:p>
          <a:p>
            <a:pPr marL="0" indent="0">
              <a:buNone/>
            </a:pPr>
            <a:r>
              <a:rPr lang="en-IN" sz="2400" dirty="0"/>
              <a:t>ASGI defines </a:t>
            </a:r>
            <a:r>
              <a:rPr lang="en-IN" sz="2400" b="1" dirty="0"/>
              <a:t>how</a:t>
            </a:r>
            <a:r>
              <a:rPr lang="en-IN" sz="2400" dirty="0"/>
              <a:t> a web server (like </a:t>
            </a:r>
            <a:r>
              <a:rPr lang="en-IN" sz="2400" dirty="0" err="1"/>
              <a:t>Uvicorn</a:t>
            </a:r>
            <a:r>
              <a:rPr lang="en-IN" sz="2400" dirty="0"/>
              <a:t> or Daphne) should interact with a web application (like </a:t>
            </a:r>
            <a:r>
              <a:rPr lang="en-IN" sz="2400" dirty="0" err="1"/>
              <a:t>FastAPI</a:t>
            </a:r>
            <a:r>
              <a:rPr lang="en-IN" sz="2400" dirty="0"/>
              <a:t> or Django Channels).</a:t>
            </a:r>
          </a:p>
          <a:p>
            <a:pPr marL="0" indent="0">
              <a:buNone/>
            </a:pPr>
            <a:r>
              <a:rPr lang="en-IN" sz="2400" dirty="0"/>
              <a:t>It handles:</a:t>
            </a:r>
          </a:p>
          <a:p>
            <a:pPr lvl="1" fontAlgn="ctr"/>
            <a:r>
              <a:rPr lang="en-IN" sz="2000" dirty="0"/>
              <a:t>Incoming HTTP requests</a:t>
            </a:r>
          </a:p>
          <a:p>
            <a:pPr lvl="1" fontAlgn="ctr"/>
            <a:r>
              <a:rPr lang="en-IN" sz="2000" dirty="0"/>
              <a:t>WebSocket connections</a:t>
            </a:r>
          </a:p>
          <a:p>
            <a:pPr lvl="1" fontAlgn="ctr"/>
            <a:r>
              <a:rPr lang="en-IN" sz="2000" dirty="0"/>
              <a:t>Background tasks</a:t>
            </a:r>
          </a:p>
          <a:p>
            <a:pPr lvl="1" fontAlgn="ctr"/>
            <a:r>
              <a:rPr lang="en-IN" sz="2000" dirty="0"/>
              <a:t>Long-lived connections</a:t>
            </a:r>
          </a:p>
          <a:p>
            <a:pPr lvl="1" fontAlgn="ctr"/>
            <a:r>
              <a:rPr lang="en-IN" sz="2000" dirty="0"/>
              <a:t>Streaming responses</a:t>
            </a:r>
          </a:p>
          <a:p>
            <a:pPr lvl="1" fontAlgn="ctr"/>
            <a:r>
              <a:rPr lang="en-IN" sz="2000" dirty="0"/>
              <a:t>Asynchronous communication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40419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B5EF-DB64-541E-D4D2-7FF1B274E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4F674-CF1C-CDB2-398D-BDC5E5C29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How ASGI Works (Simplified)</a:t>
            </a:r>
            <a:endParaRPr lang="en-IN" sz="2400" dirty="0"/>
          </a:p>
          <a:p>
            <a:pPr fontAlgn="ctr"/>
            <a:r>
              <a:rPr lang="en-IN" sz="2400" dirty="0"/>
              <a:t>A user sends a request (HTTP/WebSocket).</a:t>
            </a:r>
          </a:p>
          <a:p>
            <a:pPr fontAlgn="ctr"/>
            <a:r>
              <a:rPr lang="en-IN" sz="2400" dirty="0"/>
              <a:t>An </a:t>
            </a:r>
            <a:r>
              <a:rPr lang="en-IN" sz="2400" b="1" dirty="0"/>
              <a:t>ASGI server</a:t>
            </a:r>
            <a:r>
              <a:rPr lang="en-IN" sz="2400" dirty="0"/>
              <a:t> (e.g., </a:t>
            </a:r>
            <a:r>
              <a:rPr lang="en-IN" sz="2400" dirty="0" err="1"/>
              <a:t>Uvicorn</a:t>
            </a:r>
            <a:r>
              <a:rPr lang="en-IN" sz="2400" dirty="0"/>
              <a:t>) receives the request.</a:t>
            </a:r>
          </a:p>
          <a:p>
            <a:pPr fontAlgn="ctr"/>
            <a:r>
              <a:rPr lang="en-IN" sz="2400" dirty="0"/>
              <a:t>It passes the request (as a Python dictionary with metadata) to the ASGI </a:t>
            </a:r>
            <a:r>
              <a:rPr lang="en-IN" sz="2400" b="1" dirty="0"/>
              <a:t>application callable</a:t>
            </a:r>
            <a:r>
              <a:rPr lang="en-IN" sz="2400" dirty="0"/>
              <a:t>.</a:t>
            </a:r>
          </a:p>
          <a:p>
            <a:pPr fontAlgn="ctr"/>
            <a:r>
              <a:rPr lang="en-IN" sz="2400" dirty="0"/>
              <a:t>The app processes the request and returns a response.</a:t>
            </a:r>
          </a:p>
          <a:p>
            <a:pPr fontAlgn="ctr"/>
            <a:r>
              <a:rPr lang="en-IN" sz="2400" dirty="0"/>
              <a:t>The ASGI server sends the response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04633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95CF-18CB-0971-3541-7EADE2D6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FA363-CF02-72F1-B31D-78753D4A5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ASGI vs WSGI</a:t>
            </a: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F0A8A2-883B-D913-FB9F-2AC6DE09E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540858"/>
              </p:ext>
            </p:extLst>
          </p:nvPr>
        </p:nvGraphicFramePr>
        <p:xfrm>
          <a:off x="923977" y="1528059"/>
          <a:ext cx="10070593" cy="4382882"/>
        </p:xfrm>
        <a:graphic>
          <a:graphicData uri="http://schemas.openxmlformats.org/drawingml/2006/table">
            <a:tbl>
              <a:tblPr/>
              <a:tblGrid>
                <a:gridCol w="2176571">
                  <a:extLst>
                    <a:ext uri="{9D8B030D-6E8A-4147-A177-3AD203B41FA5}">
                      <a16:colId xmlns:a16="http://schemas.microsoft.com/office/drawing/2014/main" val="672543009"/>
                    </a:ext>
                  </a:extLst>
                </a:gridCol>
                <a:gridCol w="3607793">
                  <a:extLst>
                    <a:ext uri="{9D8B030D-6E8A-4147-A177-3AD203B41FA5}">
                      <a16:colId xmlns:a16="http://schemas.microsoft.com/office/drawing/2014/main" val="2124278986"/>
                    </a:ext>
                  </a:extLst>
                </a:gridCol>
                <a:gridCol w="4286229">
                  <a:extLst>
                    <a:ext uri="{9D8B030D-6E8A-4147-A177-3AD203B41FA5}">
                      <a16:colId xmlns:a16="http://schemas.microsoft.com/office/drawing/2014/main" val="562374715"/>
                    </a:ext>
                  </a:extLst>
                </a:gridCol>
              </a:tblGrid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239632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Protocols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HTTP only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HTTP, WebSocket, more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2781920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Nature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Synchronous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Asynchronous + synchronous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24230"/>
                  </a:ext>
                </a:extLst>
              </a:tr>
              <a:tr h="98829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Traditional websites, APIs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Real-time apps, chat, async APIs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0467916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Server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Gunicorn, uWSGI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Uvicorn, Daphne, Hypercorn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411048"/>
                  </a:ext>
                </a:extLst>
              </a:tr>
              <a:tr h="98829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Example Apps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Flask, Django (&lt;3.0)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Starlette, Django (3.0+)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6120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52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C3718-9F26-91B5-59EF-31DF0418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ABF3A-C747-1172-28A8-30655631B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182" y="1286539"/>
            <a:ext cx="10659110" cy="5263116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3200" b="1" dirty="0"/>
              <a:t>⭐ What is </a:t>
            </a:r>
            <a:r>
              <a:rPr lang="en-IN" sz="3200" b="1" dirty="0">
                <a:solidFill>
                  <a:srgbClr val="C00000"/>
                </a:solidFill>
              </a:rPr>
              <a:t>Starlette</a:t>
            </a:r>
            <a:r>
              <a:rPr lang="en-IN" sz="3200" b="1" dirty="0"/>
              <a:t>?</a:t>
            </a:r>
          </a:p>
          <a:p>
            <a:r>
              <a:rPr lang="en-US" sz="2800" b="1" dirty="0"/>
              <a:t>Starlette</a:t>
            </a:r>
            <a:r>
              <a:rPr lang="en-US" sz="2800" dirty="0"/>
              <a:t> is a </a:t>
            </a:r>
            <a:r>
              <a:rPr lang="en-US" sz="2800" b="1" dirty="0"/>
              <a:t>lightweight </a:t>
            </a:r>
            <a:r>
              <a:rPr lang="en-US" sz="2800" b="1" dirty="0">
                <a:solidFill>
                  <a:srgbClr val="C00000"/>
                </a:solidFill>
              </a:rPr>
              <a:t>ASGI</a:t>
            </a:r>
            <a:r>
              <a:rPr lang="en-US" sz="2800" b="1" dirty="0"/>
              <a:t> web framework</a:t>
            </a:r>
            <a:r>
              <a:rPr lang="en-US" sz="2800" dirty="0"/>
              <a:t> for building </a:t>
            </a:r>
            <a:r>
              <a:rPr lang="en-US" sz="2800" b="1" dirty="0"/>
              <a:t>high-performance async web applications</a:t>
            </a:r>
            <a:r>
              <a:rPr lang="en-US" sz="2800" dirty="0"/>
              <a:t> in Python. </a:t>
            </a:r>
          </a:p>
          <a:p>
            <a:r>
              <a:rPr lang="en-IN" sz="2800" b="1" dirty="0" err="1"/>
              <a:t>FastAPI</a:t>
            </a:r>
            <a:r>
              <a:rPr lang="en-IN" sz="2800" b="1" dirty="0"/>
              <a:t> is a </a:t>
            </a:r>
            <a:r>
              <a:rPr lang="en-IN" sz="2800" b="1" dirty="0">
                <a:solidFill>
                  <a:srgbClr val="C00000"/>
                </a:solidFill>
              </a:rPr>
              <a:t>child</a:t>
            </a:r>
            <a:r>
              <a:rPr lang="en-IN" sz="2800" b="1" dirty="0"/>
              <a:t> (or wrapper) of </a:t>
            </a:r>
            <a:r>
              <a:rPr lang="en-IN" sz="2800" b="1" dirty="0">
                <a:solidFill>
                  <a:srgbClr val="C00000"/>
                </a:solidFill>
              </a:rPr>
              <a:t>Starlette</a:t>
            </a:r>
            <a:r>
              <a:rPr lang="en-IN" sz="2800" b="1" dirty="0"/>
              <a:t>.</a:t>
            </a:r>
            <a:endParaRPr lang="en-IN" sz="2800" dirty="0"/>
          </a:p>
          <a:p>
            <a:r>
              <a:rPr lang="en-IN" sz="2800" dirty="0"/>
              <a:t>Or more technically: </a:t>
            </a:r>
            <a:r>
              <a:rPr lang="en-IN" sz="2800" b="1" dirty="0" err="1"/>
              <a:t>FastAPI</a:t>
            </a:r>
            <a:r>
              <a:rPr lang="en-IN" sz="2800" b="1" dirty="0"/>
              <a:t> is built on top of Starlette.</a:t>
            </a:r>
            <a:endParaRPr lang="en-IN" sz="2800" dirty="0"/>
          </a:p>
          <a:p>
            <a:r>
              <a:rPr lang="en-IN" sz="2800" b="1" dirty="0"/>
              <a:t>Starlette</a:t>
            </a:r>
            <a:r>
              <a:rPr lang="en-IN" sz="2800" dirty="0"/>
              <a:t> is a </a:t>
            </a:r>
            <a:r>
              <a:rPr lang="en-IN" sz="2800" b="1" dirty="0"/>
              <a:t>lightweight</a:t>
            </a:r>
            <a:r>
              <a:rPr lang="en-IN" sz="2800" dirty="0"/>
              <a:t>, </a:t>
            </a:r>
            <a:r>
              <a:rPr lang="en-IN" sz="2800" b="1" dirty="0">
                <a:solidFill>
                  <a:srgbClr val="C00000"/>
                </a:solidFill>
              </a:rPr>
              <a:t>asynchronous</a:t>
            </a:r>
            <a:r>
              <a:rPr lang="en-IN" sz="2800" dirty="0"/>
              <a:t> </a:t>
            </a:r>
            <a:r>
              <a:rPr lang="en-IN" sz="2800" b="1" dirty="0"/>
              <a:t>web framework </a:t>
            </a:r>
            <a:r>
              <a:rPr lang="en-IN" sz="2800" dirty="0"/>
              <a:t>for building </a:t>
            </a:r>
            <a:r>
              <a:rPr lang="en-IN" sz="2800" b="1" dirty="0"/>
              <a:t>high-performance APIs</a:t>
            </a:r>
            <a:r>
              <a:rPr lang="en-IN" sz="2800" dirty="0"/>
              <a:t> and web applications in Python.</a:t>
            </a:r>
          </a:p>
          <a:p>
            <a:r>
              <a:rPr lang="en-IN" sz="2800" dirty="0"/>
              <a:t>It is the </a:t>
            </a:r>
            <a:r>
              <a:rPr lang="en-IN" sz="2800" b="1" dirty="0">
                <a:solidFill>
                  <a:srgbClr val="C00000"/>
                </a:solidFill>
              </a:rPr>
              <a:t>core</a:t>
            </a:r>
            <a:r>
              <a:rPr lang="en-IN" sz="2800" b="1" dirty="0"/>
              <a:t> </a:t>
            </a:r>
            <a:r>
              <a:rPr lang="en-IN" sz="2800" b="1" dirty="0">
                <a:solidFill>
                  <a:srgbClr val="C00000"/>
                </a:solidFill>
              </a:rPr>
              <a:t>foundation</a:t>
            </a:r>
            <a:r>
              <a:rPr lang="en-IN" sz="2800" dirty="0"/>
              <a:t> of </a:t>
            </a:r>
            <a:r>
              <a:rPr lang="en-IN" sz="2800" b="1" dirty="0" err="1"/>
              <a:t>FastAPI</a:t>
            </a:r>
            <a:r>
              <a:rPr lang="en-IN" sz="2800" dirty="0"/>
              <a:t>, meaning </a:t>
            </a:r>
            <a:r>
              <a:rPr lang="en-IN" sz="2800" dirty="0" err="1"/>
              <a:t>FastAPI</a:t>
            </a:r>
            <a:r>
              <a:rPr lang="en-IN" sz="2800" dirty="0"/>
              <a:t> is </a:t>
            </a:r>
            <a:r>
              <a:rPr lang="en-IN" sz="2800" b="1" dirty="0"/>
              <a:t>built on top of</a:t>
            </a:r>
            <a:r>
              <a:rPr lang="en-IN" sz="2800" dirty="0"/>
              <a:t> Starlette.</a:t>
            </a:r>
          </a:p>
          <a:p>
            <a:endParaRPr lang="en-IN" sz="16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3074" name="Picture 2" descr="GitHub - koddr/starlette-logo: 🖼 Official Starlette logo (with style  guide).">
            <a:extLst>
              <a:ext uri="{FF2B5EF4-FFF2-40B4-BE49-F238E27FC236}">
                <a16:creationId xmlns:a16="http://schemas.microsoft.com/office/drawing/2014/main" id="{1991EB46-6BA3-31D0-7DEB-9B4088E277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194" b="17829"/>
          <a:stretch>
            <a:fillRect/>
          </a:stretch>
        </p:blipFill>
        <p:spPr bwMode="auto">
          <a:xfrm>
            <a:off x="7736218" y="425294"/>
            <a:ext cx="3657600" cy="1562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34161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69095-0536-7480-F650-3372503A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1C053-D8AC-FF34-73E4-996A83C00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Key Features of Starlette:</a:t>
            </a: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8FCA1F-F010-7BE6-0862-43782832B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161319"/>
              </p:ext>
            </p:extLst>
          </p:nvPr>
        </p:nvGraphicFramePr>
        <p:xfrm>
          <a:off x="777240" y="1081922"/>
          <a:ext cx="10822881" cy="5127953"/>
        </p:xfrm>
        <a:graphic>
          <a:graphicData uri="http://schemas.openxmlformats.org/drawingml/2006/table">
            <a:tbl>
              <a:tblPr/>
              <a:tblGrid>
                <a:gridCol w="2901625">
                  <a:extLst>
                    <a:ext uri="{9D8B030D-6E8A-4147-A177-3AD203B41FA5}">
                      <a16:colId xmlns:a16="http://schemas.microsoft.com/office/drawing/2014/main" val="3368487032"/>
                    </a:ext>
                  </a:extLst>
                </a:gridCol>
                <a:gridCol w="7921256">
                  <a:extLst>
                    <a:ext uri="{9D8B030D-6E8A-4147-A177-3AD203B41FA5}">
                      <a16:colId xmlns:a16="http://schemas.microsoft.com/office/drawing/2014/main" val="2560394602"/>
                    </a:ext>
                  </a:extLst>
                </a:gridCol>
              </a:tblGrid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82692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support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Fully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asynchronous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using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(great for modern, real-time applications)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107461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Fast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Designed for performance — handles thousands of requests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concurrently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4264430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Modular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Minimalistic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; lets you plug in only the components you need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77712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WebSockets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Supports both HTTP and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WebSockets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out of the box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84865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Testing utilities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Comes with built-in test clients for easy unit testing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672878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Session &amp; CORS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Middleware support for sessions, CORS,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GZip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5658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Routing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Powerful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URL routing 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with path parameters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56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796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167AE-7237-1501-0FFA-D149ED22C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52E05-8987-2F81-7612-D5735E1E5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596" y="478465"/>
            <a:ext cx="4910283" cy="58798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 Minimal Starlette App</a:t>
            </a:r>
            <a:endParaRPr lang="en-IN" sz="2400" dirty="0"/>
          </a:p>
          <a:p>
            <a:pPr marL="0" indent="0">
              <a:buNone/>
            </a:pPr>
            <a:r>
              <a:rPr lang="en-IN" sz="2400" b="1" dirty="0"/>
              <a:t>   Install </a:t>
            </a:r>
            <a:r>
              <a:rPr lang="en-IN" sz="2400" b="1" dirty="0" err="1"/>
              <a:t>starlette</a:t>
            </a:r>
            <a:r>
              <a:rPr lang="en-IN" sz="24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So with only Starlette, we can work one level closer to the </a:t>
            </a:r>
            <a:r>
              <a:rPr lang="en-US" sz="2400" b="1" dirty="0">
                <a:solidFill>
                  <a:srgbClr val="C00000"/>
                </a:solidFill>
              </a:rPr>
              <a:t>ASGI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layer</a:t>
            </a:r>
            <a:r>
              <a:rPr lang="en-US" sz="2400" dirty="0"/>
              <a:t>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endParaRPr lang="en-IN" b="1" dirty="0"/>
          </a:p>
          <a:p>
            <a:r>
              <a:rPr lang="en-IN" b="1" dirty="0"/>
              <a:t>Create the Application</a:t>
            </a:r>
          </a:p>
          <a:p>
            <a:endParaRPr lang="en-IN" b="1" dirty="0"/>
          </a:p>
          <a:p>
            <a:r>
              <a:rPr lang="en-IN" b="1" dirty="0"/>
              <a:t>Run the Application:</a:t>
            </a:r>
          </a:p>
          <a:p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E85A4E-E421-7EB0-BD3B-4BAA41491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879" y="1300491"/>
            <a:ext cx="6650851" cy="4257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73F1BB-014A-CFE5-82FA-CA902ABBA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5" y="2373662"/>
            <a:ext cx="3748532" cy="6485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C4B985-E39E-CFC5-85FD-5A82AB160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48" y="5049840"/>
            <a:ext cx="4657143" cy="6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88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1D273-DF16-4AFF-E2F5-EE6DBD49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9CE93-3A3D-865C-0E4B-F1D4DB28B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84791"/>
            <a:ext cx="10659110" cy="5773479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Starlette vs </a:t>
            </a:r>
            <a:r>
              <a:rPr lang="en-IN" sz="2800" b="1" dirty="0" err="1"/>
              <a:t>FastAPI</a:t>
            </a: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r>
              <a:rPr lang="en-IN" b="1" dirty="0"/>
              <a:t>Note: Use Starlette</a:t>
            </a:r>
            <a:r>
              <a:rPr lang="en-IN" dirty="0"/>
              <a:t> if you want to build a web service or API </a:t>
            </a:r>
            <a:r>
              <a:rPr lang="en-IN" b="1" dirty="0"/>
              <a:t>from scratch</a:t>
            </a:r>
            <a:r>
              <a:rPr lang="en-IN" dirty="0"/>
              <a:t>, and </a:t>
            </a:r>
            <a:r>
              <a:rPr lang="en-IN" b="1" dirty="0" err="1"/>
              <a:t>FastAPI</a:t>
            </a:r>
            <a:r>
              <a:rPr lang="en-IN" dirty="0"/>
              <a:t> if you want </a:t>
            </a:r>
            <a:r>
              <a:rPr lang="en-IN" b="1" dirty="0"/>
              <a:t>auto validation</a:t>
            </a:r>
            <a:r>
              <a:rPr lang="en-IN" dirty="0"/>
              <a:t>, </a:t>
            </a:r>
            <a:r>
              <a:rPr lang="en-IN" b="1" dirty="0" err="1"/>
              <a:t>OpenAPI</a:t>
            </a:r>
            <a:r>
              <a:rPr lang="en-IN" b="1" dirty="0"/>
              <a:t> docs</a:t>
            </a:r>
            <a:r>
              <a:rPr lang="en-IN" dirty="0"/>
              <a:t>, and </a:t>
            </a:r>
            <a:r>
              <a:rPr lang="en-IN" b="1" dirty="0"/>
              <a:t>ease of use</a:t>
            </a:r>
            <a:r>
              <a:rPr lang="en-IN" dirty="0"/>
              <a:t>.</a:t>
            </a:r>
            <a:endParaRPr lang="en-IN" sz="32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B75D1B-0C86-10C8-FD52-4AEDCA2F2A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157635"/>
              </p:ext>
            </p:extLst>
          </p:nvPr>
        </p:nvGraphicFramePr>
        <p:xfrm>
          <a:off x="901647" y="1185531"/>
          <a:ext cx="10659110" cy="4311502"/>
        </p:xfrm>
        <a:graphic>
          <a:graphicData uri="http://schemas.openxmlformats.org/drawingml/2006/table">
            <a:tbl>
              <a:tblPr/>
              <a:tblGrid>
                <a:gridCol w="1844115">
                  <a:extLst>
                    <a:ext uri="{9D8B030D-6E8A-4147-A177-3AD203B41FA5}">
                      <a16:colId xmlns:a16="http://schemas.microsoft.com/office/drawing/2014/main" val="2777878364"/>
                    </a:ext>
                  </a:extLst>
                </a:gridCol>
                <a:gridCol w="4417038">
                  <a:extLst>
                    <a:ext uri="{9D8B030D-6E8A-4147-A177-3AD203B41FA5}">
                      <a16:colId xmlns:a16="http://schemas.microsoft.com/office/drawing/2014/main" val="90608818"/>
                    </a:ext>
                  </a:extLst>
                </a:gridCol>
                <a:gridCol w="4397957">
                  <a:extLst>
                    <a:ext uri="{9D8B030D-6E8A-4147-A177-3AD203B41FA5}">
                      <a16:colId xmlns:a16="http://schemas.microsoft.com/office/drawing/2014/main" val="653716143"/>
                    </a:ext>
                  </a:extLst>
                </a:gridCol>
              </a:tblGrid>
              <a:tr h="52522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Aspect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497904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Type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Micro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web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API framework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built on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462881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Input parsing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(you handle requests)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Automatic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(using 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Pydantic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3026657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Validation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(You write it yourself)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Built-in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validation with decorators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567721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Custom apps,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middlewares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lower-level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High-level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APIs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auto docs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9460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673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EA318-3649-9389-177C-2AD91CA92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8A087-D8B9-CD53-0370-BBC8E7C90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Relationship:</a:t>
            </a:r>
            <a:endParaRPr lang="en-IN" sz="2800" dirty="0"/>
          </a:p>
          <a:p>
            <a:pPr fontAlgn="ctr"/>
            <a:r>
              <a:rPr lang="en-IN" sz="2400" b="1" dirty="0"/>
              <a:t>Starlette</a:t>
            </a:r>
            <a:r>
              <a:rPr lang="en-IN" sz="2400" dirty="0"/>
              <a:t> handles the </a:t>
            </a:r>
            <a:r>
              <a:rPr lang="en-IN" sz="2400" b="1" dirty="0"/>
              <a:t>core web parts</a:t>
            </a:r>
            <a:r>
              <a:rPr lang="en-IN" sz="2400" dirty="0"/>
              <a:t>: </a:t>
            </a:r>
            <a:r>
              <a:rPr lang="en-IN" sz="2400" b="1" dirty="0">
                <a:solidFill>
                  <a:srgbClr val="C00000"/>
                </a:solidFill>
              </a:rPr>
              <a:t>routing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middleware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WebSocket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support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ASGI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interface</a:t>
            </a:r>
            <a:r>
              <a:rPr lang="en-IN" sz="2400" dirty="0"/>
              <a:t>.</a:t>
            </a:r>
            <a:endParaRPr lang="en-IN" sz="1800" dirty="0"/>
          </a:p>
          <a:p>
            <a:pPr fontAlgn="ctr"/>
            <a:r>
              <a:rPr lang="en-IN" sz="2400" b="1" dirty="0" err="1"/>
              <a:t>FastAPI</a:t>
            </a:r>
            <a:r>
              <a:rPr lang="en-IN" sz="2400" dirty="0"/>
              <a:t> adds </a:t>
            </a:r>
            <a:r>
              <a:rPr lang="en-IN" sz="2400" b="1" dirty="0"/>
              <a:t>features on top</a:t>
            </a:r>
            <a:r>
              <a:rPr lang="en-IN" sz="2400" dirty="0"/>
              <a:t> of Starlette:</a:t>
            </a:r>
            <a:endParaRPr lang="en-IN" sz="1800" dirty="0"/>
          </a:p>
          <a:p>
            <a:pPr lvl="1" fontAlgn="ctr"/>
            <a:r>
              <a:rPr lang="en-IN" sz="2400" dirty="0"/>
              <a:t>Request validation using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endParaRPr lang="en-IN" dirty="0">
              <a:solidFill>
                <a:srgbClr val="C00000"/>
              </a:solidFill>
            </a:endParaRPr>
          </a:p>
          <a:p>
            <a:pPr lvl="1" fontAlgn="ctr"/>
            <a:r>
              <a:rPr lang="en-IN" sz="2400" dirty="0"/>
              <a:t>Automatic </a:t>
            </a:r>
            <a:r>
              <a:rPr lang="en-IN" sz="2400" b="1" dirty="0" err="1">
                <a:solidFill>
                  <a:srgbClr val="C00000"/>
                </a:solidFill>
              </a:rPr>
              <a:t>OpenAPI</a:t>
            </a:r>
            <a:r>
              <a:rPr lang="en-IN" sz="2400" dirty="0"/>
              <a:t> docs</a:t>
            </a:r>
            <a:endParaRPr lang="en-IN" dirty="0"/>
          </a:p>
          <a:p>
            <a:pPr lvl="1" fontAlgn="ctr"/>
            <a:r>
              <a:rPr lang="en-IN" sz="2400" dirty="0"/>
              <a:t>Easy </a:t>
            </a:r>
            <a:r>
              <a:rPr lang="en-IN" sz="2400" b="1" dirty="0">
                <a:solidFill>
                  <a:srgbClr val="C00000"/>
                </a:solidFill>
              </a:rPr>
              <a:t>dependency</a:t>
            </a:r>
            <a:r>
              <a:rPr lang="en-IN" sz="2400" b="1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injection</a:t>
            </a:r>
            <a:endParaRPr lang="en-IN" dirty="0">
              <a:solidFill>
                <a:srgbClr val="C00000"/>
              </a:solidFill>
            </a:endParaRPr>
          </a:p>
          <a:p>
            <a:pPr lvl="1" fontAlgn="ctr"/>
            <a:r>
              <a:rPr lang="en-IN" sz="2400" dirty="0"/>
              <a:t>Declarative, high-level routing</a:t>
            </a:r>
            <a:endParaRPr lang="en-IN" dirty="0"/>
          </a:p>
          <a:p>
            <a:r>
              <a:rPr lang="en-IN" sz="2400" b="1" dirty="0"/>
              <a:t>You’ll Often See This in </a:t>
            </a:r>
            <a:r>
              <a:rPr lang="en-IN" sz="2400" b="1" dirty="0" err="1"/>
              <a:t>FastAPI</a:t>
            </a:r>
            <a:r>
              <a:rPr lang="en-IN" sz="2400" b="1" dirty="0"/>
              <a:t> Projects:</a:t>
            </a: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4FE20-FF05-F374-DAC8-279C5127E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77" y="4424216"/>
            <a:ext cx="6026195" cy="1815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241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B7969-2464-0C61-34C5-D46F853BC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B932D-AE4A-705B-E61D-3149560CC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🏗️ </a:t>
            </a:r>
            <a:r>
              <a:rPr lang="en-IN" sz="2800" b="1" dirty="0" err="1"/>
              <a:t>FastAPI</a:t>
            </a:r>
            <a:r>
              <a:rPr lang="en-IN" sz="2400" b="1" dirty="0"/>
              <a:t> </a:t>
            </a:r>
            <a:r>
              <a:rPr lang="en-IN" sz="3200" b="1" dirty="0"/>
              <a:t>Architecture</a:t>
            </a:r>
            <a:r>
              <a:rPr lang="en-IN" sz="2400" b="1" dirty="0"/>
              <a:t> </a:t>
            </a:r>
            <a:r>
              <a:rPr lang="en-IN" sz="2800" b="1" dirty="0"/>
              <a:t>Overview</a:t>
            </a:r>
            <a:endParaRPr lang="en-IN" sz="2400" dirty="0"/>
          </a:p>
          <a:p>
            <a:pPr marL="0" indent="0">
              <a:buNone/>
            </a:pPr>
            <a:r>
              <a:rPr lang="en-IN" sz="2400" dirty="0" err="1"/>
              <a:t>FastAPI</a:t>
            </a:r>
            <a:r>
              <a:rPr lang="en-IN" sz="2400" dirty="0"/>
              <a:t> is </a:t>
            </a:r>
            <a:r>
              <a:rPr lang="en-IN" sz="2400" b="1" dirty="0">
                <a:solidFill>
                  <a:srgbClr val="C00000"/>
                </a:solidFill>
              </a:rPr>
              <a:t>built on top of </a:t>
            </a:r>
            <a:r>
              <a:rPr lang="en-IN" sz="2800" b="1" dirty="0">
                <a:solidFill>
                  <a:schemeClr val="accent2">
                    <a:lumMod val="75000"/>
                  </a:schemeClr>
                </a:solidFill>
              </a:rPr>
              <a:t>Starlette</a:t>
            </a:r>
            <a:r>
              <a:rPr lang="en-IN" sz="2400" dirty="0"/>
              <a:t> (for the web server) and </a:t>
            </a:r>
            <a:r>
              <a:rPr lang="en-IN" sz="2800" b="1" dirty="0" err="1">
                <a:solidFill>
                  <a:schemeClr val="accent2">
                    <a:lumMod val="75000"/>
                  </a:schemeClr>
                </a:solidFill>
              </a:rPr>
              <a:t>Pydantic</a:t>
            </a:r>
            <a:r>
              <a:rPr lang="en-IN" sz="2400" dirty="0"/>
              <a:t> (for data validation). It’s designed to be </a:t>
            </a:r>
            <a:r>
              <a:rPr lang="en-IN" sz="2400" b="1" dirty="0"/>
              <a:t>fast</a:t>
            </a:r>
            <a:r>
              <a:rPr lang="en-IN" sz="2400" dirty="0"/>
              <a:t>, </a:t>
            </a:r>
            <a:r>
              <a:rPr lang="en-IN" sz="2400" b="1" dirty="0"/>
              <a:t>scalable</a:t>
            </a:r>
            <a:r>
              <a:rPr lang="en-IN" sz="2400" dirty="0"/>
              <a:t>, and </a:t>
            </a:r>
            <a:r>
              <a:rPr lang="en-IN" sz="2400" b="1" dirty="0"/>
              <a:t>easy</a:t>
            </a:r>
            <a:r>
              <a:rPr lang="en-IN" sz="2400" dirty="0"/>
              <a:t> to use with modern Python async features.</a:t>
            </a:r>
          </a:p>
          <a:p>
            <a:pPr marL="0" indent="0">
              <a:buNone/>
            </a:pPr>
            <a:endParaRPr lang="en-IN" sz="800" dirty="0"/>
          </a:p>
          <a:p>
            <a:pPr marL="0" indent="0">
              <a:buNone/>
            </a:pPr>
            <a:r>
              <a:rPr lang="en-IN" sz="2800" b="1" dirty="0"/>
              <a:t>Underlying Tech Stack:</a:t>
            </a:r>
            <a:endParaRPr lang="en-IN" sz="2800" dirty="0"/>
          </a:p>
          <a:p>
            <a:pPr marL="0" indent="0" fontAlgn="ctr">
              <a:buNone/>
            </a:pP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8DAE52-8760-31C3-6C68-3A99CCC52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513610"/>
              </p:ext>
            </p:extLst>
          </p:nvPr>
        </p:nvGraphicFramePr>
        <p:xfrm>
          <a:off x="1279862" y="3067299"/>
          <a:ext cx="9246623" cy="3034368"/>
        </p:xfrm>
        <a:graphic>
          <a:graphicData uri="http://schemas.openxmlformats.org/drawingml/2006/table">
            <a:tbl>
              <a:tblPr/>
              <a:tblGrid>
                <a:gridCol w="2421281">
                  <a:extLst>
                    <a:ext uri="{9D8B030D-6E8A-4147-A177-3AD203B41FA5}">
                      <a16:colId xmlns:a16="http://schemas.microsoft.com/office/drawing/2014/main" val="729142267"/>
                    </a:ext>
                  </a:extLst>
                </a:gridCol>
                <a:gridCol w="6825342">
                  <a:extLst>
                    <a:ext uri="{9D8B030D-6E8A-4147-A177-3AD203B41FA5}">
                      <a16:colId xmlns:a16="http://schemas.microsoft.com/office/drawing/2014/main" val="3081727131"/>
                    </a:ext>
                  </a:extLst>
                </a:gridCol>
              </a:tblGrid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Layer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Component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513530"/>
                  </a:ext>
                </a:extLst>
              </a:tr>
              <a:tr h="69756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Web server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/ 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Hypercorn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(ASGI servers)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89909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ASGI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469695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Data validation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Pydantic</a:t>
                      </a:r>
                      <a:endParaRPr lang="en-IN" sz="2400" b="1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615518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Core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400" b="1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70477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Developer tools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Swagger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OpenAPI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ReDoc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6216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6630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FC0CA-9B0D-B3E5-3E65-2A8C494AC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ED19-3627-CA0D-83E7-77F1DA251C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Request-Handling Lifecycle in </a:t>
            </a:r>
            <a:r>
              <a:rPr lang="en-IN" sz="2800" b="1" dirty="0" err="1"/>
              <a:t>FastAPI</a:t>
            </a:r>
            <a:endParaRPr lang="en-IN" sz="2800" dirty="0"/>
          </a:p>
          <a:p>
            <a:pPr marL="0" indent="0">
              <a:buNone/>
            </a:pPr>
            <a:r>
              <a:rPr lang="en-IN" sz="2400" dirty="0"/>
              <a:t>Let’s walk through what happens when a </a:t>
            </a:r>
            <a:r>
              <a:rPr lang="en-IN" sz="2400" b="1" dirty="0"/>
              <a:t>client sends an HTTP request</a:t>
            </a:r>
            <a:r>
              <a:rPr lang="en-IN" sz="2400" dirty="0"/>
              <a:t> to a </a:t>
            </a:r>
            <a:r>
              <a:rPr lang="en-IN" sz="2400" dirty="0" err="1"/>
              <a:t>FastAPI</a:t>
            </a:r>
            <a:r>
              <a:rPr lang="en-IN" sz="2400" dirty="0"/>
              <a:t> app:</a:t>
            </a:r>
          </a:p>
          <a:p>
            <a:pPr marL="0" indent="0">
              <a:buNone/>
            </a:pPr>
            <a:endParaRPr lang="en-IN" sz="800" dirty="0"/>
          </a:p>
          <a:p>
            <a:pPr marL="0" indent="0" fontAlgn="ctr">
              <a:buNone/>
            </a:pPr>
            <a:r>
              <a:rPr lang="en-IN" sz="2400" b="1" dirty="0"/>
              <a:t>1. Client Sends Request</a:t>
            </a:r>
          </a:p>
          <a:p>
            <a:pPr lvl="1" fontAlgn="ctr"/>
            <a:r>
              <a:rPr lang="en-IN" sz="2400" dirty="0"/>
              <a:t>The client (browser, mobile app, Postman, etc.) makes an HTTP request: </a:t>
            </a:r>
            <a:r>
              <a:rPr lang="en-IN" sz="2400" b="1" dirty="0"/>
              <a:t>GET</a:t>
            </a:r>
            <a:r>
              <a:rPr lang="en-IN" sz="2400" dirty="0"/>
              <a:t> </a:t>
            </a:r>
            <a:r>
              <a:rPr lang="en-IN" sz="2400" b="1" dirty="0"/>
              <a:t>/items/42</a:t>
            </a:r>
          </a:p>
          <a:p>
            <a:pPr lvl="1" fontAlgn="ctr"/>
            <a:r>
              <a:rPr lang="en-IN" sz="2400" dirty="0"/>
              <a:t>The request goes to the ASGI web server like </a:t>
            </a:r>
            <a:r>
              <a:rPr lang="en-IN" sz="2400" dirty="0" err="1"/>
              <a:t>Uvicorn</a:t>
            </a:r>
            <a:r>
              <a:rPr lang="en-IN" sz="2400" dirty="0"/>
              <a:t>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2. ASGI Server (</a:t>
            </a:r>
            <a:r>
              <a:rPr lang="en-IN" sz="2400" b="1" dirty="0" err="1"/>
              <a:t>Uvicorn</a:t>
            </a:r>
            <a:r>
              <a:rPr lang="en-IN" sz="2400" b="1" dirty="0"/>
              <a:t>)</a:t>
            </a:r>
          </a:p>
          <a:p>
            <a:pPr lvl="1" fontAlgn="ctr"/>
            <a:r>
              <a:rPr lang="en-IN" sz="2400" dirty="0" err="1"/>
              <a:t>Uvicorn</a:t>
            </a:r>
            <a:r>
              <a:rPr lang="en-IN" sz="2400" dirty="0"/>
              <a:t> receives the </a:t>
            </a:r>
            <a:r>
              <a:rPr lang="en-IN" sz="2400" b="1" dirty="0"/>
              <a:t>HTTP request </a:t>
            </a:r>
            <a:r>
              <a:rPr lang="en-IN" sz="2400" dirty="0"/>
              <a:t>and 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passes it to the </a:t>
            </a:r>
            <a:r>
              <a:rPr lang="en-IN" sz="2400" b="1" dirty="0" err="1">
                <a:solidFill>
                  <a:schemeClr val="accent2">
                    <a:lumMod val="75000"/>
                  </a:schemeClr>
                </a:solidFill>
              </a:rPr>
              <a:t>FastAPI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IN" sz="2400" dirty="0"/>
              <a:t>app via the ASGI protocol (Asynchronous Server Gateway Interface).</a:t>
            </a:r>
          </a:p>
          <a:p>
            <a:pPr lvl="1" fontAlgn="ctr"/>
            <a:r>
              <a:rPr lang="en-IN" sz="2400" dirty="0"/>
              <a:t>ASGI allows 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async concurrency</a:t>
            </a:r>
            <a:r>
              <a:rPr lang="en-IN" sz="2400" dirty="0"/>
              <a:t>, which is </a:t>
            </a:r>
            <a:r>
              <a:rPr lang="en-IN" sz="2400" b="1" dirty="0">
                <a:solidFill>
                  <a:srgbClr val="C00000"/>
                </a:solidFill>
              </a:rPr>
              <a:t>key</a:t>
            </a:r>
            <a:r>
              <a:rPr lang="en-IN" sz="2400" dirty="0"/>
              <a:t> to </a:t>
            </a:r>
            <a:r>
              <a:rPr lang="en-IN" sz="2400" b="1" dirty="0" err="1"/>
              <a:t>FastAPI’s</a:t>
            </a:r>
            <a:r>
              <a:rPr lang="en-IN" sz="2400" b="1" dirty="0"/>
              <a:t> performance</a:t>
            </a:r>
            <a:r>
              <a:rPr lang="en-IN" sz="2400" dirty="0"/>
              <a:t>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12172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9B9E-34E0-129E-40C7-C0C59FBF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C6B49-F9CC-4267-EF09-3E8555048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3. Starlette Handles Core Routing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is built on Starlette, which:</a:t>
            </a:r>
          </a:p>
          <a:p>
            <a:pPr lvl="2" fontAlgn="ctr"/>
            <a:r>
              <a:rPr lang="en-IN" sz="2400" dirty="0"/>
              <a:t>Parses the request</a:t>
            </a:r>
          </a:p>
          <a:p>
            <a:pPr lvl="2" fontAlgn="ctr"/>
            <a:r>
              <a:rPr lang="en-IN" sz="2400" dirty="0"/>
              <a:t>Matches the route (/items/{</a:t>
            </a:r>
            <a:r>
              <a:rPr lang="en-IN" sz="2400" dirty="0" err="1"/>
              <a:t>item_id</a:t>
            </a:r>
            <a:r>
              <a:rPr lang="en-IN" sz="2400" dirty="0"/>
              <a:t>}) using the HTTP method</a:t>
            </a:r>
          </a:p>
          <a:p>
            <a:pPr lvl="2" fontAlgn="ctr"/>
            <a:r>
              <a:rPr lang="en-IN" sz="2400" dirty="0"/>
              <a:t>Prepares the request context (headers, query, path, etc.)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4. </a:t>
            </a:r>
            <a:r>
              <a:rPr lang="en-IN" sz="2400" b="1" dirty="0" err="1"/>
              <a:t>FastAPI</a:t>
            </a:r>
            <a:r>
              <a:rPr lang="en-IN" sz="2400" b="1" dirty="0"/>
              <a:t> Endpoint Matching &amp; Dependency Injection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matches the route with a function you defined: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ED75D-DA32-6564-1CD1-2D8C1F2A3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96" y="4051719"/>
            <a:ext cx="7245722" cy="130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663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B7C9-DEBD-A5EE-B406-1551A0F9E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61FDC-D3D1-E593-80AA-BB5625E2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r>
              <a:rPr lang="en-IN" sz="2800" b="1" dirty="0" err="1"/>
              <a:t>FastAPI</a:t>
            </a:r>
            <a:r>
              <a:rPr lang="en-IN" sz="2800" b="1" dirty="0"/>
              <a:t>:</a:t>
            </a:r>
          </a:p>
          <a:p>
            <a:pPr lvl="1" fontAlgn="ctr"/>
            <a:r>
              <a:rPr lang="en-IN" sz="2400" dirty="0"/>
              <a:t>Extracts </a:t>
            </a:r>
            <a:r>
              <a:rPr lang="en-IN" sz="2400" b="1" dirty="0"/>
              <a:t>path</a:t>
            </a:r>
            <a:r>
              <a:rPr lang="en-IN" sz="2400" dirty="0"/>
              <a:t> and </a:t>
            </a:r>
            <a:r>
              <a:rPr lang="en-IN" sz="2400" b="1" dirty="0"/>
              <a:t>query parameters</a:t>
            </a:r>
            <a:endParaRPr lang="en-IN" sz="2400" dirty="0"/>
          </a:p>
          <a:p>
            <a:pPr lvl="1" fontAlgn="ctr"/>
            <a:r>
              <a:rPr lang="en-IN" sz="2400" dirty="0"/>
              <a:t>Validates them using </a:t>
            </a:r>
            <a:r>
              <a:rPr lang="en-IN" sz="2400" b="1" dirty="0" err="1"/>
              <a:t>Pydantic</a:t>
            </a:r>
            <a:endParaRPr lang="en-IN" sz="2400" dirty="0"/>
          </a:p>
          <a:p>
            <a:pPr lvl="1" fontAlgn="ctr"/>
            <a:r>
              <a:rPr lang="en-IN" sz="2400" dirty="0"/>
              <a:t>Injects them into your function as arguments</a:t>
            </a:r>
          </a:p>
          <a:p>
            <a:pPr lvl="1" fontAlgn="ctr"/>
            <a:r>
              <a:rPr lang="en-IN" sz="2400" dirty="0"/>
              <a:t>Injects other dependencies (e.g., DB session, auth token) if defined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9762425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CAF-5E4F-FB9A-E355-E2FEB830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76E4BE-BE3D-AC77-C7A3-BA4EC9F5F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 5. Data Validation with </a:t>
            </a:r>
            <a:r>
              <a:rPr lang="en-IN" sz="2400" b="1" dirty="0" err="1"/>
              <a:t>Pydantic</a:t>
            </a:r>
            <a:endParaRPr lang="en-IN" sz="2400" b="1" dirty="0"/>
          </a:p>
          <a:p>
            <a:pPr lvl="1" fontAlgn="ctr"/>
            <a:r>
              <a:rPr lang="en-IN" sz="2400" dirty="0"/>
              <a:t>All request data (</a:t>
            </a:r>
            <a:r>
              <a:rPr lang="en-IN" sz="2400" b="1" dirty="0">
                <a:solidFill>
                  <a:srgbClr val="C00000"/>
                </a:solidFill>
              </a:rPr>
              <a:t>body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query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path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headers</a:t>
            </a:r>
            <a:r>
              <a:rPr lang="en-IN" sz="2400" dirty="0"/>
              <a:t>) is parsed and validated using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models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dirty="0"/>
              <a:t>If validation fails, </a:t>
            </a:r>
            <a:r>
              <a:rPr lang="en-IN" sz="2400" dirty="0" err="1"/>
              <a:t>FastAPI</a:t>
            </a:r>
            <a:r>
              <a:rPr lang="en-IN" sz="2400" dirty="0"/>
              <a:t> returns a </a:t>
            </a:r>
            <a:r>
              <a:rPr lang="en-IN" sz="2400" b="1" dirty="0">
                <a:solidFill>
                  <a:srgbClr val="C00000"/>
                </a:solidFill>
              </a:rPr>
              <a:t>422</a:t>
            </a:r>
            <a:r>
              <a:rPr lang="en-IN" sz="2400" b="1" dirty="0"/>
              <a:t> </a:t>
            </a:r>
            <a:r>
              <a:rPr lang="en-IN" sz="2400" b="1" dirty="0" err="1"/>
              <a:t>Unprocessable</a:t>
            </a:r>
            <a:r>
              <a:rPr lang="en-IN" sz="2400" b="1" dirty="0"/>
              <a:t> Entity error </a:t>
            </a:r>
            <a:r>
              <a:rPr lang="en-IN" sz="2400" dirty="0"/>
              <a:t>with a detailed message.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6. Call the Endpoint Function</a:t>
            </a:r>
          </a:p>
          <a:p>
            <a:pPr lvl="1" fontAlgn="ctr"/>
            <a:r>
              <a:rPr lang="en-IN" sz="2400" dirty="0"/>
              <a:t>Your </a:t>
            </a:r>
            <a:r>
              <a:rPr lang="en-IN" sz="2400" b="1" dirty="0">
                <a:solidFill>
                  <a:srgbClr val="C00000"/>
                </a:solidFill>
              </a:rPr>
              <a:t>route handler function </a:t>
            </a:r>
            <a:r>
              <a:rPr lang="en-IN" sz="2400" dirty="0"/>
              <a:t>is called (async def </a:t>
            </a:r>
            <a:r>
              <a:rPr lang="en-IN" sz="2400" dirty="0" err="1"/>
              <a:t>read_item</a:t>
            </a:r>
            <a:r>
              <a:rPr lang="en-IN" sz="2400" dirty="0"/>
              <a:t>(...))</a:t>
            </a:r>
          </a:p>
          <a:p>
            <a:pPr lvl="1" fontAlgn="ctr"/>
            <a:r>
              <a:rPr lang="en-IN" sz="2400" dirty="0"/>
              <a:t>It may:</a:t>
            </a:r>
          </a:p>
          <a:p>
            <a:pPr lvl="2" fontAlgn="ctr"/>
            <a:r>
              <a:rPr lang="en-IN" sz="2400" dirty="0"/>
              <a:t>Fetch data from a database</a:t>
            </a:r>
          </a:p>
          <a:p>
            <a:pPr lvl="2" fontAlgn="ctr"/>
            <a:r>
              <a:rPr lang="en-IN" sz="2400" dirty="0"/>
              <a:t>Call an external API</a:t>
            </a:r>
          </a:p>
          <a:p>
            <a:pPr lvl="2" fontAlgn="ctr"/>
            <a:r>
              <a:rPr lang="en-IN" sz="2400" dirty="0"/>
              <a:t>Do computation</a:t>
            </a:r>
          </a:p>
          <a:p>
            <a:pPr lvl="2" fontAlgn="ctr"/>
            <a:r>
              <a:rPr lang="en-IN" sz="2400" dirty="0"/>
              <a:t>Return a response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0378165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DE5B8-4F3B-BC03-E675-8664B5216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CDD9B-B0C1-C7F0-4721-B7E68E552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7. Return Response</a:t>
            </a:r>
          </a:p>
          <a:p>
            <a:pPr lvl="1" fontAlgn="ctr"/>
            <a:r>
              <a:rPr lang="en-IN" sz="2400" dirty="0"/>
              <a:t>The response (usually a </a:t>
            </a:r>
            <a:r>
              <a:rPr lang="en-IN" sz="2400" b="1" dirty="0" err="1">
                <a:solidFill>
                  <a:srgbClr val="C00000"/>
                </a:solidFill>
              </a:rPr>
              <a:t>dict</a:t>
            </a:r>
            <a:r>
              <a:rPr lang="en-IN" sz="2400" dirty="0"/>
              <a:t>,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model</a:t>
            </a:r>
            <a:r>
              <a:rPr lang="en-IN" sz="2400" dirty="0"/>
              <a:t>, or </a:t>
            </a:r>
            <a:r>
              <a:rPr lang="en-IN" sz="2400" b="1" dirty="0">
                <a:solidFill>
                  <a:srgbClr val="C00000"/>
                </a:solidFill>
              </a:rPr>
              <a:t>JSON</a:t>
            </a:r>
            <a:r>
              <a:rPr lang="en-IN" sz="2400" dirty="0"/>
              <a:t>) is:</a:t>
            </a:r>
          </a:p>
          <a:p>
            <a:pPr lvl="2" fontAlgn="ctr"/>
            <a:r>
              <a:rPr lang="en-IN" sz="2400" dirty="0"/>
              <a:t>Automatically converted to JSON</a:t>
            </a:r>
          </a:p>
          <a:p>
            <a:pPr lvl="2" fontAlgn="ctr"/>
            <a:r>
              <a:rPr lang="en-IN" sz="2400" dirty="0"/>
              <a:t>Enriched with </a:t>
            </a:r>
            <a:r>
              <a:rPr lang="en-IN" sz="2400" dirty="0" err="1"/>
              <a:t>OpenAPI</a:t>
            </a:r>
            <a:r>
              <a:rPr lang="en-IN" sz="2400" dirty="0"/>
              <a:t>-compatible metadata</a:t>
            </a:r>
          </a:p>
          <a:p>
            <a:pPr lvl="2" fontAlgn="ctr"/>
            <a:r>
              <a:rPr lang="en-IN" sz="2400" dirty="0"/>
              <a:t>Sent back to the client with an appropriate </a:t>
            </a:r>
            <a:r>
              <a:rPr lang="en-IN" sz="2400" b="1" dirty="0">
                <a:solidFill>
                  <a:srgbClr val="C00000"/>
                </a:solidFill>
              </a:rPr>
              <a:t>HTTP status code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 8. Interactive API Docs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generates docs at:</a:t>
            </a:r>
          </a:p>
          <a:p>
            <a:pPr lvl="2" fontAlgn="ctr"/>
            <a:r>
              <a:rPr lang="en-IN" sz="2400" dirty="0"/>
              <a:t>/docs → Swagger UI</a:t>
            </a:r>
          </a:p>
          <a:p>
            <a:pPr lvl="2" fontAlgn="ctr"/>
            <a:r>
              <a:rPr lang="en-IN" sz="2400" dirty="0"/>
              <a:t>/</a:t>
            </a:r>
            <a:r>
              <a:rPr lang="en-IN" sz="2400" dirty="0" err="1"/>
              <a:t>redoc</a:t>
            </a:r>
            <a:r>
              <a:rPr lang="en-IN" sz="2400" dirty="0"/>
              <a:t> → </a:t>
            </a:r>
            <a:r>
              <a:rPr lang="en-IN" sz="2400" dirty="0" err="1"/>
              <a:t>ReDoc</a:t>
            </a:r>
            <a:r>
              <a:rPr lang="en-IN" sz="2400" dirty="0"/>
              <a:t> UI</a:t>
            </a:r>
          </a:p>
          <a:p>
            <a:pPr lvl="1" fontAlgn="ctr"/>
            <a:r>
              <a:rPr lang="en-IN" sz="2400" dirty="0"/>
              <a:t>These docs are auto-generated from your path, input/output types, and </a:t>
            </a:r>
            <a:r>
              <a:rPr lang="en-IN" sz="2400" dirty="0" err="1"/>
              <a:t>Pydantic</a:t>
            </a:r>
            <a:r>
              <a:rPr lang="en-IN" sz="2400" dirty="0"/>
              <a:t> models.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912196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C8C-BC9A-A940-FDF7-046108CB8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E7CD1-BCF9-E9FC-07B7-C9EB7A9F3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 err="1">
                <a:solidFill>
                  <a:schemeClr val="accent2">
                    <a:lumMod val="75000"/>
                  </a:schemeClr>
                </a:solidFill>
              </a:rPr>
              <a:t>Pydantic</a:t>
            </a:r>
            <a:r>
              <a:rPr lang="en-IN" sz="2800" b="1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pPr fontAlgn="ctr"/>
            <a:r>
              <a:rPr lang="en-US" sz="2800" b="1" dirty="0" err="1"/>
              <a:t>Pydantic</a:t>
            </a:r>
            <a:r>
              <a:rPr lang="en-US" sz="2800" dirty="0"/>
              <a:t> is a Python library used to </a:t>
            </a:r>
            <a:r>
              <a:rPr lang="en-US" sz="2800" b="1" dirty="0"/>
              <a:t>validate and manage data</a:t>
            </a:r>
            <a:r>
              <a:rPr lang="en-US" sz="2800" dirty="0"/>
              <a:t> using </a:t>
            </a:r>
            <a:r>
              <a:rPr lang="en-US" sz="2800" b="1" dirty="0"/>
              <a:t>Python type hints</a:t>
            </a:r>
            <a:r>
              <a:rPr lang="en-US" sz="2800" dirty="0"/>
              <a:t>.</a:t>
            </a:r>
          </a:p>
          <a:p>
            <a:pPr fontAlgn="ctr"/>
            <a:r>
              <a:rPr lang="en-US" sz="2800" dirty="0"/>
              <a:t>It ensures that the data you receive (for example, from user input, API requests, or databases) is of the </a:t>
            </a:r>
            <a:r>
              <a:rPr lang="en-US" sz="2800" b="1" dirty="0"/>
              <a:t>correct type</a:t>
            </a:r>
            <a:r>
              <a:rPr lang="en-US" sz="2800" dirty="0"/>
              <a:t> and </a:t>
            </a:r>
            <a:r>
              <a:rPr lang="en-US" sz="2800" b="1" dirty="0"/>
              <a:t>structure</a:t>
            </a:r>
            <a:r>
              <a:rPr lang="en-US" sz="2800" dirty="0"/>
              <a:t> — automatically converting and validating it.</a:t>
            </a:r>
          </a:p>
          <a:p>
            <a:pPr marL="0" indent="0" fontAlgn="ctr">
              <a:buNone/>
            </a:pPr>
            <a:endParaRPr lang="en-IN" sz="2400" b="1" dirty="0"/>
          </a:p>
          <a:p>
            <a:pPr marL="0" indent="0" fontAlgn="ctr">
              <a:buNone/>
            </a:pPr>
            <a:r>
              <a:rPr lang="en-IN" sz="2400" b="1" dirty="0"/>
              <a:t>Installation:</a:t>
            </a:r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B7278-3CE1-5F0A-3D4A-57146AECC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009" y="4373400"/>
            <a:ext cx="4311105" cy="87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2913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CBC8E-7DBE-AD3B-4ED6-C8BF6E84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248A5-B031-375B-AECC-729CABF16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Why Use </a:t>
            </a:r>
            <a:r>
              <a:rPr lang="en-US" sz="2400" b="1" dirty="0" err="1"/>
              <a:t>Pydantic</a:t>
            </a:r>
            <a:r>
              <a:rPr lang="en-US" sz="2400" b="1" dirty="0"/>
              <a:t>?</a:t>
            </a:r>
          </a:p>
          <a:p>
            <a:r>
              <a:rPr lang="en-US" sz="2400" dirty="0"/>
              <a:t>When writing code (especially APIs or data models), you often receive data like this: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But notice — </a:t>
            </a:r>
            <a:r>
              <a:rPr lang="en-US" dirty="0"/>
              <a:t>"age"</a:t>
            </a:r>
            <a:r>
              <a:rPr lang="en-US" sz="2400" dirty="0"/>
              <a:t> is a </a:t>
            </a:r>
            <a:r>
              <a:rPr lang="en-US" sz="2400" b="1" dirty="0"/>
              <a:t>string</a:t>
            </a:r>
            <a:r>
              <a:rPr lang="en-US" sz="2400" dirty="0"/>
              <a:t>, not an </a:t>
            </a:r>
            <a:r>
              <a:rPr lang="en-US" sz="2400" b="1" dirty="0"/>
              <a:t>integer</a:t>
            </a:r>
            <a:r>
              <a:rPr lang="en-US" sz="2400" dirty="0"/>
              <a:t>.</a:t>
            </a:r>
          </a:p>
          <a:p>
            <a:r>
              <a:rPr lang="en-US" sz="2400" dirty="0"/>
              <a:t>We can manually convert and check types… but that’s tedious.</a:t>
            </a:r>
          </a:p>
          <a:p>
            <a:r>
              <a:rPr lang="en-US" sz="2400" b="1" dirty="0" err="1"/>
              <a:t>Pydantic</a:t>
            </a:r>
            <a:r>
              <a:rPr lang="en-US" sz="2400" b="1" dirty="0"/>
              <a:t> does this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— it will:</a:t>
            </a:r>
          </a:p>
          <a:p>
            <a:pPr lvl="1"/>
            <a:r>
              <a:rPr lang="en-US" sz="2400" dirty="0"/>
              <a:t>Convert data to correct types.</a:t>
            </a:r>
          </a:p>
          <a:p>
            <a:pPr lvl="1"/>
            <a:r>
              <a:rPr lang="en-US" sz="2400" dirty="0"/>
              <a:t>Validate missing or invalid fields.</a:t>
            </a:r>
          </a:p>
          <a:p>
            <a:pPr lvl="1"/>
            <a:r>
              <a:rPr lang="en-US" sz="2400" dirty="0"/>
              <a:t>Raise </a:t>
            </a:r>
            <a:r>
              <a:rPr lang="en-US" sz="2400" b="1" dirty="0"/>
              <a:t>friendly errors </a:t>
            </a:r>
            <a:r>
              <a:rPr lang="en-US" sz="2400" dirty="0"/>
              <a:t>if something’s wrong.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F900D7-1872-81B2-DDAE-73442650A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67" y="2081267"/>
            <a:ext cx="9777362" cy="72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9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30B8F-0C81-1810-7510-262AA3F92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8E3DD-AAA6-B500-A102-4FA4311B1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Basic Example:</a:t>
            </a:r>
          </a:p>
          <a:p>
            <a:pPr marL="0" indent="0" fontAlgn="ctr">
              <a:buNone/>
            </a:pP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683237-DB3C-3DA8-7F45-D8919FD61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952" y="1289580"/>
            <a:ext cx="10238095" cy="4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025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52BB0-192B-AFF5-58B8-142E71F01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1AC90-2FA8-5CDA-104A-63BCA52BC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2800" dirty="0"/>
              <a:t>Now,</a:t>
            </a:r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fontAlgn="ctr"/>
            <a:r>
              <a:rPr lang="en-US" sz="2800" dirty="0"/>
              <a:t>Notice that </a:t>
            </a:r>
            <a:r>
              <a:rPr lang="en-US" sz="2400" dirty="0"/>
              <a:t>"age"</a:t>
            </a:r>
            <a:r>
              <a:rPr lang="en-US" sz="2800" dirty="0"/>
              <a:t> was automatically converted to an integer!.</a:t>
            </a:r>
          </a:p>
          <a:p>
            <a:pPr fontAlgn="ctr"/>
            <a:r>
              <a:rPr lang="en-US" sz="2800" dirty="0"/>
              <a:t>That’s </a:t>
            </a:r>
            <a:r>
              <a:rPr lang="en-US" sz="2800" b="1" dirty="0"/>
              <a:t>data parsing and validation</a:t>
            </a:r>
            <a:r>
              <a:rPr lang="en-US" sz="2800" dirty="0"/>
              <a:t> in action. 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85B6A8-7441-97AD-A18E-4D2F77EB4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371" y="1273005"/>
            <a:ext cx="4492771" cy="1915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5284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2D538-16B3-EB99-945F-0B9600AD8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330E4-B0DC-167A-A5ED-4C0C32C9F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Handling Invalid Data:</a:t>
            </a:r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r>
              <a:rPr lang="en-IN" sz="2400" b="1" dirty="0"/>
              <a:t>Output: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F9A5C-8CEF-45C2-3747-08915750D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35150"/>
            <a:ext cx="10163115" cy="18938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414150-9C55-A982-4FB0-F6931A3FB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56" y="4833322"/>
            <a:ext cx="7535627" cy="145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56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DC8EB-2798-150D-6D64-2C1337E39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F23D9-42A5-63B0-6CEA-BA43EC207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0600"/>
            <a:ext cx="10659110" cy="5367670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 err="1"/>
              <a:t>BaseModel</a:t>
            </a:r>
            <a:r>
              <a:rPr lang="en-IN" sz="2800" b="1" dirty="0"/>
              <a:t>:</a:t>
            </a:r>
          </a:p>
          <a:p>
            <a:pPr marL="0" indent="0">
              <a:buNone/>
            </a:pPr>
            <a:r>
              <a:rPr lang="en-US" sz="2800" dirty="0" err="1"/>
              <a:t>BaseModel</a:t>
            </a:r>
            <a:r>
              <a:rPr lang="en-US" sz="2800" dirty="0"/>
              <a:t> is a </a:t>
            </a:r>
            <a:r>
              <a:rPr lang="en-US" sz="2800" b="1" dirty="0"/>
              <a:t>class provided by </a:t>
            </a:r>
            <a:r>
              <a:rPr lang="en-US" sz="2800" b="1" dirty="0" err="1"/>
              <a:t>Pydantic</a:t>
            </a:r>
            <a:r>
              <a:rPr lang="en-US" sz="2800" dirty="0"/>
              <a:t> that allows you to define Python classes where</a:t>
            </a:r>
            <a:r>
              <a:rPr lang="en-US" sz="2400" dirty="0"/>
              <a:t>:</a:t>
            </a:r>
          </a:p>
          <a:p>
            <a:r>
              <a:rPr lang="en-US" sz="2800" dirty="0"/>
              <a:t>Each attribute has a </a:t>
            </a:r>
            <a:r>
              <a:rPr lang="en-US" sz="2800" b="1" dirty="0"/>
              <a:t>type annotation</a:t>
            </a:r>
            <a:r>
              <a:rPr lang="en-US" sz="2800" dirty="0"/>
              <a:t> </a:t>
            </a:r>
            <a:r>
              <a:rPr lang="en-US" sz="2400" dirty="0"/>
              <a:t>(like </a:t>
            </a:r>
            <a:r>
              <a:rPr lang="en-US" b="1" dirty="0"/>
              <a:t>str</a:t>
            </a:r>
            <a:r>
              <a:rPr lang="en-US" sz="2400" dirty="0"/>
              <a:t>, </a:t>
            </a:r>
            <a:r>
              <a:rPr lang="en-US" b="1" dirty="0"/>
              <a:t>int</a:t>
            </a:r>
            <a:r>
              <a:rPr lang="en-US" sz="2400" dirty="0"/>
              <a:t>, </a:t>
            </a:r>
            <a:r>
              <a:rPr lang="en-US" b="1" dirty="0"/>
              <a:t>float</a:t>
            </a:r>
            <a:r>
              <a:rPr lang="en-US" sz="2400" dirty="0"/>
              <a:t>, etc.)</a:t>
            </a:r>
          </a:p>
          <a:p>
            <a:r>
              <a:rPr lang="en-US" sz="2800" dirty="0" err="1"/>
              <a:t>Pydantic</a:t>
            </a:r>
            <a:r>
              <a:rPr lang="en-US" sz="2800" dirty="0"/>
              <a:t> automatically </a:t>
            </a:r>
            <a:r>
              <a:rPr lang="en-US" sz="2800" b="1" dirty="0"/>
              <a:t>validates</a:t>
            </a:r>
            <a:r>
              <a:rPr lang="en-US" sz="2800" dirty="0"/>
              <a:t> that data assigned to those attributes matches the expected types.</a:t>
            </a:r>
          </a:p>
          <a:p>
            <a:r>
              <a:rPr lang="en-US" sz="2800" dirty="0"/>
              <a:t>You get </a:t>
            </a:r>
            <a:r>
              <a:rPr lang="en-US" sz="2800" b="1" dirty="0"/>
              <a:t>automatic conversion</a:t>
            </a:r>
            <a:r>
              <a:rPr lang="en-US" sz="2800" dirty="0"/>
              <a:t>, </a:t>
            </a:r>
            <a:r>
              <a:rPr lang="en-US" sz="2800" b="1" dirty="0"/>
              <a:t>error handling</a:t>
            </a:r>
            <a:r>
              <a:rPr lang="en-US" sz="2800" dirty="0"/>
              <a:t>, and </a:t>
            </a:r>
            <a:r>
              <a:rPr lang="en-US" sz="2800" b="1" dirty="0"/>
              <a:t>JSON serialization</a:t>
            </a:r>
            <a:r>
              <a:rPr lang="en-US" sz="2800" dirty="0"/>
              <a:t> for free.</a:t>
            </a:r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680627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2F76-DD52-6B88-DCA0-10A086B4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D950C-DB41-C584-047D-58DA2F007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Why Use It?</a:t>
            </a:r>
          </a:p>
          <a:p>
            <a:r>
              <a:rPr lang="en-US" sz="2400" dirty="0"/>
              <a:t>Because Python alone doesn’t enforce types at runtime.</a:t>
            </a:r>
            <a:br>
              <a:rPr lang="en-US" sz="2400" dirty="0"/>
            </a:br>
            <a:r>
              <a:rPr lang="en-US" sz="2400" dirty="0"/>
              <a:t>For example:</a:t>
            </a:r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fontAlgn="ctr"/>
            <a:r>
              <a:rPr lang="en-US" sz="2400" dirty="0"/>
              <a:t>But </a:t>
            </a:r>
            <a:r>
              <a:rPr lang="en-US" sz="2400" dirty="0" err="1"/>
              <a:t>Pydantic</a:t>
            </a:r>
            <a:r>
              <a:rPr lang="en-US" sz="2400" dirty="0"/>
              <a:t> </a:t>
            </a:r>
            <a:r>
              <a:rPr lang="en-US" sz="2400" b="1" dirty="0"/>
              <a:t>will catch such mistakes</a:t>
            </a:r>
            <a:r>
              <a:rPr lang="en-US" sz="2400" dirty="0"/>
              <a:t> at runtime and raise a </a:t>
            </a:r>
            <a:r>
              <a:rPr lang="en-US" sz="2400" b="1" dirty="0" err="1">
                <a:solidFill>
                  <a:srgbClr val="C00000"/>
                </a:solidFill>
              </a:rPr>
              <a:t>ValidationError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C3EAB5-815E-1A5C-8FBD-DCE4C8315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1688"/>
            <a:ext cx="10820400" cy="667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62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E557-D4C9-4BD2-092C-0FEFC1A90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02728-909D-A8D7-132C-3E3F4FF88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Extra Features of </a:t>
            </a:r>
            <a:r>
              <a:rPr lang="en-US" sz="2800" b="1" dirty="0" err="1"/>
              <a:t>BaseModel</a:t>
            </a:r>
            <a:endParaRPr lang="en-US" sz="2800" b="1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dict</a:t>
            </a:r>
            <a:r>
              <a:rPr lang="en-US" b="1" dirty="0"/>
              <a:t>()</a:t>
            </a:r>
            <a:r>
              <a:rPr lang="en-US" sz="2800" dirty="0"/>
              <a:t> </a:t>
            </a:r>
            <a:r>
              <a:rPr lang="en-US" sz="2400" dirty="0"/>
              <a:t>→ Converts model to a Python dictionary: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json</a:t>
            </a:r>
            <a:r>
              <a:rPr lang="en-US" sz="2400" b="1" dirty="0"/>
              <a:t>()</a:t>
            </a:r>
            <a:r>
              <a:rPr lang="en-US" sz="2800" dirty="0"/>
              <a:t> </a:t>
            </a:r>
            <a:r>
              <a:rPr lang="en-US" sz="2400" dirty="0"/>
              <a:t>→ Converts model to a JSON string: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model_dump</a:t>
            </a:r>
            <a:r>
              <a:rPr lang="en-US" sz="2400" b="1" dirty="0"/>
              <a:t>() </a:t>
            </a:r>
            <a:r>
              <a:rPr lang="en-US" sz="2400" dirty="0"/>
              <a:t>and </a:t>
            </a:r>
            <a:r>
              <a:rPr lang="en-US" sz="2400" b="1" dirty="0"/>
              <a:t>.</a:t>
            </a:r>
            <a:r>
              <a:rPr lang="en-US" sz="2400" b="1" dirty="0" err="1"/>
              <a:t>model_dump_json</a:t>
            </a:r>
            <a:r>
              <a:rPr lang="en-US" sz="2400" b="1" dirty="0"/>
              <a:t>() </a:t>
            </a:r>
            <a:r>
              <a:rPr lang="en-US" sz="2400" dirty="0"/>
              <a:t>→ (</a:t>
            </a:r>
            <a:r>
              <a:rPr lang="en-US" sz="2400" dirty="0" err="1"/>
              <a:t>Pydantic</a:t>
            </a:r>
            <a:r>
              <a:rPr lang="en-US" sz="2400" dirty="0"/>
              <a:t> v2 equivalents)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Validation and Error handling → </a:t>
            </a:r>
            <a:r>
              <a:rPr lang="en-US" sz="2400" b="1" dirty="0" err="1">
                <a:solidFill>
                  <a:srgbClr val="C00000"/>
                </a:solidFill>
              </a:rPr>
              <a:t>ValidationError</a:t>
            </a:r>
            <a:r>
              <a:rPr lang="en-US" sz="2400" dirty="0"/>
              <a:t> helps catch bad data cleanly.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D5D7C9-3DBF-C02D-7F2B-37710BACA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866" y="1744486"/>
            <a:ext cx="2476352" cy="664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479120-729F-A96F-C946-AC479B570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866" y="3122580"/>
            <a:ext cx="2476350" cy="65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09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53F87-36E8-9FFE-1358-AEF5E59C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D20D-C1FE-2E43-B437-7EBDEFC2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2400" b="1" dirty="0"/>
              <a:t>Default Values and Optional Fields:</a:t>
            </a:r>
          </a:p>
          <a:p>
            <a:pPr marL="0" indent="0" fontAlgn="ctr">
              <a:buNone/>
            </a:pP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91A1-3B59-F68E-F9FB-76C4601E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810" y="1230682"/>
            <a:ext cx="8291562" cy="505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181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27A-1E12-2984-0798-7D1D38A6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E3A01-F8BA-B470-8BD0-352A6D6F8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Data Conversion</a:t>
            </a:r>
          </a:p>
          <a:p>
            <a:r>
              <a:rPr lang="en-IN" sz="2400" dirty="0" err="1"/>
              <a:t>Pydantic</a:t>
            </a:r>
            <a:r>
              <a:rPr lang="en-IN" sz="2400" dirty="0"/>
              <a:t> can </a:t>
            </a:r>
            <a:r>
              <a:rPr lang="en-IN" sz="2400" b="1" dirty="0"/>
              <a:t>coerce</a:t>
            </a:r>
            <a:r>
              <a:rPr lang="en-IN" sz="2400" dirty="0"/>
              <a:t> (convert) compatible data types automatically.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2B84F4-ACC3-B628-6EF6-79321F4EA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382" y="1694382"/>
            <a:ext cx="7483420" cy="428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91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B005-1E86-BF08-B605-33494F374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B3553-7570-769D-0191-273CAB451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Validation with Custom Logic: </a:t>
            </a:r>
          </a:p>
          <a:p>
            <a:r>
              <a:rPr lang="en-US" sz="2400" dirty="0"/>
              <a:t>You can define </a:t>
            </a:r>
            <a:r>
              <a:rPr lang="en-US" sz="2400" b="1" dirty="0">
                <a:solidFill>
                  <a:srgbClr val="C00000"/>
                </a:solidFill>
              </a:rPr>
              <a:t>validators</a:t>
            </a:r>
            <a:r>
              <a:rPr lang="en-US" sz="2400" dirty="0"/>
              <a:t> to add your own rules.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6C21A8-3522-6053-7EF3-CF952B4F0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1" y="1514825"/>
            <a:ext cx="9056914" cy="4946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5571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B6C9-E383-B123-D769-DE92224FC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5D3AB-45C5-4B96-588C-500B466F4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Nested Models</a:t>
            </a:r>
          </a:p>
          <a:p>
            <a:r>
              <a:rPr lang="en-US" sz="2400" dirty="0" err="1"/>
              <a:t>Pydantic</a:t>
            </a:r>
            <a:r>
              <a:rPr lang="en-US" sz="2400" dirty="0"/>
              <a:t> models can be nested (useful for JSON-like data).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E24701-F3D4-9FEB-F4D5-E4B1EB36E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971" y="1614913"/>
            <a:ext cx="6708514" cy="466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97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53EFE-D567-300D-3FEA-20AB6483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56EB7-C1B5-D782-E7FA-986519411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536944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0C552-E9B3-4C58-A8FA-4384EF05D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1" y="1109073"/>
            <a:ext cx="10853148" cy="147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575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09368-7CE7-C125-C032-8487697C4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96A2F-4FDC-4354-21FF-A05E62E29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4387923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C6A9A-5906-66C0-3E3E-637829EC1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81E45-DEC9-B465-E2AD-F0A2FAC19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47961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F3F14-5A49-356B-937B-BBF0AFC8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2F329-AA89-0AAC-D802-55444F31B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7340798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Modules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Core Modules (Built-In): </a:t>
            </a:r>
            <a:r>
              <a:rPr lang="en-US" sz="2400" dirty="0"/>
              <a:t>These are modules that are </a:t>
            </a:r>
            <a:r>
              <a:rPr lang="en-US" sz="2400" b="1" dirty="0">
                <a:solidFill>
                  <a:srgbClr val="C00000"/>
                </a:solidFill>
              </a:rPr>
              <a:t>included with Python </a:t>
            </a:r>
            <a:r>
              <a:rPr lang="en-US" sz="2400" dirty="0"/>
              <a:t>and provide basic functionality. </a:t>
            </a: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random.</a:t>
            </a:r>
          </a:p>
          <a:p>
            <a:pPr marL="0" indent="0">
              <a:buNone/>
            </a:pPr>
            <a:r>
              <a:rPr lang="en-US" sz="2400" b="1" dirty="0"/>
              <a:t>2. Local Modules: </a:t>
            </a:r>
            <a:r>
              <a:rPr lang="en-US" sz="2400" dirty="0"/>
              <a:t>These are modules that </a:t>
            </a:r>
            <a:r>
              <a:rPr lang="en-US" sz="2400" b="1" dirty="0">
                <a:solidFill>
                  <a:srgbClr val="C00000"/>
                </a:solidFill>
              </a:rPr>
              <a:t>you create </a:t>
            </a:r>
            <a:r>
              <a:rPr lang="en-US" sz="24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400" b="1" dirty="0"/>
              <a:t>3. Third-party Modules: </a:t>
            </a:r>
            <a:r>
              <a:rPr lang="en-US" sz="2400" dirty="0"/>
              <a:t>These are modules created by </a:t>
            </a:r>
            <a:r>
              <a:rPr lang="en-US" sz="2400" b="1" dirty="0">
                <a:solidFill>
                  <a:srgbClr val="C00000"/>
                </a:solidFill>
              </a:rPr>
              <a:t>third-party developers </a:t>
            </a:r>
            <a:r>
              <a:rPr lang="en-US" sz="2400" dirty="0"/>
              <a:t>and are </a:t>
            </a:r>
            <a:r>
              <a:rPr lang="en-US" sz="2400" b="1" dirty="0">
                <a:solidFill>
                  <a:srgbClr val="C00000"/>
                </a:solidFill>
              </a:rPr>
              <a:t>not included with Python</a:t>
            </a:r>
            <a:r>
              <a:rPr lang="en-US" sz="2400" dirty="0"/>
              <a:t>. You can install third-party modules using </a:t>
            </a:r>
            <a:r>
              <a:rPr lang="en-US" sz="2400" b="1" dirty="0">
                <a:solidFill>
                  <a:srgbClr val="C00000"/>
                </a:solidFill>
              </a:rPr>
              <a:t>pip</a:t>
            </a:r>
            <a:r>
              <a:rPr lang="en-US" sz="2400" dirty="0"/>
              <a:t> (Node Package Manager) and then use </a:t>
            </a:r>
            <a:r>
              <a:rPr lang="en-US" sz="2400" b="1" dirty="0">
                <a:solidFill>
                  <a:srgbClr val="C00000"/>
                </a:solidFill>
              </a:rPr>
              <a:t>import </a:t>
            </a:r>
            <a:r>
              <a:rPr lang="en-US" sz="24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JavaScript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>
                <a:solidFill>
                  <a:srgbClr val="C00000"/>
                </a:solidFill>
              </a:rPr>
              <a:t>pip</a:t>
            </a:r>
            <a:r>
              <a:rPr lang="en-US" sz="2400" b="1" dirty="0"/>
              <a:t> 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Express: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95" y="1763226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496" y="3505943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8496" y="5636810"/>
            <a:ext cx="5400000" cy="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E3A6-D2B0-ADA9-078C-2204DC9F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F39CD-4300-F7BB-63B6-60988B2C2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836522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44146-02E9-F2E9-8E92-7F25EF4C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DBAB-3C96-2A5F-6FEE-FB123BFAD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F9621-BB4C-868D-8B8B-2F5080A51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929249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56BAB-6227-2C57-6074-2ED9DFBA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9B089-0750-42AE-1630-8CA2F0870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87920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C3BE6-D9AC-6935-4C4D-909451659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1655D-C5EC-BCC8-E3FE-4CAFECDE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484250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1D71-BFC4-3FFB-4968-8F9F4A0D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7E388-CACE-4E4B-D235-FFF023260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261098285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9507</TotalTime>
  <Words>3059</Words>
  <Application>Microsoft Office PowerPoint</Application>
  <PresentationFormat>Widescreen</PresentationFormat>
  <Paragraphs>458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Aptos</vt:lpstr>
      <vt:lpstr>Arial</vt:lpstr>
      <vt:lpstr>Calibri</vt:lpstr>
      <vt:lpstr>Courier New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2025-10-20T07:03:02Z</dcterms:modified>
</cp:coreProperties>
</file>