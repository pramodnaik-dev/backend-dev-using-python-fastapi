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0" r:id="rId1"/>
  </p:sldMasterIdLst>
  <p:notesMasterIdLst>
    <p:notesMasterId r:id="rId47"/>
  </p:notesMasterIdLst>
  <p:sldIdLst>
    <p:sldId id="526" r:id="rId2"/>
    <p:sldId id="527" r:id="rId3"/>
    <p:sldId id="528" r:id="rId4"/>
    <p:sldId id="529" r:id="rId5"/>
    <p:sldId id="536" r:id="rId6"/>
    <p:sldId id="537" r:id="rId7"/>
    <p:sldId id="547" r:id="rId8"/>
    <p:sldId id="548" r:id="rId9"/>
    <p:sldId id="549" r:id="rId10"/>
    <p:sldId id="550" r:id="rId11"/>
    <p:sldId id="551" r:id="rId12"/>
    <p:sldId id="552" r:id="rId13"/>
    <p:sldId id="553" r:id="rId14"/>
    <p:sldId id="554" r:id="rId15"/>
    <p:sldId id="555" r:id="rId16"/>
    <p:sldId id="556" r:id="rId17"/>
    <p:sldId id="557" r:id="rId18"/>
    <p:sldId id="558" r:id="rId19"/>
    <p:sldId id="559" r:id="rId20"/>
    <p:sldId id="560" r:id="rId21"/>
    <p:sldId id="538" r:id="rId22"/>
    <p:sldId id="539" r:id="rId23"/>
    <p:sldId id="540" r:id="rId24"/>
    <p:sldId id="541" r:id="rId25"/>
    <p:sldId id="542" r:id="rId26"/>
    <p:sldId id="543" r:id="rId27"/>
    <p:sldId id="544" r:id="rId28"/>
    <p:sldId id="545" r:id="rId29"/>
    <p:sldId id="546" r:id="rId30"/>
    <p:sldId id="561" r:id="rId31"/>
    <p:sldId id="562" r:id="rId32"/>
    <p:sldId id="563" r:id="rId33"/>
    <p:sldId id="564" r:id="rId34"/>
    <p:sldId id="565" r:id="rId35"/>
    <p:sldId id="566" r:id="rId36"/>
    <p:sldId id="567" r:id="rId37"/>
    <p:sldId id="568" r:id="rId38"/>
    <p:sldId id="569" r:id="rId39"/>
    <p:sldId id="570" r:id="rId40"/>
    <p:sldId id="571" r:id="rId41"/>
    <p:sldId id="572" r:id="rId42"/>
    <p:sldId id="573" r:id="rId43"/>
    <p:sldId id="574" r:id="rId44"/>
    <p:sldId id="578" r:id="rId45"/>
    <p:sldId id="531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46307C-A4FB-4FD5-8C0B-C077839C007C}" v="180" dt="2025-10-20T07:01:48.36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mod Naik" userId="ceb6df04-ef15-4d9b-a141-998a03559d75" providerId="ADAL" clId="{62E9B5AE-779D-4001-92D3-8FF830A8A9C1}"/>
    <pc:docChg chg="undo custSel addSld delSld modSld">
      <pc:chgData name="Pramod Naik" userId="ceb6df04-ef15-4d9b-a141-998a03559d75" providerId="ADAL" clId="{62E9B5AE-779D-4001-92D3-8FF830A8A9C1}" dt="2025-10-26T05:53:41.772" v="2460" actId="2696"/>
      <pc:docMkLst>
        <pc:docMk/>
      </pc:docMkLst>
      <pc:sldChg chg="del">
        <pc:chgData name="Pramod Naik" userId="ceb6df04-ef15-4d9b-a141-998a03559d75" providerId="ADAL" clId="{62E9B5AE-779D-4001-92D3-8FF830A8A9C1}" dt="2025-09-20T10:19:06.094" v="0" actId="47"/>
        <pc:sldMkLst>
          <pc:docMk/>
          <pc:sldMk cId="3536530834" sldId="281"/>
        </pc:sldMkLst>
      </pc:sldChg>
      <pc:sldChg chg="del">
        <pc:chgData name="Pramod Naik" userId="ceb6df04-ef15-4d9b-a141-998a03559d75" providerId="ADAL" clId="{62E9B5AE-779D-4001-92D3-8FF830A8A9C1}" dt="2025-09-20T10:39:37.669" v="178" actId="47"/>
        <pc:sldMkLst>
          <pc:docMk/>
          <pc:sldMk cId="3871635132" sldId="282"/>
        </pc:sldMkLst>
      </pc:sldChg>
      <pc:sldChg chg="del">
        <pc:chgData name="Pramod Naik" userId="ceb6df04-ef15-4d9b-a141-998a03559d75" providerId="ADAL" clId="{62E9B5AE-779D-4001-92D3-8FF830A8A9C1}" dt="2025-09-20T10:39:39.497" v="179" actId="47"/>
        <pc:sldMkLst>
          <pc:docMk/>
          <pc:sldMk cId="98249899" sldId="283"/>
        </pc:sldMkLst>
      </pc:sldChg>
      <pc:sldChg chg="del">
        <pc:chgData name="Pramod Naik" userId="ceb6df04-ef15-4d9b-a141-998a03559d75" providerId="ADAL" clId="{62E9B5AE-779D-4001-92D3-8FF830A8A9C1}" dt="2025-09-20T10:39:43.232" v="181" actId="47"/>
        <pc:sldMkLst>
          <pc:docMk/>
          <pc:sldMk cId="1725153903" sldId="284"/>
        </pc:sldMkLst>
      </pc:sldChg>
      <pc:sldChg chg="del">
        <pc:chgData name="Pramod Naik" userId="ceb6df04-ef15-4d9b-a141-998a03559d75" providerId="ADAL" clId="{62E9B5AE-779D-4001-92D3-8FF830A8A9C1}" dt="2025-09-20T10:40:12.729" v="185" actId="47"/>
        <pc:sldMkLst>
          <pc:docMk/>
          <pc:sldMk cId="1206189811" sldId="287"/>
        </pc:sldMkLst>
      </pc:sldChg>
      <pc:sldChg chg="del">
        <pc:chgData name="Pramod Naik" userId="ceb6df04-ef15-4d9b-a141-998a03559d75" providerId="ADAL" clId="{62E9B5AE-779D-4001-92D3-8FF830A8A9C1}" dt="2025-09-20T10:40:26.333" v="187" actId="47"/>
        <pc:sldMkLst>
          <pc:docMk/>
          <pc:sldMk cId="1887283550" sldId="289"/>
        </pc:sldMkLst>
      </pc:sldChg>
      <pc:sldChg chg="del">
        <pc:chgData name="Pramod Naik" userId="ceb6df04-ef15-4d9b-a141-998a03559d75" providerId="ADAL" clId="{62E9B5AE-779D-4001-92D3-8FF830A8A9C1}" dt="2025-09-20T10:41:54.927" v="216" actId="47"/>
        <pc:sldMkLst>
          <pc:docMk/>
          <pc:sldMk cId="2706642426" sldId="305"/>
        </pc:sldMkLst>
      </pc:sldChg>
      <pc:sldChg chg="modSp add del mod">
        <pc:chgData name="Pramod Naik" userId="ceb6df04-ef15-4d9b-a141-998a03559d75" providerId="ADAL" clId="{62E9B5AE-779D-4001-92D3-8FF830A8A9C1}" dt="2025-10-26T05:53:41.772" v="2460" actId="2696"/>
        <pc:sldMkLst>
          <pc:docMk/>
          <pc:sldMk cId="3332929625" sldId="306"/>
        </pc:sldMkLst>
      </pc:sldChg>
      <pc:sldChg chg="del">
        <pc:chgData name="Pramod Naik" userId="ceb6df04-ef15-4d9b-a141-998a03559d75" providerId="ADAL" clId="{62E9B5AE-779D-4001-92D3-8FF830A8A9C1}" dt="2025-09-20T10:41:56.127" v="217" actId="47"/>
        <pc:sldMkLst>
          <pc:docMk/>
          <pc:sldMk cId="73976908" sldId="307"/>
        </pc:sldMkLst>
      </pc:sldChg>
      <pc:sldChg chg="del">
        <pc:chgData name="Pramod Naik" userId="ceb6df04-ef15-4d9b-a141-998a03559d75" providerId="ADAL" clId="{62E9B5AE-779D-4001-92D3-8FF830A8A9C1}" dt="2025-09-20T10:41:52.968" v="215" actId="47"/>
        <pc:sldMkLst>
          <pc:docMk/>
          <pc:sldMk cId="2788973060" sldId="308"/>
        </pc:sldMkLst>
      </pc:sldChg>
      <pc:sldChg chg="modSp add del mod">
        <pc:chgData name="Pramod Naik" userId="ceb6df04-ef15-4d9b-a141-998a03559d75" providerId="ADAL" clId="{62E9B5AE-779D-4001-92D3-8FF830A8A9C1}" dt="2025-10-26T05:53:41.772" v="2460" actId="2696"/>
        <pc:sldMkLst>
          <pc:docMk/>
          <pc:sldMk cId="2300769400" sldId="309"/>
        </pc:sldMkLst>
      </pc:sldChg>
      <pc:sldChg chg="addSp delSp modSp add del mod">
        <pc:chgData name="Pramod Naik" userId="ceb6df04-ef15-4d9b-a141-998a03559d75" providerId="ADAL" clId="{62E9B5AE-779D-4001-92D3-8FF830A8A9C1}" dt="2025-10-26T05:53:41.772" v="2460" actId="2696"/>
        <pc:sldMkLst>
          <pc:docMk/>
          <pc:sldMk cId="1739931258" sldId="310"/>
        </pc:sldMkLst>
      </pc:sldChg>
      <pc:sldChg chg="add del">
        <pc:chgData name="Pramod Naik" userId="ceb6df04-ef15-4d9b-a141-998a03559d75" providerId="ADAL" clId="{62E9B5AE-779D-4001-92D3-8FF830A8A9C1}" dt="2025-10-11T09:19:43.258" v="582" actId="47"/>
        <pc:sldMkLst>
          <pc:docMk/>
          <pc:sldMk cId="2838800158" sldId="311"/>
        </pc:sldMkLst>
      </pc:sldChg>
      <pc:sldChg chg="modSp add del mod">
        <pc:chgData name="Pramod Naik" userId="ceb6df04-ef15-4d9b-a141-998a03559d75" providerId="ADAL" clId="{62E9B5AE-779D-4001-92D3-8FF830A8A9C1}" dt="2025-10-26T05:53:41.772" v="2460" actId="2696"/>
        <pc:sldMkLst>
          <pc:docMk/>
          <pc:sldMk cId="3279370306" sldId="312"/>
        </pc:sldMkLst>
      </pc:sldChg>
      <pc:sldChg chg="addSp delSp modSp add del mod">
        <pc:chgData name="Pramod Naik" userId="ceb6df04-ef15-4d9b-a141-998a03559d75" providerId="ADAL" clId="{62E9B5AE-779D-4001-92D3-8FF830A8A9C1}" dt="2025-10-26T05:53:41.772" v="2460" actId="2696"/>
        <pc:sldMkLst>
          <pc:docMk/>
          <pc:sldMk cId="1417320102" sldId="313"/>
        </pc:sldMkLst>
      </pc:sldChg>
      <pc:sldChg chg="addSp delSp modSp add del mod">
        <pc:chgData name="Pramod Naik" userId="ceb6df04-ef15-4d9b-a141-998a03559d75" providerId="ADAL" clId="{62E9B5AE-779D-4001-92D3-8FF830A8A9C1}" dt="2025-10-26T05:53:41.772" v="2460" actId="2696"/>
        <pc:sldMkLst>
          <pc:docMk/>
          <pc:sldMk cId="4187949477" sldId="314"/>
        </pc:sldMkLst>
      </pc:sldChg>
      <pc:sldChg chg="modSp add del mod">
        <pc:chgData name="Pramod Naik" userId="ceb6df04-ef15-4d9b-a141-998a03559d75" providerId="ADAL" clId="{62E9B5AE-779D-4001-92D3-8FF830A8A9C1}" dt="2025-10-26T05:53:41.772" v="2460" actId="2696"/>
        <pc:sldMkLst>
          <pc:docMk/>
          <pc:sldMk cId="250238104" sldId="315"/>
        </pc:sldMkLst>
      </pc:sldChg>
      <pc:sldChg chg="add del">
        <pc:chgData name="Pramod Naik" userId="ceb6df04-ef15-4d9b-a141-998a03559d75" providerId="ADAL" clId="{62E9B5AE-779D-4001-92D3-8FF830A8A9C1}" dt="2025-10-11T09:27:23.701" v="797" actId="47"/>
        <pc:sldMkLst>
          <pc:docMk/>
          <pc:sldMk cId="171001743" sldId="316"/>
        </pc:sldMkLst>
      </pc:sldChg>
      <pc:sldChg chg="add del">
        <pc:chgData name="Pramod Naik" userId="ceb6df04-ef15-4d9b-a141-998a03559d75" providerId="ADAL" clId="{62E9B5AE-779D-4001-92D3-8FF830A8A9C1}" dt="2025-10-11T09:27:25.660" v="798" actId="47"/>
        <pc:sldMkLst>
          <pc:docMk/>
          <pc:sldMk cId="246652789" sldId="317"/>
        </pc:sldMkLst>
      </pc:sldChg>
      <pc:sldChg chg="del">
        <pc:chgData name="Pramod Naik" userId="ceb6df04-ef15-4d9b-a141-998a03559d75" providerId="ADAL" clId="{62E9B5AE-779D-4001-92D3-8FF830A8A9C1}" dt="2025-09-20T10:42:05.839" v="229" actId="47"/>
        <pc:sldMkLst>
          <pc:docMk/>
          <pc:sldMk cId="2446682609" sldId="318"/>
        </pc:sldMkLst>
      </pc:sldChg>
      <pc:sldChg chg="del">
        <pc:chgData name="Pramod Naik" userId="ceb6df04-ef15-4d9b-a141-998a03559d75" providerId="ADAL" clId="{62E9B5AE-779D-4001-92D3-8FF830A8A9C1}" dt="2025-09-20T10:42:06.390" v="230" actId="47"/>
        <pc:sldMkLst>
          <pc:docMk/>
          <pc:sldMk cId="4040775561" sldId="319"/>
        </pc:sldMkLst>
      </pc:sldChg>
      <pc:sldChg chg="addSp delSp modSp add del mod">
        <pc:chgData name="Pramod Naik" userId="ceb6df04-ef15-4d9b-a141-998a03559d75" providerId="ADAL" clId="{62E9B5AE-779D-4001-92D3-8FF830A8A9C1}" dt="2025-10-26T05:53:41.772" v="2460" actId="2696"/>
        <pc:sldMkLst>
          <pc:docMk/>
          <pc:sldMk cId="3306552090" sldId="320"/>
        </pc:sldMkLst>
      </pc:sldChg>
      <pc:sldChg chg="del">
        <pc:chgData name="Pramod Naik" userId="ceb6df04-ef15-4d9b-a141-998a03559d75" providerId="ADAL" clId="{62E9B5AE-779D-4001-92D3-8FF830A8A9C1}" dt="2025-09-20T10:43:09.139" v="247" actId="47"/>
        <pc:sldMkLst>
          <pc:docMk/>
          <pc:sldMk cId="146059141" sldId="338"/>
        </pc:sldMkLst>
      </pc:sldChg>
      <pc:sldChg chg="add del">
        <pc:chgData name="Pramod Naik" userId="ceb6df04-ef15-4d9b-a141-998a03559d75" providerId="ADAL" clId="{62E9B5AE-779D-4001-92D3-8FF830A8A9C1}" dt="2025-09-20T10:43:11.843" v="249" actId="47"/>
        <pc:sldMkLst>
          <pc:docMk/>
          <pc:sldMk cId="158852200" sldId="340"/>
        </pc:sldMkLst>
      </pc:sldChg>
      <pc:sldChg chg="modSp mod">
        <pc:chgData name="Pramod Naik" userId="ceb6df04-ef15-4d9b-a141-998a03559d75" providerId="ADAL" clId="{62E9B5AE-779D-4001-92D3-8FF830A8A9C1}" dt="2025-10-09T19:24:22.440" v="251" actId="20577"/>
        <pc:sldMkLst>
          <pc:docMk/>
          <pc:sldMk cId="799624097" sldId="376"/>
        </pc:sldMkLst>
      </pc:sldChg>
      <pc:sldChg chg="del">
        <pc:chgData name="Pramod Naik" userId="ceb6df04-ef15-4d9b-a141-998a03559d75" providerId="ADAL" clId="{62E9B5AE-779D-4001-92D3-8FF830A8A9C1}" dt="2025-09-20T10:40:10.297" v="184" actId="47"/>
        <pc:sldMkLst>
          <pc:docMk/>
          <pc:sldMk cId="1872001849" sldId="424"/>
        </pc:sldMkLst>
      </pc:sldChg>
      <pc:sldChg chg="del">
        <pc:chgData name="Pramod Naik" userId="ceb6df04-ef15-4d9b-a141-998a03559d75" providerId="ADAL" clId="{62E9B5AE-779D-4001-92D3-8FF830A8A9C1}" dt="2025-09-20T10:39:45.221" v="182" actId="47"/>
        <pc:sldMkLst>
          <pc:docMk/>
          <pc:sldMk cId="3198652846" sldId="445"/>
        </pc:sldMkLst>
      </pc:sldChg>
      <pc:sldChg chg="modSp mod">
        <pc:chgData name="Pramod Naik" userId="ceb6df04-ef15-4d9b-a141-998a03559d75" providerId="ADAL" clId="{62E9B5AE-779D-4001-92D3-8FF830A8A9C1}" dt="2025-09-20T10:19:25.122" v="17" actId="113"/>
        <pc:sldMkLst>
          <pc:docMk/>
          <pc:sldMk cId="3180435471" sldId="447"/>
        </pc:sldMkLst>
      </pc:sldChg>
      <pc:sldChg chg="del">
        <pc:chgData name="Pramod Naik" userId="ceb6df04-ef15-4d9b-a141-998a03559d75" providerId="ADAL" clId="{62E9B5AE-779D-4001-92D3-8FF830A8A9C1}" dt="2025-09-20T10:40:04.627" v="183" actId="47"/>
        <pc:sldMkLst>
          <pc:docMk/>
          <pc:sldMk cId="3528794914" sldId="450"/>
        </pc:sldMkLst>
      </pc:sldChg>
      <pc:sldChg chg="del">
        <pc:chgData name="Pramod Naik" userId="ceb6df04-ef15-4d9b-a141-998a03559d75" providerId="ADAL" clId="{62E9B5AE-779D-4001-92D3-8FF830A8A9C1}" dt="2025-09-20T10:40:14.542" v="186" actId="47"/>
        <pc:sldMkLst>
          <pc:docMk/>
          <pc:sldMk cId="2507663823" sldId="467"/>
        </pc:sldMkLst>
      </pc:sldChg>
      <pc:sldChg chg="modSp mod">
        <pc:chgData name="Pramod Naik" userId="ceb6df04-ef15-4d9b-a141-998a03559d75" providerId="ADAL" clId="{62E9B5AE-779D-4001-92D3-8FF830A8A9C1}" dt="2025-10-09T19:32:10.966" v="286"/>
        <pc:sldMkLst>
          <pc:docMk/>
          <pc:sldMk cId="490608734" sldId="491"/>
        </pc:sldMkLst>
      </pc:sldChg>
      <pc:sldChg chg="del">
        <pc:chgData name="Pramod Naik" userId="ceb6df04-ef15-4d9b-a141-998a03559d75" providerId="ADAL" clId="{62E9B5AE-779D-4001-92D3-8FF830A8A9C1}" dt="2025-09-20T10:40:27.766" v="188" actId="47"/>
        <pc:sldMkLst>
          <pc:docMk/>
          <pc:sldMk cId="2533904343" sldId="493"/>
        </pc:sldMkLst>
      </pc:sldChg>
      <pc:sldChg chg="modSp mod">
        <pc:chgData name="Pramod Naik" userId="ceb6df04-ef15-4d9b-a141-998a03559d75" providerId="ADAL" clId="{62E9B5AE-779D-4001-92D3-8FF830A8A9C1}" dt="2025-10-09T19:32:57.044" v="295" actId="207"/>
        <pc:sldMkLst>
          <pc:docMk/>
          <pc:sldMk cId="1149732589" sldId="494"/>
        </pc:sldMkLst>
      </pc:sldChg>
      <pc:sldChg chg="del">
        <pc:chgData name="Pramod Naik" userId="ceb6df04-ef15-4d9b-a141-998a03559d75" providerId="ADAL" clId="{62E9B5AE-779D-4001-92D3-8FF830A8A9C1}" dt="2025-09-20T10:40:38.992" v="189" actId="47"/>
        <pc:sldMkLst>
          <pc:docMk/>
          <pc:sldMk cId="1703640570" sldId="495"/>
        </pc:sldMkLst>
      </pc:sldChg>
      <pc:sldChg chg="del">
        <pc:chgData name="Pramod Naik" userId="ceb6df04-ef15-4d9b-a141-998a03559d75" providerId="ADAL" clId="{62E9B5AE-779D-4001-92D3-8FF830A8A9C1}" dt="2025-09-20T10:40:40.015" v="190" actId="47"/>
        <pc:sldMkLst>
          <pc:docMk/>
          <pc:sldMk cId="3225806142" sldId="496"/>
        </pc:sldMkLst>
      </pc:sldChg>
      <pc:sldChg chg="del">
        <pc:chgData name="Pramod Naik" userId="ceb6df04-ef15-4d9b-a141-998a03559d75" providerId="ADAL" clId="{62E9B5AE-779D-4001-92D3-8FF830A8A9C1}" dt="2025-09-20T10:40:40.970" v="191" actId="47"/>
        <pc:sldMkLst>
          <pc:docMk/>
          <pc:sldMk cId="1532476392" sldId="497"/>
        </pc:sldMkLst>
      </pc:sldChg>
      <pc:sldChg chg="del">
        <pc:chgData name="Pramod Naik" userId="ceb6df04-ef15-4d9b-a141-998a03559d75" providerId="ADAL" clId="{62E9B5AE-779D-4001-92D3-8FF830A8A9C1}" dt="2025-09-20T10:40:41.967" v="192" actId="47"/>
        <pc:sldMkLst>
          <pc:docMk/>
          <pc:sldMk cId="3314440347" sldId="498"/>
        </pc:sldMkLst>
      </pc:sldChg>
      <pc:sldChg chg="del">
        <pc:chgData name="Pramod Naik" userId="ceb6df04-ef15-4d9b-a141-998a03559d75" providerId="ADAL" clId="{62E9B5AE-779D-4001-92D3-8FF830A8A9C1}" dt="2025-09-20T10:41:44.490" v="211" actId="47"/>
        <pc:sldMkLst>
          <pc:docMk/>
          <pc:sldMk cId="3801089534" sldId="499"/>
        </pc:sldMkLst>
      </pc:sldChg>
      <pc:sldChg chg="del">
        <pc:chgData name="Pramod Naik" userId="ceb6df04-ef15-4d9b-a141-998a03559d75" providerId="ADAL" clId="{62E9B5AE-779D-4001-92D3-8FF830A8A9C1}" dt="2025-09-20T10:41:45.709" v="212" actId="47"/>
        <pc:sldMkLst>
          <pc:docMk/>
          <pc:sldMk cId="4115866621" sldId="500"/>
        </pc:sldMkLst>
      </pc:sldChg>
      <pc:sldChg chg="modSp mod">
        <pc:chgData name="Pramod Naik" userId="ceb6df04-ef15-4d9b-a141-998a03559d75" providerId="ADAL" clId="{62E9B5AE-779D-4001-92D3-8FF830A8A9C1}" dt="2025-09-20T10:41:32.668" v="210" actId="20577"/>
        <pc:sldMkLst>
          <pc:docMk/>
          <pc:sldMk cId="3930951075" sldId="501"/>
        </pc:sldMkLst>
      </pc:sldChg>
      <pc:sldChg chg="add del">
        <pc:chgData name="Pramod Naik" userId="ceb6df04-ef15-4d9b-a141-998a03559d75" providerId="ADAL" clId="{62E9B5AE-779D-4001-92D3-8FF830A8A9C1}" dt="2025-10-09T19:55:13.363" v="380" actId="47"/>
        <pc:sldMkLst>
          <pc:docMk/>
          <pc:sldMk cId="1158287235" sldId="502"/>
        </pc:sldMkLst>
      </pc:sldChg>
      <pc:sldChg chg="modSp add del mod">
        <pc:chgData name="Pramod Naik" userId="ceb6df04-ef15-4d9b-a141-998a03559d75" providerId="ADAL" clId="{62E9B5AE-779D-4001-92D3-8FF830A8A9C1}" dt="2025-10-09T19:55:38.333" v="382" actId="47"/>
        <pc:sldMkLst>
          <pc:docMk/>
          <pc:sldMk cId="1197408662" sldId="503"/>
        </pc:sldMkLst>
      </pc:sldChg>
      <pc:sldChg chg="modSp mod">
        <pc:chgData name="Pramod Naik" userId="ceb6df04-ef15-4d9b-a141-998a03559d75" providerId="ADAL" clId="{62E9B5AE-779D-4001-92D3-8FF830A8A9C1}" dt="2025-09-20T10:41:24.786" v="209" actId="20577"/>
        <pc:sldMkLst>
          <pc:docMk/>
          <pc:sldMk cId="3356209475" sldId="504"/>
        </pc:sldMkLst>
      </pc:sldChg>
      <pc:sldChg chg="modSp mod">
        <pc:chgData name="Pramod Naik" userId="ceb6df04-ef15-4d9b-a141-998a03559d75" providerId="ADAL" clId="{62E9B5AE-779D-4001-92D3-8FF830A8A9C1}" dt="2025-09-20T10:41:16.944" v="206" actId="20577"/>
        <pc:sldMkLst>
          <pc:docMk/>
          <pc:sldMk cId="1145778209" sldId="505"/>
        </pc:sldMkLst>
      </pc:sldChg>
      <pc:sldChg chg="del">
        <pc:chgData name="Pramod Naik" userId="ceb6df04-ef15-4d9b-a141-998a03559d75" providerId="ADAL" clId="{62E9B5AE-779D-4001-92D3-8FF830A8A9C1}" dt="2025-09-20T10:41:48.110" v="214" actId="47"/>
        <pc:sldMkLst>
          <pc:docMk/>
          <pc:sldMk cId="2951932448" sldId="506"/>
        </pc:sldMkLst>
      </pc:sldChg>
      <pc:sldChg chg="modSp mod">
        <pc:chgData name="Pramod Naik" userId="ceb6df04-ef15-4d9b-a141-998a03559d75" providerId="ADAL" clId="{62E9B5AE-779D-4001-92D3-8FF830A8A9C1}" dt="2025-09-20T10:42:22.165" v="232" actId="20577"/>
        <pc:sldMkLst>
          <pc:docMk/>
          <pc:sldMk cId="2224253486" sldId="512"/>
        </pc:sldMkLst>
      </pc:sldChg>
      <pc:sldChg chg="modSp mod">
        <pc:chgData name="Pramod Naik" userId="ceb6df04-ef15-4d9b-a141-998a03559d75" providerId="ADAL" clId="{62E9B5AE-779D-4001-92D3-8FF830A8A9C1}" dt="2025-09-20T10:42:25.203" v="233" actId="20577"/>
        <pc:sldMkLst>
          <pc:docMk/>
          <pc:sldMk cId="3986850537" sldId="513"/>
        </pc:sldMkLst>
      </pc:sldChg>
      <pc:sldChg chg="modSp mod">
        <pc:chgData name="Pramod Naik" userId="ceb6df04-ef15-4d9b-a141-998a03559d75" providerId="ADAL" clId="{62E9B5AE-779D-4001-92D3-8FF830A8A9C1}" dt="2025-09-20T10:42:33.958" v="235" actId="20577"/>
        <pc:sldMkLst>
          <pc:docMk/>
          <pc:sldMk cId="3495308794" sldId="515"/>
        </pc:sldMkLst>
      </pc:sldChg>
      <pc:sldChg chg="modSp mod">
        <pc:chgData name="Pramod Naik" userId="ceb6df04-ef15-4d9b-a141-998a03559d75" providerId="ADAL" clId="{62E9B5AE-779D-4001-92D3-8FF830A8A9C1}" dt="2025-09-20T10:42:39.845" v="237" actId="20577"/>
        <pc:sldMkLst>
          <pc:docMk/>
          <pc:sldMk cId="2056910270" sldId="516"/>
        </pc:sldMkLst>
      </pc:sldChg>
      <pc:sldChg chg="modSp mod">
        <pc:chgData name="Pramod Naik" userId="ceb6df04-ef15-4d9b-a141-998a03559d75" providerId="ADAL" clId="{62E9B5AE-779D-4001-92D3-8FF830A8A9C1}" dt="2025-09-20T10:42:43.495" v="238" actId="20577"/>
        <pc:sldMkLst>
          <pc:docMk/>
          <pc:sldMk cId="2880699123" sldId="517"/>
        </pc:sldMkLst>
      </pc:sldChg>
      <pc:sldChg chg="del">
        <pc:chgData name="Pramod Naik" userId="ceb6df04-ef15-4d9b-a141-998a03559d75" providerId="ADAL" clId="{62E9B5AE-779D-4001-92D3-8FF830A8A9C1}" dt="2025-09-20T10:42:49.455" v="239" actId="47"/>
        <pc:sldMkLst>
          <pc:docMk/>
          <pc:sldMk cId="3598008498" sldId="518"/>
        </pc:sldMkLst>
      </pc:sldChg>
      <pc:sldChg chg="del">
        <pc:chgData name="Pramod Naik" userId="ceb6df04-ef15-4d9b-a141-998a03559d75" providerId="ADAL" clId="{62E9B5AE-779D-4001-92D3-8FF830A8A9C1}" dt="2025-09-20T10:42:50.319" v="240" actId="47"/>
        <pc:sldMkLst>
          <pc:docMk/>
          <pc:sldMk cId="1340291649" sldId="519"/>
        </pc:sldMkLst>
      </pc:sldChg>
      <pc:sldChg chg="del">
        <pc:chgData name="Pramod Naik" userId="ceb6df04-ef15-4d9b-a141-998a03559d75" providerId="ADAL" clId="{62E9B5AE-779D-4001-92D3-8FF830A8A9C1}" dt="2025-09-20T10:42:51.840" v="241" actId="47"/>
        <pc:sldMkLst>
          <pc:docMk/>
          <pc:sldMk cId="1427375454" sldId="520"/>
        </pc:sldMkLst>
      </pc:sldChg>
      <pc:sldChg chg="del">
        <pc:chgData name="Pramod Naik" userId="ceb6df04-ef15-4d9b-a141-998a03559d75" providerId="ADAL" clId="{62E9B5AE-779D-4001-92D3-8FF830A8A9C1}" dt="2025-09-20T10:42:53.187" v="242" actId="47"/>
        <pc:sldMkLst>
          <pc:docMk/>
          <pc:sldMk cId="644800703" sldId="521"/>
        </pc:sldMkLst>
      </pc:sldChg>
      <pc:sldChg chg="del">
        <pc:chgData name="Pramod Naik" userId="ceb6df04-ef15-4d9b-a141-998a03559d75" providerId="ADAL" clId="{62E9B5AE-779D-4001-92D3-8FF830A8A9C1}" dt="2025-09-20T10:42:54.012" v="243" actId="47"/>
        <pc:sldMkLst>
          <pc:docMk/>
          <pc:sldMk cId="2697665067" sldId="522"/>
        </pc:sldMkLst>
      </pc:sldChg>
      <pc:sldChg chg="del">
        <pc:chgData name="Pramod Naik" userId="ceb6df04-ef15-4d9b-a141-998a03559d75" providerId="ADAL" clId="{62E9B5AE-779D-4001-92D3-8FF830A8A9C1}" dt="2025-09-20T10:42:54.896" v="244" actId="47"/>
        <pc:sldMkLst>
          <pc:docMk/>
          <pc:sldMk cId="2715239674" sldId="523"/>
        </pc:sldMkLst>
      </pc:sldChg>
      <pc:sldChg chg="del">
        <pc:chgData name="Pramod Naik" userId="ceb6df04-ef15-4d9b-a141-998a03559d75" providerId="ADAL" clId="{62E9B5AE-779D-4001-92D3-8FF830A8A9C1}" dt="2025-09-20T10:42:55.867" v="245" actId="47"/>
        <pc:sldMkLst>
          <pc:docMk/>
          <pc:sldMk cId="3502240012" sldId="524"/>
        </pc:sldMkLst>
      </pc:sldChg>
      <pc:sldChg chg="del">
        <pc:chgData name="Pramod Naik" userId="ceb6df04-ef15-4d9b-a141-998a03559d75" providerId="ADAL" clId="{62E9B5AE-779D-4001-92D3-8FF830A8A9C1}" dt="2025-09-20T10:42:57.183" v="246" actId="47"/>
        <pc:sldMkLst>
          <pc:docMk/>
          <pc:sldMk cId="3857195804" sldId="525"/>
        </pc:sldMkLst>
      </pc:sldChg>
      <pc:sldChg chg="modSp mod">
        <pc:chgData name="Pramod Naik" userId="ceb6df04-ef15-4d9b-a141-998a03559d75" providerId="ADAL" clId="{62E9B5AE-779D-4001-92D3-8FF830A8A9C1}" dt="2025-10-17T05:46:05.702" v="2036" actId="20578"/>
        <pc:sldMkLst>
          <pc:docMk/>
          <pc:sldMk cId="228400106" sldId="527"/>
        </pc:sldMkLst>
        <pc:spChg chg="mod">
          <ac:chgData name="Pramod Naik" userId="ceb6df04-ef15-4d9b-a141-998a03559d75" providerId="ADAL" clId="{62E9B5AE-779D-4001-92D3-8FF830A8A9C1}" dt="2025-10-17T05:46:05.702" v="2036" actId="20578"/>
          <ac:spMkLst>
            <pc:docMk/>
            <pc:sldMk cId="228400106" sldId="527"/>
            <ac:spMk id="3" creationId="{D1B175A9-9772-F30A-C606-01596E7AD8C6}"/>
          </ac:spMkLst>
        </pc:spChg>
      </pc:sldChg>
      <pc:sldChg chg="modSp mod">
        <pc:chgData name="Pramod Naik" userId="ceb6df04-ef15-4d9b-a141-998a03559d75" providerId="ADAL" clId="{62E9B5AE-779D-4001-92D3-8FF830A8A9C1}" dt="2025-09-20T10:21:30.688" v="31" actId="20577"/>
        <pc:sldMkLst>
          <pc:docMk/>
          <pc:sldMk cId="1792152373" sldId="527"/>
        </pc:sldMkLst>
      </pc:sldChg>
      <pc:sldChg chg="modSp mod">
        <pc:chgData name="Pramod Naik" userId="ceb6df04-ef15-4d9b-a141-998a03559d75" providerId="ADAL" clId="{62E9B5AE-779D-4001-92D3-8FF830A8A9C1}" dt="2025-09-20T10:21:41.887" v="35" actId="6549"/>
        <pc:sldMkLst>
          <pc:docMk/>
          <pc:sldMk cId="273061064" sldId="528"/>
        </pc:sldMkLst>
      </pc:sldChg>
      <pc:sldChg chg="addSp delSp modSp mod">
        <pc:chgData name="Pramod Naik" userId="ceb6df04-ef15-4d9b-a141-998a03559d75" providerId="ADAL" clId="{62E9B5AE-779D-4001-92D3-8FF830A8A9C1}" dt="2025-10-11T10:38:06.561" v="844" actId="113"/>
        <pc:sldMkLst>
          <pc:docMk/>
          <pc:sldMk cId="645782176" sldId="528"/>
        </pc:sldMkLst>
        <pc:spChg chg="add del mod">
          <ac:chgData name="Pramod Naik" userId="ceb6df04-ef15-4d9b-a141-998a03559d75" providerId="ADAL" clId="{62E9B5AE-779D-4001-92D3-8FF830A8A9C1}" dt="2025-10-11T10:35:36.727" v="808" actId="403"/>
          <ac:spMkLst>
            <pc:docMk/>
            <pc:sldMk cId="645782176" sldId="528"/>
            <ac:spMk id="3" creationId="{EF7ED976-A670-77A7-2F5B-0A7E200A472E}"/>
          </ac:spMkLst>
        </pc:spChg>
        <pc:graphicFrameChg chg="add mod modGraphic">
          <ac:chgData name="Pramod Naik" userId="ceb6df04-ef15-4d9b-a141-998a03559d75" providerId="ADAL" clId="{62E9B5AE-779D-4001-92D3-8FF830A8A9C1}" dt="2025-10-11T10:38:06.561" v="844" actId="113"/>
          <ac:graphicFrameMkLst>
            <pc:docMk/>
            <pc:sldMk cId="645782176" sldId="528"/>
            <ac:graphicFrameMk id="8" creationId="{7068ACDF-4942-A49E-73F6-D243B6FC56F8}"/>
          </ac:graphicFrameMkLst>
        </pc:graphicFrameChg>
      </pc:sldChg>
      <pc:sldChg chg="modSp mod">
        <pc:chgData name="Pramod Naik" userId="ceb6df04-ef15-4d9b-a141-998a03559d75" providerId="ADAL" clId="{62E9B5AE-779D-4001-92D3-8FF830A8A9C1}" dt="2025-09-20T10:20:46.149" v="27" actId="403"/>
        <pc:sldMkLst>
          <pc:docMk/>
          <pc:sldMk cId="315074426" sldId="529"/>
        </pc:sldMkLst>
      </pc:sldChg>
      <pc:sldChg chg="modSp mod">
        <pc:chgData name="Pramod Naik" userId="ceb6df04-ef15-4d9b-a141-998a03559d75" providerId="ADAL" clId="{62E9B5AE-779D-4001-92D3-8FF830A8A9C1}" dt="2025-10-16T06:22:12.100" v="2028" actId="113"/>
        <pc:sldMkLst>
          <pc:docMk/>
          <pc:sldMk cId="661470129" sldId="529"/>
        </pc:sldMkLst>
        <pc:spChg chg="mod">
          <ac:chgData name="Pramod Naik" userId="ceb6df04-ef15-4d9b-a141-998a03559d75" providerId="ADAL" clId="{62E9B5AE-779D-4001-92D3-8FF830A8A9C1}" dt="2025-10-16T06:22:12.100" v="2028" actId="113"/>
          <ac:spMkLst>
            <pc:docMk/>
            <pc:sldMk cId="661470129" sldId="529"/>
            <ac:spMk id="3" creationId="{BD0585EA-1D93-2C11-E2E9-2E4D009F6A7C}"/>
          </ac:spMkLst>
        </pc:spChg>
      </pc:sldChg>
      <pc:sldChg chg="del">
        <pc:chgData name="Pramod Naik" userId="ceb6df04-ef15-4d9b-a141-998a03559d75" providerId="ADAL" clId="{62E9B5AE-779D-4001-92D3-8FF830A8A9C1}" dt="2025-10-24T05:14:48.062" v="2374" actId="47"/>
        <pc:sldMkLst>
          <pc:docMk/>
          <pc:sldMk cId="3183652202" sldId="530"/>
        </pc:sldMkLst>
      </pc:sldChg>
      <pc:sldChg chg="add del">
        <pc:chgData name="Pramod Naik" userId="ceb6df04-ef15-4d9b-a141-998a03559d75" providerId="ADAL" clId="{62E9B5AE-779D-4001-92D3-8FF830A8A9C1}" dt="2025-10-24T05:15:04.968" v="2384" actId="47"/>
        <pc:sldMkLst>
          <pc:docMk/>
          <pc:sldMk cId="2647842385" sldId="531"/>
        </pc:sldMkLst>
      </pc:sldChg>
      <pc:sldChg chg="del">
        <pc:chgData name="Pramod Naik" userId="ceb6df04-ef15-4d9b-a141-998a03559d75" providerId="ADAL" clId="{62E9B5AE-779D-4001-92D3-8FF830A8A9C1}" dt="2025-09-20T10:39:41.716" v="180" actId="47"/>
        <pc:sldMkLst>
          <pc:docMk/>
          <pc:sldMk cId="3157512093" sldId="531"/>
        </pc:sldMkLst>
      </pc:sldChg>
      <pc:sldChg chg="modSp mod">
        <pc:chgData name="Pramod Naik" userId="ceb6df04-ef15-4d9b-a141-998a03559d75" providerId="ADAL" clId="{62E9B5AE-779D-4001-92D3-8FF830A8A9C1}" dt="2025-10-09T19:29:32.538" v="280" actId="14100"/>
        <pc:sldMkLst>
          <pc:docMk/>
          <pc:sldMk cId="535661125" sldId="532"/>
        </pc:sldMkLst>
      </pc:sldChg>
      <pc:sldChg chg="add del">
        <pc:chgData name="Pramod Naik" userId="ceb6df04-ef15-4d9b-a141-998a03559d75" providerId="ADAL" clId="{62E9B5AE-779D-4001-92D3-8FF830A8A9C1}" dt="2025-10-26T05:51:04.411" v="2459" actId="47"/>
        <pc:sldMkLst>
          <pc:docMk/>
          <pc:sldMk cId="3892924958" sldId="532"/>
        </pc:sldMkLst>
      </pc:sldChg>
      <pc:sldChg chg="add del">
        <pc:chgData name="Pramod Naik" userId="ceb6df04-ef15-4d9b-a141-998a03559d75" providerId="ADAL" clId="{62E9B5AE-779D-4001-92D3-8FF830A8A9C1}" dt="2025-10-26T05:51:03.218" v="2458" actId="47"/>
        <pc:sldMkLst>
          <pc:docMk/>
          <pc:sldMk cId="208792046" sldId="533"/>
        </pc:sldMkLst>
      </pc:sldChg>
      <pc:sldChg chg="del">
        <pc:chgData name="Pramod Naik" userId="ceb6df04-ef15-4d9b-a141-998a03559d75" providerId="ADAL" clId="{62E9B5AE-779D-4001-92D3-8FF830A8A9C1}" dt="2025-09-20T10:41:46.678" v="213" actId="47"/>
        <pc:sldMkLst>
          <pc:docMk/>
          <pc:sldMk cId="813065072" sldId="534"/>
        </pc:sldMkLst>
      </pc:sldChg>
      <pc:sldChg chg="add del">
        <pc:chgData name="Pramod Naik" userId="ceb6df04-ef15-4d9b-a141-998a03559d75" providerId="ADAL" clId="{62E9B5AE-779D-4001-92D3-8FF830A8A9C1}" dt="2025-10-26T05:51:02.666" v="2457" actId="47"/>
        <pc:sldMkLst>
          <pc:docMk/>
          <pc:sldMk cId="948425043" sldId="534"/>
        </pc:sldMkLst>
      </pc:sldChg>
      <pc:sldChg chg="add del">
        <pc:chgData name="Pramod Naik" userId="ceb6df04-ef15-4d9b-a141-998a03559d75" providerId="ADAL" clId="{62E9B5AE-779D-4001-92D3-8FF830A8A9C1}" dt="2025-10-26T05:51:01.972" v="2456" actId="47"/>
        <pc:sldMkLst>
          <pc:docMk/>
          <pc:sldMk cId="2261098285" sldId="535"/>
        </pc:sldMkLst>
      </pc:sldChg>
      <pc:sldChg chg="del">
        <pc:chgData name="Pramod Naik" userId="ceb6df04-ef15-4d9b-a141-998a03559d75" providerId="ADAL" clId="{62E9B5AE-779D-4001-92D3-8FF830A8A9C1}" dt="2025-09-20T10:40:43.960" v="193" actId="47"/>
        <pc:sldMkLst>
          <pc:docMk/>
          <pc:sldMk cId="2713829649" sldId="535"/>
        </pc:sldMkLst>
      </pc:sldChg>
      <pc:sldChg chg="modSp add mod">
        <pc:chgData name="Pramod Naik" userId="ceb6df04-ef15-4d9b-a141-998a03559d75" providerId="ADAL" clId="{62E9B5AE-779D-4001-92D3-8FF830A8A9C1}" dt="2025-10-11T10:44:24.844" v="943" actId="207"/>
        <pc:sldMkLst>
          <pc:docMk/>
          <pc:sldMk cId="1692959063" sldId="536"/>
        </pc:sldMkLst>
        <pc:spChg chg="mod">
          <ac:chgData name="Pramod Naik" userId="ceb6df04-ef15-4d9b-a141-998a03559d75" providerId="ADAL" clId="{62E9B5AE-779D-4001-92D3-8FF830A8A9C1}" dt="2025-10-11T10:44:24.844" v="943" actId="207"/>
          <ac:spMkLst>
            <pc:docMk/>
            <pc:sldMk cId="1692959063" sldId="536"/>
            <ac:spMk id="3" creationId="{AFF8B29C-C758-9498-C634-BE8781C4D218}"/>
          </ac:spMkLst>
        </pc:spChg>
      </pc:sldChg>
      <pc:sldChg chg="modSp add del mod">
        <pc:chgData name="Pramod Naik" userId="ceb6df04-ef15-4d9b-a141-998a03559d75" providerId="ADAL" clId="{62E9B5AE-779D-4001-92D3-8FF830A8A9C1}" dt="2025-10-11T09:23:35.077" v="651" actId="2696"/>
        <pc:sldMkLst>
          <pc:docMk/>
          <pc:sldMk cId="2231447491" sldId="536"/>
        </pc:sldMkLst>
      </pc:sldChg>
      <pc:sldChg chg="modSp add mod">
        <pc:chgData name="Pramod Naik" userId="ceb6df04-ef15-4d9b-a141-998a03559d75" providerId="ADAL" clId="{62E9B5AE-779D-4001-92D3-8FF830A8A9C1}" dt="2025-10-11T10:46:57.671" v="992" actId="113"/>
        <pc:sldMkLst>
          <pc:docMk/>
          <pc:sldMk cId="3011003526" sldId="537"/>
        </pc:sldMkLst>
        <pc:spChg chg="mod">
          <ac:chgData name="Pramod Naik" userId="ceb6df04-ef15-4d9b-a141-998a03559d75" providerId="ADAL" clId="{62E9B5AE-779D-4001-92D3-8FF830A8A9C1}" dt="2025-10-11T10:46:57.671" v="992" actId="113"/>
          <ac:spMkLst>
            <pc:docMk/>
            <pc:sldMk cId="3011003526" sldId="537"/>
            <ac:spMk id="3" creationId="{CD99D027-084F-9119-2A88-DCB108C7501F}"/>
          </ac:spMkLst>
        </pc:spChg>
      </pc:sldChg>
      <pc:sldChg chg="addSp modSp add mod">
        <pc:chgData name="Pramod Naik" userId="ceb6df04-ef15-4d9b-a141-998a03559d75" providerId="ADAL" clId="{62E9B5AE-779D-4001-92D3-8FF830A8A9C1}" dt="2025-10-11T10:59:19.965" v="1148" actId="207"/>
        <pc:sldMkLst>
          <pc:docMk/>
          <pc:sldMk cId="1663416122" sldId="538"/>
        </pc:sldMkLst>
        <pc:spChg chg="mod">
          <ac:chgData name="Pramod Naik" userId="ceb6df04-ef15-4d9b-a141-998a03559d75" providerId="ADAL" clId="{62E9B5AE-779D-4001-92D3-8FF830A8A9C1}" dt="2025-10-11T10:59:19.965" v="1148" actId="207"/>
          <ac:spMkLst>
            <pc:docMk/>
            <pc:sldMk cId="1663416122" sldId="538"/>
            <ac:spMk id="3" creationId="{DA1ABF3A-C747-1172-28A8-30655631BE8B}"/>
          </ac:spMkLst>
        </pc:spChg>
        <pc:picChg chg="add mod">
          <ac:chgData name="Pramod Naik" userId="ceb6df04-ef15-4d9b-a141-998a03559d75" providerId="ADAL" clId="{62E9B5AE-779D-4001-92D3-8FF830A8A9C1}" dt="2025-10-11T10:58:59.210" v="1146" actId="1037"/>
          <ac:picMkLst>
            <pc:docMk/>
            <pc:sldMk cId="1663416122" sldId="538"/>
            <ac:picMk id="3074" creationId="{1991EB46-6BA3-31D0-7DEB-9B4088E2770D}"/>
          </ac:picMkLst>
        </pc:picChg>
      </pc:sldChg>
      <pc:sldChg chg="modSp">
        <pc:chgData name="Pramod Naik" userId="ceb6df04-ef15-4d9b-a141-998a03559d75" providerId="ADAL" clId="{62E9B5AE-779D-4001-92D3-8FF830A8A9C1}" dt="2025-09-20T10:19:55.680" v="20" actId="1036"/>
        <pc:sldMkLst>
          <pc:docMk/>
          <pc:sldMk cId="3886295808" sldId="538"/>
        </pc:sldMkLst>
      </pc:sldChg>
      <pc:sldChg chg="addSp modSp add mod">
        <pc:chgData name="Pramod Naik" userId="ceb6df04-ef15-4d9b-a141-998a03559d75" providerId="ADAL" clId="{62E9B5AE-779D-4001-92D3-8FF830A8A9C1}" dt="2025-10-20T06:06:21.357" v="2051" actId="207"/>
        <pc:sldMkLst>
          <pc:docMk/>
          <pc:sldMk cId="1058796560" sldId="539"/>
        </pc:sldMkLst>
        <pc:spChg chg="mod">
          <ac:chgData name="Pramod Naik" userId="ceb6df04-ef15-4d9b-a141-998a03559d75" providerId="ADAL" clId="{62E9B5AE-779D-4001-92D3-8FF830A8A9C1}" dt="2025-10-11T10:50:35.040" v="1019"/>
          <ac:spMkLst>
            <pc:docMk/>
            <pc:sldMk cId="1058796560" sldId="539"/>
            <ac:spMk id="3" creationId="{A031C053-D8AC-FF34-73E4-996A83C00167}"/>
          </ac:spMkLst>
        </pc:spChg>
        <pc:graphicFrameChg chg="add mod modGraphic">
          <ac:chgData name="Pramod Naik" userId="ceb6df04-ef15-4d9b-a141-998a03559d75" providerId="ADAL" clId="{62E9B5AE-779D-4001-92D3-8FF830A8A9C1}" dt="2025-10-20T06:06:21.357" v="2051" actId="207"/>
          <ac:graphicFrameMkLst>
            <pc:docMk/>
            <pc:sldMk cId="1058796560" sldId="539"/>
            <ac:graphicFrameMk id="2" creationId="{B88FCA1F-F010-7BE6-0862-43782832B449}"/>
          </ac:graphicFrameMkLst>
        </pc:graphicFrameChg>
      </pc:sldChg>
      <pc:sldChg chg="addSp delSp modSp new mod">
        <pc:chgData name="Pramod Naik" userId="ceb6df04-ef15-4d9b-a141-998a03559d75" providerId="ADAL" clId="{62E9B5AE-779D-4001-92D3-8FF830A8A9C1}" dt="2025-10-09T19:25:24.225" v="256" actId="113"/>
        <pc:sldMkLst>
          <pc:docMk/>
          <pc:sldMk cId="4048674660" sldId="539"/>
        </pc:sldMkLst>
      </pc:sldChg>
      <pc:sldChg chg="addSp modSp add mod">
        <pc:chgData name="Pramod Naik" userId="ceb6df04-ef15-4d9b-a141-998a03559d75" providerId="ADAL" clId="{62E9B5AE-779D-4001-92D3-8FF830A8A9C1}" dt="2025-10-11T11:00:45.967" v="1230" actId="1076"/>
        <pc:sldMkLst>
          <pc:docMk/>
          <pc:sldMk cId="792488442" sldId="540"/>
        </pc:sldMkLst>
        <pc:spChg chg="mod">
          <ac:chgData name="Pramod Naik" userId="ceb6df04-ef15-4d9b-a141-998a03559d75" providerId="ADAL" clId="{62E9B5AE-779D-4001-92D3-8FF830A8A9C1}" dt="2025-10-11T11:00:19.788" v="1228" actId="20577"/>
          <ac:spMkLst>
            <pc:docMk/>
            <pc:sldMk cId="792488442" sldId="540"/>
            <ac:spMk id="3" creationId="{20352E05-8987-2F81-7612-D5735E1E5A6E}"/>
          </ac:spMkLst>
        </pc:spChg>
        <pc:picChg chg="add mod">
          <ac:chgData name="Pramod Naik" userId="ceb6df04-ef15-4d9b-a141-998a03559d75" providerId="ADAL" clId="{62E9B5AE-779D-4001-92D3-8FF830A8A9C1}" dt="2025-10-11T10:57:21.598" v="1079" actId="1076"/>
          <ac:picMkLst>
            <pc:docMk/>
            <pc:sldMk cId="792488442" sldId="540"/>
            <ac:picMk id="4" creationId="{23E85A4E-E421-7EB0-BD3B-4BAA41491665}"/>
          </ac:picMkLst>
        </pc:picChg>
        <pc:picChg chg="add mod">
          <ac:chgData name="Pramod Naik" userId="ceb6df04-ef15-4d9b-a141-998a03559d75" providerId="ADAL" clId="{62E9B5AE-779D-4001-92D3-8FF830A8A9C1}" dt="2025-10-11T11:00:02.325" v="1179" actId="1076"/>
          <ac:picMkLst>
            <pc:docMk/>
            <pc:sldMk cId="792488442" sldId="540"/>
            <ac:picMk id="6" creationId="{1A73F1BB-014A-CFE5-82FA-CA902ABBA6A8}"/>
          </ac:picMkLst>
        </pc:picChg>
        <pc:picChg chg="add mod">
          <ac:chgData name="Pramod Naik" userId="ceb6df04-ef15-4d9b-a141-998a03559d75" providerId="ADAL" clId="{62E9B5AE-779D-4001-92D3-8FF830A8A9C1}" dt="2025-10-11T11:00:45.967" v="1230" actId="1076"/>
          <ac:picMkLst>
            <pc:docMk/>
            <pc:sldMk cId="792488442" sldId="540"/>
            <ac:picMk id="8" creationId="{FBC4B985-E39E-CFC5-85FD-5A82AB1602A9}"/>
          </ac:picMkLst>
        </pc:picChg>
      </pc:sldChg>
      <pc:sldChg chg="delSp modSp new mod">
        <pc:chgData name="Pramod Naik" userId="ceb6df04-ef15-4d9b-a141-998a03559d75" providerId="ADAL" clId="{62E9B5AE-779D-4001-92D3-8FF830A8A9C1}" dt="2025-09-20T10:35:29.201" v="86" actId="113"/>
        <pc:sldMkLst>
          <pc:docMk/>
          <pc:sldMk cId="1151027427" sldId="540"/>
        </pc:sldMkLst>
      </pc:sldChg>
      <pc:sldChg chg="addSp delSp modSp add del mod">
        <pc:chgData name="Pramod Naik" userId="ceb6df04-ef15-4d9b-a141-998a03559d75" providerId="ADAL" clId="{62E9B5AE-779D-4001-92D3-8FF830A8A9C1}" dt="2025-09-20T10:38:54.170" v="164" actId="47"/>
        <pc:sldMkLst>
          <pc:docMk/>
          <pc:sldMk cId="3878971267" sldId="541"/>
        </pc:sldMkLst>
      </pc:sldChg>
      <pc:sldChg chg="addSp modSp add mod">
        <pc:chgData name="Pramod Naik" userId="ceb6df04-ef15-4d9b-a141-998a03559d75" providerId="ADAL" clId="{62E9B5AE-779D-4001-92D3-8FF830A8A9C1}" dt="2025-10-20T06:09:09.794" v="2053" actId="113"/>
        <pc:sldMkLst>
          <pc:docMk/>
          <pc:sldMk cId="3987673880" sldId="541"/>
        </pc:sldMkLst>
        <pc:spChg chg="mod">
          <ac:chgData name="Pramod Naik" userId="ceb6df04-ef15-4d9b-a141-998a03559d75" providerId="ADAL" clId="{62E9B5AE-779D-4001-92D3-8FF830A8A9C1}" dt="2025-10-11T11:03:59.971" v="1305" actId="403"/>
          <ac:spMkLst>
            <pc:docMk/>
            <pc:sldMk cId="3987673880" sldId="541"/>
            <ac:spMk id="3" creationId="{92A9CE93-3A3D-865C-0E4B-F1D4DB28BE48}"/>
          </ac:spMkLst>
        </pc:spChg>
        <pc:graphicFrameChg chg="add mod modGraphic">
          <ac:chgData name="Pramod Naik" userId="ceb6df04-ef15-4d9b-a141-998a03559d75" providerId="ADAL" clId="{62E9B5AE-779D-4001-92D3-8FF830A8A9C1}" dt="2025-10-20T06:09:09.794" v="2053" actId="113"/>
          <ac:graphicFrameMkLst>
            <pc:docMk/>
            <pc:sldMk cId="3987673880" sldId="541"/>
            <ac:graphicFrameMk id="2" creationId="{5EB75D1B-0C86-10C8-FD52-4AEDCA2F2A93}"/>
          </ac:graphicFrameMkLst>
        </pc:graphicFrameChg>
      </pc:sldChg>
      <pc:sldChg chg="addSp delSp modSp new mod">
        <pc:chgData name="Pramod Naik" userId="ceb6df04-ef15-4d9b-a141-998a03559d75" providerId="ADAL" clId="{62E9B5AE-779D-4001-92D3-8FF830A8A9C1}" dt="2025-10-09T19:26:54.859" v="271" actId="27636"/>
        <pc:sldMkLst>
          <pc:docMk/>
          <pc:sldMk cId="2854140960" sldId="542"/>
        </pc:sldMkLst>
      </pc:sldChg>
      <pc:sldChg chg="addSp modSp add mod">
        <pc:chgData name="Pramod Naik" userId="ceb6df04-ef15-4d9b-a141-998a03559d75" providerId="ADAL" clId="{62E9B5AE-779D-4001-92D3-8FF830A8A9C1}" dt="2025-10-20T06:09:44.219" v="2054" actId="403"/>
        <pc:sldMkLst>
          <pc:docMk/>
          <pc:sldMk cId="3002241645" sldId="542"/>
        </pc:sldMkLst>
        <pc:spChg chg="mod">
          <ac:chgData name="Pramod Naik" userId="ceb6df04-ef15-4d9b-a141-998a03559d75" providerId="ADAL" clId="{62E9B5AE-779D-4001-92D3-8FF830A8A9C1}" dt="2025-10-20T06:09:44.219" v="2054" actId="403"/>
          <ac:spMkLst>
            <pc:docMk/>
            <pc:sldMk cId="3002241645" sldId="542"/>
            <ac:spMk id="3" creationId="{C418A087-D8B9-CD53-0370-BBC8E7C904BF}"/>
          </ac:spMkLst>
        </pc:spChg>
        <pc:picChg chg="add mod">
          <ac:chgData name="Pramod Naik" userId="ceb6df04-ef15-4d9b-a141-998a03559d75" providerId="ADAL" clId="{62E9B5AE-779D-4001-92D3-8FF830A8A9C1}" dt="2025-10-11T11:05:49.740" v="1328" actId="14100"/>
          <ac:picMkLst>
            <pc:docMk/>
            <pc:sldMk cId="3002241645" sldId="542"/>
            <ac:picMk id="4" creationId="{6594FE20-FF05-F374-DAC8-279C5127E897}"/>
          </ac:picMkLst>
        </pc:picChg>
      </pc:sldChg>
      <pc:sldChg chg="addSp modSp add del mod">
        <pc:chgData name="Pramod Naik" userId="ceb6df04-ef15-4d9b-a141-998a03559d75" providerId="ADAL" clId="{62E9B5AE-779D-4001-92D3-8FF830A8A9C1}" dt="2025-10-24T06:22:40.404" v="2400" actId="113"/>
        <pc:sldMkLst>
          <pc:docMk/>
          <pc:sldMk cId="1636630037" sldId="543"/>
        </pc:sldMkLst>
        <pc:spChg chg="mod">
          <ac:chgData name="Pramod Naik" userId="ceb6df04-ef15-4d9b-a141-998a03559d75" providerId="ADAL" clId="{62E9B5AE-779D-4001-92D3-8FF830A8A9C1}" dt="2025-10-20T06:10:45.613" v="2069" actId="403"/>
          <ac:spMkLst>
            <pc:docMk/>
            <pc:sldMk cId="1636630037" sldId="543"/>
            <ac:spMk id="3" creationId="{D91B932D-AE4A-705B-E61D-3149560CCF06}"/>
          </ac:spMkLst>
        </pc:spChg>
        <pc:graphicFrameChg chg="add mod modGraphic">
          <ac:chgData name="Pramod Naik" userId="ceb6df04-ef15-4d9b-a141-998a03559d75" providerId="ADAL" clId="{62E9B5AE-779D-4001-92D3-8FF830A8A9C1}" dt="2025-10-24T06:22:40.404" v="2400" actId="113"/>
          <ac:graphicFrameMkLst>
            <pc:docMk/>
            <pc:sldMk cId="1636630037" sldId="543"/>
            <ac:graphicFrameMk id="2" creationId="{4A8DAE52-8760-31C3-6C68-3A99CCC527E8}"/>
          </ac:graphicFrameMkLst>
        </pc:graphicFrameChg>
      </pc:sldChg>
      <pc:sldChg chg="delSp modSp new mod">
        <pc:chgData name="Pramod Naik" userId="ceb6df04-ef15-4d9b-a141-998a03559d75" providerId="ADAL" clId="{62E9B5AE-779D-4001-92D3-8FF830A8A9C1}" dt="2025-10-09T19:28:03.812" v="276"/>
        <pc:sldMkLst>
          <pc:docMk/>
          <pc:sldMk cId="3110123514" sldId="543"/>
        </pc:sldMkLst>
      </pc:sldChg>
      <pc:sldChg chg="addSp modSp add del mod">
        <pc:chgData name="Pramod Naik" userId="ceb6df04-ef15-4d9b-a141-998a03559d75" providerId="ADAL" clId="{62E9B5AE-779D-4001-92D3-8FF830A8A9C1}" dt="2025-10-24T06:23:46.681" v="2401" actId="113"/>
        <pc:sldMkLst>
          <pc:docMk/>
          <pc:sldMk cId="3112172767" sldId="544"/>
        </pc:sldMkLst>
        <pc:spChg chg="mod">
          <ac:chgData name="Pramod Naik" userId="ceb6df04-ef15-4d9b-a141-998a03559d75" providerId="ADAL" clId="{62E9B5AE-779D-4001-92D3-8FF830A8A9C1}" dt="2025-10-24T06:23:46.681" v="2401" actId="113"/>
          <ac:spMkLst>
            <pc:docMk/>
            <pc:sldMk cId="3112172767" sldId="544"/>
            <ac:spMk id="3" creationId="{E367ED19-3627-CA0D-83E7-77F1DA251CEE}"/>
          </ac:spMkLst>
        </pc:spChg>
      </pc:sldChg>
      <pc:sldChg chg="delSp modSp new mod">
        <pc:chgData name="Pramod Naik" userId="ceb6df04-ef15-4d9b-a141-998a03559d75" providerId="ADAL" clId="{62E9B5AE-779D-4001-92D3-8FF830A8A9C1}" dt="2025-10-09T19:34:28.822" v="323" actId="403"/>
        <pc:sldMkLst>
          <pc:docMk/>
          <pc:sldMk cId="3900606193" sldId="544"/>
        </pc:sldMkLst>
      </pc:sldChg>
      <pc:sldChg chg="delSp modSp new mod">
        <pc:chgData name="Pramod Naik" userId="ceb6df04-ef15-4d9b-a141-998a03559d75" providerId="ADAL" clId="{62E9B5AE-779D-4001-92D3-8FF830A8A9C1}" dt="2025-10-09T19:36:05.739" v="342" actId="113"/>
        <pc:sldMkLst>
          <pc:docMk/>
          <pc:sldMk cId="1280191467" sldId="545"/>
        </pc:sldMkLst>
      </pc:sldChg>
      <pc:sldChg chg="addSp modSp add del mod">
        <pc:chgData name="Pramod Naik" userId="ceb6df04-ef15-4d9b-a141-998a03559d75" providerId="ADAL" clId="{62E9B5AE-779D-4001-92D3-8FF830A8A9C1}" dt="2025-10-24T06:26:06.013" v="2405" actId="113"/>
        <pc:sldMkLst>
          <pc:docMk/>
          <pc:sldMk cId="1701663649" sldId="545"/>
        </pc:sldMkLst>
        <pc:spChg chg="mod">
          <ac:chgData name="Pramod Naik" userId="ceb6df04-ef15-4d9b-a141-998a03559d75" providerId="ADAL" clId="{62E9B5AE-779D-4001-92D3-8FF830A8A9C1}" dt="2025-10-24T06:26:06.013" v="2405" actId="113"/>
          <ac:spMkLst>
            <pc:docMk/>
            <pc:sldMk cId="1701663649" sldId="545"/>
            <ac:spMk id="3" creationId="{7F1C6B49-F9CC-4267-EF09-3E8555048F56}"/>
          </ac:spMkLst>
        </pc:spChg>
        <pc:picChg chg="add mod">
          <ac:chgData name="Pramod Naik" userId="ceb6df04-ef15-4d9b-a141-998a03559d75" providerId="ADAL" clId="{62E9B5AE-779D-4001-92D3-8FF830A8A9C1}" dt="2025-10-14T05:59:03.364" v="1960" actId="1076"/>
          <ac:picMkLst>
            <pc:docMk/>
            <pc:sldMk cId="1701663649" sldId="545"/>
            <ac:picMk id="4" creationId="{4C7ED75D-DA32-6564-1CD1-2D8C1F2A325E}"/>
          </ac:picMkLst>
        </pc:picChg>
      </pc:sldChg>
      <pc:sldChg chg="modSp add del mod">
        <pc:chgData name="Pramod Naik" userId="ceb6df04-ef15-4d9b-a141-998a03559d75" providerId="ADAL" clId="{62E9B5AE-779D-4001-92D3-8FF830A8A9C1}" dt="2025-10-20T06:12:31.936" v="2092" actId="403"/>
        <pc:sldMkLst>
          <pc:docMk/>
          <pc:sldMk cId="976242571" sldId="546"/>
        </pc:sldMkLst>
        <pc:spChg chg="mod">
          <ac:chgData name="Pramod Naik" userId="ceb6df04-ef15-4d9b-a141-998a03559d75" providerId="ADAL" clId="{62E9B5AE-779D-4001-92D3-8FF830A8A9C1}" dt="2025-10-20T06:12:31.936" v="2092" actId="403"/>
          <ac:spMkLst>
            <pc:docMk/>
            <pc:sldMk cId="976242571" sldId="546"/>
            <ac:spMk id="3" creationId="{A5661FDC-D3D1-E593-80AA-BB5625E2C17B}"/>
          </ac:spMkLst>
        </pc:spChg>
      </pc:sldChg>
      <pc:sldChg chg="modSp add mod">
        <pc:chgData name="Pramod Naik" userId="ceb6df04-ef15-4d9b-a141-998a03559d75" providerId="ADAL" clId="{62E9B5AE-779D-4001-92D3-8FF830A8A9C1}" dt="2025-10-09T19:54:08.503" v="378" actId="113"/>
        <pc:sldMkLst>
          <pc:docMk/>
          <pc:sldMk cId="3146542634" sldId="546"/>
        </pc:sldMkLst>
      </pc:sldChg>
      <pc:sldChg chg="addSp delSp modSp new mod">
        <pc:chgData name="Pramod Naik" userId="ceb6df04-ef15-4d9b-a141-998a03559d75" providerId="ADAL" clId="{62E9B5AE-779D-4001-92D3-8FF830A8A9C1}" dt="2025-10-17T05:54:22.432" v="2037" actId="113"/>
        <pc:sldMkLst>
          <pc:docMk/>
          <pc:sldMk cId="1743501250" sldId="547"/>
        </pc:sldMkLst>
        <pc:spChg chg="mod">
          <ac:chgData name="Pramod Naik" userId="ceb6df04-ef15-4d9b-a141-998a03559d75" providerId="ADAL" clId="{62E9B5AE-779D-4001-92D3-8FF830A8A9C1}" dt="2025-10-12T08:23:50.651" v="1383" actId="21"/>
          <ac:spMkLst>
            <pc:docMk/>
            <pc:sldMk cId="1743501250" sldId="547"/>
            <ac:spMk id="3" creationId="{816B8DC2-687B-C854-AEE0-8B807666CD86}"/>
          </ac:spMkLst>
        </pc:spChg>
        <pc:graphicFrameChg chg="add mod modGraphic">
          <ac:chgData name="Pramod Naik" userId="ceb6df04-ef15-4d9b-a141-998a03559d75" providerId="ADAL" clId="{62E9B5AE-779D-4001-92D3-8FF830A8A9C1}" dt="2025-10-17T05:54:22.432" v="2037" actId="113"/>
          <ac:graphicFrameMkLst>
            <pc:docMk/>
            <pc:sldMk cId="1743501250" sldId="547"/>
            <ac:graphicFrameMk id="8" creationId="{E0334164-E02E-B2A1-BC05-9423E0BDEE9B}"/>
          </ac:graphicFrameMkLst>
        </pc:graphicFrameChg>
        <pc:picChg chg="add mod">
          <ac:chgData name="Pramod Naik" userId="ceb6df04-ef15-4d9b-a141-998a03559d75" providerId="ADAL" clId="{62E9B5AE-779D-4001-92D3-8FF830A8A9C1}" dt="2025-10-12T08:24:07.540" v="1390" actId="1076"/>
          <ac:picMkLst>
            <pc:docMk/>
            <pc:sldMk cId="1743501250" sldId="547"/>
            <ac:picMk id="6" creationId="{E9215613-C331-4B50-4116-08A03E75471D}"/>
          </ac:picMkLst>
        </pc:picChg>
      </pc:sldChg>
      <pc:sldChg chg="new">
        <pc:chgData name="Pramod Naik" userId="ceb6df04-ef15-4d9b-a141-998a03559d75" providerId="ADAL" clId="{62E9B5AE-779D-4001-92D3-8FF830A8A9C1}" dt="2025-10-09T19:56:03.711" v="383" actId="680"/>
        <pc:sldMkLst>
          <pc:docMk/>
          <pc:sldMk cId="2914679485" sldId="547"/>
        </pc:sldMkLst>
      </pc:sldChg>
      <pc:sldChg chg="addSp delSp modSp new mod">
        <pc:chgData name="Pramod Naik" userId="ceb6df04-ef15-4d9b-a141-998a03559d75" providerId="ADAL" clId="{62E9B5AE-779D-4001-92D3-8FF830A8A9C1}" dt="2025-10-12T08:32:17.952" v="1425" actId="1076"/>
        <pc:sldMkLst>
          <pc:docMk/>
          <pc:sldMk cId="2217804995" sldId="548"/>
        </pc:sldMkLst>
        <pc:spChg chg="mod">
          <ac:chgData name="Pramod Naik" userId="ceb6df04-ef15-4d9b-a141-998a03559d75" providerId="ADAL" clId="{62E9B5AE-779D-4001-92D3-8FF830A8A9C1}" dt="2025-10-12T08:24:00.879" v="1389"/>
          <ac:spMkLst>
            <pc:docMk/>
            <pc:sldMk cId="2217804995" sldId="548"/>
            <ac:spMk id="3" creationId="{605DCBA1-0E08-4576-990B-E5C4E3F16295}"/>
          </ac:spMkLst>
        </pc:spChg>
        <pc:picChg chg="add mod">
          <ac:chgData name="Pramod Naik" userId="ceb6df04-ef15-4d9b-a141-998a03559d75" providerId="ADAL" clId="{62E9B5AE-779D-4001-92D3-8FF830A8A9C1}" dt="2025-10-12T08:32:17.952" v="1425" actId="1076"/>
          <ac:picMkLst>
            <pc:docMk/>
            <pc:sldMk cId="2217804995" sldId="548"/>
            <ac:picMk id="5" creationId="{E444CF3C-1949-1191-3C9A-E47A59DB90CD}"/>
          </ac:picMkLst>
        </pc:picChg>
      </pc:sldChg>
      <pc:sldChg chg="addSp delSp modSp new mod">
        <pc:chgData name="Pramod Naik" userId="ceb6df04-ef15-4d9b-a141-998a03559d75" providerId="ADAL" clId="{62E9B5AE-779D-4001-92D3-8FF830A8A9C1}" dt="2025-10-16T07:06:42.521" v="2032" actId="20577"/>
        <pc:sldMkLst>
          <pc:docMk/>
          <pc:sldMk cId="52434813" sldId="549"/>
        </pc:sldMkLst>
        <pc:spChg chg="mod">
          <ac:chgData name="Pramod Naik" userId="ceb6df04-ef15-4d9b-a141-998a03559d75" providerId="ADAL" clId="{62E9B5AE-779D-4001-92D3-8FF830A8A9C1}" dt="2025-10-16T07:06:42.521" v="2032" actId="20577"/>
          <ac:spMkLst>
            <pc:docMk/>
            <pc:sldMk cId="52434813" sldId="549"/>
            <ac:spMk id="3" creationId="{CFEE2810-6874-D156-5BA4-C46FD1635C5F}"/>
          </ac:spMkLst>
        </pc:spChg>
        <pc:picChg chg="add mod">
          <ac:chgData name="Pramod Naik" userId="ceb6df04-ef15-4d9b-a141-998a03559d75" providerId="ADAL" clId="{62E9B5AE-779D-4001-92D3-8FF830A8A9C1}" dt="2025-10-12T08:35:24.982" v="1518" actId="1076"/>
          <ac:picMkLst>
            <pc:docMk/>
            <pc:sldMk cId="52434813" sldId="549"/>
            <ac:picMk id="5" creationId="{5FBCEAF9-E23B-226E-BEEE-0760D082FC7A}"/>
          </ac:picMkLst>
        </pc:picChg>
        <pc:picChg chg="add mod">
          <ac:chgData name="Pramod Naik" userId="ceb6df04-ef15-4d9b-a141-998a03559d75" providerId="ADAL" clId="{62E9B5AE-779D-4001-92D3-8FF830A8A9C1}" dt="2025-10-12T08:35:20.966" v="1516" actId="1076"/>
          <ac:picMkLst>
            <pc:docMk/>
            <pc:sldMk cId="52434813" sldId="549"/>
            <ac:picMk id="7" creationId="{98DC8034-4FAF-7BB6-49C8-2C84BF7B61AA}"/>
          </ac:picMkLst>
        </pc:picChg>
      </pc:sldChg>
      <pc:sldChg chg="addSp delSp modSp add mod">
        <pc:chgData name="Pramod Naik" userId="ceb6df04-ef15-4d9b-a141-998a03559d75" providerId="ADAL" clId="{62E9B5AE-779D-4001-92D3-8FF830A8A9C1}" dt="2025-10-12T08:40:28.529" v="1634" actId="1076"/>
        <pc:sldMkLst>
          <pc:docMk/>
          <pc:sldMk cId="3742978219" sldId="550"/>
        </pc:sldMkLst>
        <pc:spChg chg="mod">
          <ac:chgData name="Pramod Naik" userId="ceb6df04-ef15-4d9b-a141-998a03559d75" providerId="ADAL" clId="{62E9B5AE-779D-4001-92D3-8FF830A8A9C1}" dt="2025-10-12T08:36:57.812" v="1599" actId="20577"/>
          <ac:spMkLst>
            <pc:docMk/>
            <pc:sldMk cId="3742978219" sldId="550"/>
            <ac:spMk id="3" creationId="{0E25D445-7026-9AF4-CB4B-BEF350B3EDAF}"/>
          </ac:spMkLst>
        </pc:spChg>
        <pc:picChg chg="add mod">
          <ac:chgData name="Pramod Naik" userId="ceb6df04-ef15-4d9b-a141-998a03559d75" providerId="ADAL" clId="{62E9B5AE-779D-4001-92D3-8FF830A8A9C1}" dt="2025-10-12T08:36:56.049" v="1598" actId="14100"/>
          <ac:picMkLst>
            <pc:docMk/>
            <pc:sldMk cId="3742978219" sldId="550"/>
            <ac:picMk id="4" creationId="{F2D59316-6CCD-1B96-97B1-243127EAC998}"/>
          </ac:picMkLst>
        </pc:picChg>
        <pc:picChg chg="add mod">
          <ac:chgData name="Pramod Naik" userId="ceb6df04-ef15-4d9b-a141-998a03559d75" providerId="ADAL" clId="{62E9B5AE-779D-4001-92D3-8FF830A8A9C1}" dt="2025-10-12T08:40:28.529" v="1634" actId="1076"/>
          <ac:picMkLst>
            <pc:docMk/>
            <pc:sldMk cId="3742978219" sldId="550"/>
            <ac:picMk id="8" creationId="{0EFC3FC4-8ECD-7B8F-58A9-658F6840E592}"/>
          </ac:picMkLst>
        </pc:picChg>
      </pc:sldChg>
      <pc:sldChg chg="modSp add mod">
        <pc:chgData name="Pramod Naik" userId="ceb6df04-ef15-4d9b-a141-998a03559d75" providerId="ADAL" clId="{62E9B5AE-779D-4001-92D3-8FF830A8A9C1}" dt="2025-10-12T08:38:16.679" v="1629" actId="255"/>
        <pc:sldMkLst>
          <pc:docMk/>
          <pc:sldMk cId="1299490774" sldId="551"/>
        </pc:sldMkLst>
        <pc:spChg chg="mod">
          <ac:chgData name="Pramod Naik" userId="ceb6df04-ef15-4d9b-a141-998a03559d75" providerId="ADAL" clId="{62E9B5AE-779D-4001-92D3-8FF830A8A9C1}" dt="2025-10-12T08:38:16.679" v="1629" actId="255"/>
          <ac:spMkLst>
            <pc:docMk/>
            <pc:sldMk cId="1299490774" sldId="551"/>
            <ac:spMk id="3" creationId="{61D44C2F-B5EE-5D94-FB1A-5A2EB3D78C61}"/>
          </ac:spMkLst>
        </pc:spChg>
      </pc:sldChg>
      <pc:sldChg chg="addSp modSp add mod">
        <pc:chgData name="Pramod Naik" userId="ceb6df04-ef15-4d9b-a141-998a03559d75" providerId="ADAL" clId="{62E9B5AE-779D-4001-92D3-8FF830A8A9C1}" dt="2025-10-12T08:41:05.754" v="1647" actId="113"/>
        <pc:sldMkLst>
          <pc:docMk/>
          <pc:sldMk cId="865861587" sldId="552"/>
        </pc:sldMkLst>
        <pc:spChg chg="mod">
          <ac:chgData name="Pramod Naik" userId="ceb6df04-ef15-4d9b-a141-998a03559d75" providerId="ADAL" clId="{62E9B5AE-779D-4001-92D3-8FF830A8A9C1}" dt="2025-10-12T08:41:05.754" v="1647" actId="113"/>
          <ac:spMkLst>
            <pc:docMk/>
            <pc:sldMk cId="865861587" sldId="552"/>
            <ac:spMk id="3" creationId="{418A7104-34C9-B2E4-6EEC-F6151213CE6D}"/>
          </ac:spMkLst>
        </pc:spChg>
        <pc:picChg chg="add mod">
          <ac:chgData name="Pramod Naik" userId="ceb6df04-ef15-4d9b-a141-998a03559d75" providerId="ADAL" clId="{62E9B5AE-779D-4001-92D3-8FF830A8A9C1}" dt="2025-10-12T08:41:03.642" v="1646" actId="1076"/>
          <ac:picMkLst>
            <pc:docMk/>
            <pc:sldMk cId="865861587" sldId="552"/>
            <ac:picMk id="4" creationId="{CB4BE3A4-E6D9-CA56-A46B-8ED1693CCAC0}"/>
          </ac:picMkLst>
        </pc:picChg>
      </pc:sldChg>
      <pc:sldChg chg="addSp delSp modSp add mod">
        <pc:chgData name="Pramod Naik" userId="ceb6df04-ef15-4d9b-a141-998a03559d75" providerId="ADAL" clId="{62E9B5AE-779D-4001-92D3-8FF830A8A9C1}" dt="2025-10-14T05:39:32.044" v="1702" actId="14100"/>
        <pc:sldMkLst>
          <pc:docMk/>
          <pc:sldMk cId="319971518" sldId="553"/>
        </pc:sldMkLst>
        <pc:spChg chg="add del mod">
          <ac:chgData name="Pramod Naik" userId="ceb6df04-ef15-4d9b-a141-998a03559d75" providerId="ADAL" clId="{62E9B5AE-779D-4001-92D3-8FF830A8A9C1}" dt="2025-10-14T05:39:32.044" v="1702" actId="14100"/>
          <ac:spMkLst>
            <pc:docMk/>
            <pc:sldMk cId="319971518" sldId="553"/>
            <ac:spMk id="3" creationId="{24BF1F19-BDEF-32B5-E4BD-80C70555391C}"/>
          </ac:spMkLst>
        </pc:spChg>
      </pc:sldChg>
      <pc:sldChg chg="addSp delSp modSp add mod">
        <pc:chgData name="Pramod Naik" userId="ceb6df04-ef15-4d9b-a141-998a03559d75" providerId="ADAL" clId="{62E9B5AE-779D-4001-92D3-8FF830A8A9C1}" dt="2025-10-17T07:13:43.301" v="2038" actId="1076"/>
        <pc:sldMkLst>
          <pc:docMk/>
          <pc:sldMk cId="1986494582" sldId="554"/>
        </pc:sldMkLst>
        <pc:spChg chg="add del mod">
          <ac:chgData name="Pramod Naik" userId="ceb6df04-ef15-4d9b-a141-998a03559d75" providerId="ADAL" clId="{62E9B5AE-779D-4001-92D3-8FF830A8A9C1}" dt="2025-10-14T05:40:32.853" v="1731" actId="207"/>
          <ac:spMkLst>
            <pc:docMk/>
            <pc:sldMk cId="1986494582" sldId="554"/>
            <ac:spMk id="3" creationId="{77BDEDD6-15D3-B1AC-DA38-76C7328FACC7}"/>
          </ac:spMkLst>
        </pc:spChg>
        <pc:graphicFrameChg chg="add mod modGraphic">
          <ac:chgData name="Pramod Naik" userId="ceb6df04-ef15-4d9b-a141-998a03559d75" providerId="ADAL" clId="{62E9B5AE-779D-4001-92D3-8FF830A8A9C1}" dt="2025-10-17T07:13:43.301" v="2038" actId="1076"/>
          <ac:graphicFrameMkLst>
            <pc:docMk/>
            <pc:sldMk cId="1986494582" sldId="554"/>
            <ac:graphicFrameMk id="4" creationId="{A30338A9-5F5C-FE6C-E46B-FB327D611B85}"/>
          </ac:graphicFrameMkLst>
        </pc:graphicFrameChg>
      </pc:sldChg>
      <pc:sldChg chg="modSp add mod">
        <pc:chgData name="Pramod Naik" userId="ceb6df04-ef15-4d9b-a141-998a03559d75" providerId="ADAL" clId="{62E9B5AE-779D-4001-92D3-8FF830A8A9C1}" dt="2025-10-14T05:42:03.977" v="1753" actId="20577"/>
        <pc:sldMkLst>
          <pc:docMk/>
          <pc:sldMk cId="2892914401" sldId="555"/>
        </pc:sldMkLst>
        <pc:spChg chg="mod">
          <ac:chgData name="Pramod Naik" userId="ceb6df04-ef15-4d9b-a141-998a03559d75" providerId="ADAL" clId="{62E9B5AE-779D-4001-92D3-8FF830A8A9C1}" dt="2025-10-14T05:42:03.977" v="1753" actId="20577"/>
          <ac:spMkLst>
            <pc:docMk/>
            <pc:sldMk cId="2892914401" sldId="555"/>
            <ac:spMk id="3" creationId="{66E0EEBD-0D83-AC92-4497-A50AFBC01A19}"/>
          </ac:spMkLst>
        </pc:spChg>
      </pc:sldChg>
      <pc:sldChg chg="addSp modSp add mod">
        <pc:chgData name="Pramod Naik" userId="ceb6df04-ef15-4d9b-a141-998a03559d75" providerId="ADAL" clId="{62E9B5AE-779D-4001-92D3-8FF830A8A9C1}" dt="2025-10-14T05:43:00.278" v="1775" actId="207"/>
        <pc:sldMkLst>
          <pc:docMk/>
          <pc:sldMk cId="1111199599" sldId="556"/>
        </pc:sldMkLst>
        <pc:spChg chg="mod">
          <ac:chgData name="Pramod Naik" userId="ceb6df04-ef15-4d9b-a141-998a03559d75" providerId="ADAL" clId="{62E9B5AE-779D-4001-92D3-8FF830A8A9C1}" dt="2025-10-14T05:43:00.278" v="1775" actId="207"/>
          <ac:spMkLst>
            <pc:docMk/>
            <pc:sldMk cId="1111199599" sldId="556"/>
            <ac:spMk id="3" creationId="{55C5E6CC-2A0D-972B-A0A3-F9BAE3D919E9}"/>
          </ac:spMkLst>
        </pc:spChg>
        <pc:graphicFrameChg chg="add mod modGraphic">
          <ac:chgData name="Pramod Naik" userId="ceb6df04-ef15-4d9b-a141-998a03559d75" providerId="ADAL" clId="{62E9B5AE-779D-4001-92D3-8FF830A8A9C1}" dt="2025-10-14T05:42:35.397" v="1762" actId="404"/>
          <ac:graphicFrameMkLst>
            <pc:docMk/>
            <pc:sldMk cId="1111199599" sldId="556"/>
            <ac:graphicFrameMk id="2" creationId="{FAB0F001-CAC5-5DD6-F686-21ADC00B1948}"/>
          </ac:graphicFrameMkLst>
        </pc:graphicFrameChg>
      </pc:sldChg>
      <pc:sldChg chg="modSp add mod">
        <pc:chgData name="Pramod Naik" userId="ceb6df04-ef15-4d9b-a141-998a03559d75" providerId="ADAL" clId="{62E9B5AE-779D-4001-92D3-8FF830A8A9C1}" dt="2025-10-14T05:44:02.555" v="1785" actId="14100"/>
        <pc:sldMkLst>
          <pc:docMk/>
          <pc:sldMk cId="2258860110" sldId="557"/>
        </pc:sldMkLst>
        <pc:spChg chg="mod">
          <ac:chgData name="Pramod Naik" userId="ceb6df04-ef15-4d9b-a141-998a03559d75" providerId="ADAL" clId="{62E9B5AE-779D-4001-92D3-8FF830A8A9C1}" dt="2025-10-14T05:44:02.555" v="1785" actId="14100"/>
          <ac:spMkLst>
            <pc:docMk/>
            <pc:sldMk cId="2258860110" sldId="557"/>
            <ac:spMk id="3" creationId="{3A4254BD-0A0D-6AF5-2365-333953E73FF3}"/>
          </ac:spMkLst>
        </pc:spChg>
      </pc:sldChg>
      <pc:sldChg chg="modSp add mod">
        <pc:chgData name="Pramod Naik" userId="ceb6df04-ef15-4d9b-a141-998a03559d75" providerId="ADAL" clId="{62E9B5AE-779D-4001-92D3-8FF830A8A9C1}" dt="2025-10-17T05:25:55.352" v="2035" actId="207"/>
        <pc:sldMkLst>
          <pc:docMk/>
          <pc:sldMk cId="3340419842" sldId="558"/>
        </pc:sldMkLst>
        <pc:spChg chg="mod">
          <ac:chgData name="Pramod Naik" userId="ceb6df04-ef15-4d9b-a141-998a03559d75" providerId="ADAL" clId="{62E9B5AE-779D-4001-92D3-8FF830A8A9C1}" dt="2025-10-17T05:25:55.352" v="2035" actId="207"/>
          <ac:spMkLst>
            <pc:docMk/>
            <pc:sldMk cId="3340419842" sldId="558"/>
            <ac:spMk id="3" creationId="{5325407A-FB7C-D207-AA6D-C4551743D0A5}"/>
          </ac:spMkLst>
        </pc:spChg>
      </pc:sldChg>
      <pc:sldChg chg="modSp add mod">
        <pc:chgData name="Pramod Naik" userId="ceb6df04-ef15-4d9b-a141-998a03559d75" providerId="ADAL" clId="{62E9B5AE-779D-4001-92D3-8FF830A8A9C1}" dt="2025-10-14T05:49:49.710" v="1852" actId="12"/>
        <pc:sldMkLst>
          <pc:docMk/>
          <pc:sldMk cId="3804633679" sldId="559"/>
        </pc:sldMkLst>
        <pc:spChg chg="mod">
          <ac:chgData name="Pramod Naik" userId="ceb6df04-ef15-4d9b-a141-998a03559d75" providerId="ADAL" clId="{62E9B5AE-779D-4001-92D3-8FF830A8A9C1}" dt="2025-10-14T05:49:49.710" v="1852" actId="12"/>
          <ac:spMkLst>
            <pc:docMk/>
            <pc:sldMk cId="3804633679" sldId="559"/>
            <ac:spMk id="3" creationId="{EC94F674-CF1C-CDB2-398D-BDC5E5C2967A}"/>
          </ac:spMkLst>
        </pc:spChg>
      </pc:sldChg>
      <pc:sldChg chg="addSp modSp add mod">
        <pc:chgData name="Pramod Naik" userId="ceb6df04-ef15-4d9b-a141-998a03559d75" providerId="ADAL" clId="{62E9B5AE-779D-4001-92D3-8FF830A8A9C1}" dt="2025-10-14T05:51:55.613" v="1870" actId="403"/>
        <pc:sldMkLst>
          <pc:docMk/>
          <pc:sldMk cId="91052272" sldId="560"/>
        </pc:sldMkLst>
        <pc:spChg chg="mod">
          <ac:chgData name="Pramod Naik" userId="ceb6df04-ef15-4d9b-a141-998a03559d75" providerId="ADAL" clId="{62E9B5AE-779D-4001-92D3-8FF830A8A9C1}" dt="2025-10-14T05:51:55.613" v="1870" actId="403"/>
          <ac:spMkLst>
            <pc:docMk/>
            <pc:sldMk cId="91052272" sldId="560"/>
            <ac:spMk id="3" creationId="{FEBFA363-CF02-72F1-B31D-78753D4A588A}"/>
          </ac:spMkLst>
        </pc:spChg>
        <pc:graphicFrameChg chg="add mod modGraphic">
          <ac:chgData name="Pramod Naik" userId="ceb6df04-ef15-4d9b-a141-998a03559d75" providerId="ADAL" clId="{62E9B5AE-779D-4001-92D3-8FF830A8A9C1}" dt="2025-10-14T05:51:52.327" v="1869" actId="1076"/>
          <ac:graphicFrameMkLst>
            <pc:docMk/>
            <pc:sldMk cId="91052272" sldId="560"/>
            <ac:graphicFrameMk id="2" creationId="{09F0A8A2-883B-D913-FB9F-2AC6DE09E06A}"/>
          </ac:graphicFrameMkLst>
        </pc:graphicFrameChg>
      </pc:sldChg>
      <pc:sldChg chg="modSp add mod">
        <pc:chgData name="Pramod Naik" userId="ceb6df04-ef15-4d9b-a141-998a03559d75" providerId="ADAL" clId="{62E9B5AE-779D-4001-92D3-8FF830A8A9C1}" dt="2025-10-20T06:13:25.009" v="2102" actId="207"/>
        <pc:sldMkLst>
          <pc:docMk/>
          <pc:sldMk cId="4037816503" sldId="561"/>
        </pc:sldMkLst>
        <pc:spChg chg="mod">
          <ac:chgData name="Pramod Naik" userId="ceb6df04-ef15-4d9b-a141-998a03559d75" providerId="ADAL" clId="{62E9B5AE-779D-4001-92D3-8FF830A8A9C1}" dt="2025-10-20T06:13:25.009" v="2102" actId="207"/>
          <ac:spMkLst>
            <pc:docMk/>
            <pc:sldMk cId="4037816503" sldId="561"/>
            <ac:spMk id="3" creationId="{7476E4BE-BE3D-AC77-C7A3-BA4EC9F5F2F3}"/>
          </ac:spMkLst>
        </pc:spChg>
      </pc:sldChg>
      <pc:sldChg chg="add del">
        <pc:chgData name="Pramod Naik" userId="ceb6df04-ef15-4d9b-a141-998a03559d75" providerId="ADAL" clId="{62E9B5AE-779D-4001-92D3-8FF830A8A9C1}" dt="2025-10-14T05:52:25.527" v="1871" actId="2696"/>
        <pc:sldMkLst>
          <pc:docMk/>
          <pc:sldMk cId="4226352970" sldId="561"/>
        </pc:sldMkLst>
      </pc:sldChg>
      <pc:sldChg chg="add del">
        <pc:chgData name="Pramod Naik" userId="ceb6df04-ef15-4d9b-a141-998a03559d75" providerId="ADAL" clId="{62E9B5AE-779D-4001-92D3-8FF830A8A9C1}" dt="2025-10-14T05:52:28.136" v="1872" actId="47"/>
        <pc:sldMkLst>
          <pc:docMk/>
          <pc:sldMk cId="1623273479" sldId="562"/>
        </pc:sldMkLst>
      </pc:sldChg>
      <pc:sldChg chg="modSp add mod">
        <pc:chgData name="Pramod Naik" userId="ceb6df04-ef15-4d9b-a141-998a03559d75" providerId="ADAL" clId="{62E9B5AE-779D-4001-92D3-8FF830A8A9C1}" dt="2025-10-20T06:13:53.474" v="2106" actId="207"/>
        <pc:sldMkLst>
          <pc:docMk/>
          <pc:sldMk cId="1912196509" sldId="562"/>
        </pc:sldMkLst>
        <pc:spChg chg="mod">
          <ac:chgData name="Pramod Naik" userId="ceb6df04-ef15-4d9b-a141-998a03559d75" providerId="ADAL" clId="{62E9B5AE-779D-4001-92D3-8FF830A8A9C1}" dt="2025-10-20T06:13:53.474" v="2106" actId="207"/>
          <ac:spMkLst>
            <pc:docMk/>
            <pc:sldMk cId="1912196509" sldId="562"/>
            <ac:spMk id="3" creationId="{F77CDD9B-B0C1-C7F0-4721-B7E68E552000}"/>
          </ac:spMkLst>
        </pc:spChg>
      </pc:sldChg>
      <pc:sldChg chg="addSp modSp add mod">
        <pc:chgData name="Pramod Naik" userId="ceb6df04-ef15-4d9b-a141-998a03559d75" providerId="ADAL" clId="{62E9B5AE-779D-4001-92D3-8FF830A8A9C1}" dt="2025-10-24T06:31:12.609" v="2406" actId="403"/>
        <pc:sldMkLst>
          <pc:docMk/>
          <pc:sldMk cId="3246291351" sldId="563"/>
        </pc:sldMkLst>
        <pc:spChg chg="mod">
          <ac:chgData name="Pramod Naik" userId="ceb6df04-ef15-4d9b-a141-998a03559d75" providerId="ADAL" clId="{62E9B5AE-779D-4001-92D3-8FF830A8A9C1}" dt="2025-10-24T06:31:12.609" v="2406" actId="403"/>
          <ac:spMkLst>
            <pc:docMk/>
            <pc:sldMk cId="3246291351" sldId="563"/>
            <ac:spMk id="3" creationId="{1DDE7CD1-BCF9-E9FC-07B7-C9EB7A9F30C9}"/>
          </ac:spMkLst>
        </pc:spChg>
        <pc:picChg chg="add mod">
          <ac:chgData name="Pramod Naik" userId="ceb6df04-ef15-4d9b-a141-998a03559d75" providerId="ADAL" clId="{62E9B5AE-779D-4001-92D3-8FF830A8A9C1}" dt="2025-10-20T06:18:21.195" v="2163" actId="1076"/>
          <ac:picMkLst>
            <pc:docMk/>
            <pc:sldMk cId="3246291351" sldId="563"/>
            <ac:picMk id="4" creationId="{EE4B7278-3CE1-5F0A-3D4A-57146AECC602}"/>
          </ac:picMkLst>
        </pc:picChg>
      </pc:sldChg>
      <pc:sldChg chg="addSp modSp add mod">
        <pc:chgData name="Pramod Naik" userId="ceb6df04-ef15-4d9b-a141-998a03559d75" providerId="ADAL" clId="{62E9B5AE-779D-4001-92D3-8FF830A8A9C1}" dt="2025-10-20T06:17:21.865" v="2146" actId="113"/>
        <pc:sldMkLst>
          <pc:docMk/>
          <pc:sldMk cId="813558974" sldId="564"/>
        </pc:sldMkLst>
        <pc:spChg chg="mod">
          <ac:chgData name="Pramod Naik" userId="ceb6df04-ef15-4d9b-a141-998a03559d75" providerId="ADAL" clId="{62E9B5AE-779D-4001-92D3-8FF830A8A9C1}" dt="2025-10-20T06:17:21.865" v="2146" actId="113"/>
          <ac:spMkLst>
            <pc:docMk/>
            <pc:sldMk cId="813558974" sldId="564"/>
            <ac:spMk id="3" creationId="{472248A5-B031-375B-AECC-729CABF16357}"/>
          </ac:spMkLst>
        </pc:spChg>
        <pc:picChg chg="add mod">
          <ac:chgData name="Pramod Naik" userId="ceb6df04-ef15-4d9b-a141-998a03559d75" providerId="ADAL" clId="{62E9B5AE-779D-4001-92D3-8FF830A8A9C1}" dt="2025-10-20T06:16:50.657" v="2139" actId="1076"/>
          <ac:picMkLst>
            <pc:docMk/>
            <pc:sldMk cId="813558974" sldId="564"/>
            <ac:picMk id="4" creationId="{33F900D7-1872-81B2-DDAE-73442650AA65}"/>
          </ac:picMkLst>
        </pc:picChg>
      </pc:sldChg>
      <pc:sldChg chg="addSp delSp modSp add mod">
        <pc:chgData name="Pramod Naik" userId="ceb6df04-ef15-4d9b-a141-998a03559d75" providerId="ADAL" clId="{62E9B5AE-779D-4001-92D3-8FF830A8A9C1}" dt="2025-10-20T06:20:15.969" v="2170" actId="1076"/>
        <pc:sldMkLst>
          <pc:docMk/>
          <pc:sldMk cId="494025414" sldId="565"/>
        </pc:sldMkLst>
        <pc:spChg chg="mod">
          <ac:chgData name="Pramod Naik" userId="ceb6df04-ef15-4d9b-a141-998a03559d75" providerId="ADAL" clId="{62E9B5AE-779D-4001-92D3-8FF830A8A9C1}" dt="2025-10-20T06:18:50.402" v="2168" actId="113"/>
          <ac:spMkLst>
            <pc:docMk/>
            <pc:sldMk cId="494025414" sldId="565"/>
            <ac:spMk id="3" creationId="{1048E3DD-AAA6-B500-A102-4FA4311B1A32}"/>
          </ac:spMkLst>
        </pc:spChg>
        <pc:picChg chg="add mod">
          <ac:chgData name="Pramod Naik" userId="ceb6df04-ef15-4d9b-a141-998a03559d75" providerId="ADAL" clId="{62E9B5AE-779D-4001-92D3-8FF830A8A9C1}" dt="2025-10-20T06:20:15.969" v="2170" actId="1076"/>
          <ac:picMkLst>
            <pc:docMk/>
            <pc:sldMk cId="494025414" sldId="565"/>
            <ac:picMk id="6" creationId="{6D683237-DB3C-3DA8-7F45-D8919FD613CB}"/>
          </ac:picMkLst>
        </pc:picChg>
      </pc:sldChg>
      <pc:sldChg chg="addSp modSp add mod">
        <pc:chgData name="Pramod Naik" userId="ceb6df04-ef15-4d9b-a141-998a03559d75" providerId="ADAL" clId="{62E9B5AE-779D-4001-92D3-8FF830A8A9C1}" dt="2025-10-24T06:59:27.519" v="2407" actId="113"/>
        <pc:sldMkLst>
          <pc:docMk/>
          <pc:sldMk cId="4083528472" sldId="566"/>
        </pc:sldMkLst>
        <pc:spChg chg="mod">
          <ac:chgData name="Pramod Naik" userId="ceb6df04-ef15-4d9b-a141-998a03559d75" providerId="ADAL" clId="{62E9B5AE-779D-4001-92D3-8FF830A8A9C1}" dt="2025-10-24T06:59:27.519" v="2407" actId="113"/>
          <ac:spMkLst>
            <pc:docMk/>
            <pc:sldMk cId="4083528472" sldId="566"/>
            <ac:spMk id="3" creationId="{3ED1AC90-2FA8-5CDA-104A-63BCA52BC637}"/>
          </ac:spMkLst>
        </pc:spChg>
        <pc:picChg chg="add mod">
          <ac:chgData name="Pramod Naik" userId="ceb6df04-ef15-4d9b-a141-998a03559d75" providerId="ADAL" clId="{62E9B5AE-779D-4001-92D3-8FF830A8A9C1}" dt="2025-10-20T06:21:31.449" v="2197" actId="1076"/>
          <ac:picMkLst>
            <pc:docMk/>
            <pc:sldMk cId="4083528472" sldId="566"/>
            <ac:picMk id="4" creationId="{B085B6A8-7441-97AD-A18E-4D2F77EB410E}"/>
          </ac:picMkLst>
        </pc:picChg>
      </pc:sldChg>
      <pc:sldChg chg="addSp modSp add mod">
        <pc:chgData name="Pramod Naik" userId="ceb6df04-ef15-4d9b-a141-998a03559d75" providerId="ADAL" clId="{62E9B5AE-779D-4001-92D3-8FF830A8A9C1}" dt="2025-10-20T06:22:51.442" v="2228" actId="1076"/>
        <pc:sldMkLst>
          <pc:docMk/>
          <pc:sldMk cId="4110756528" sldId="567"/>
        </pc:sldMkLst>
        <pc:spChg chg="mod">
          <ac:chgData name="Pramod Naik" userId="ceb6df04-ef15-4d9b-a141-998a03559d75" providerId="ADAL" clId="{62E9B5AE-779D-4001-92D3-8FF830A8A9C1}" dt="2025-10-20T06:22:48.250" v="2227" actId="404"/>
          <ac:spMkLst>
            <pc:docMk/>
            <pc:sldMk cId="4110756528" sldId="567"/>
            <ac:spMk id="3" creationId="{A09330E4-B0DC-167A-A5ED-4C0C32C9F599}"/>
          </ac:spMkLst>
        </pc:spChg>
        <pc:picChg chg="add mod">
          <ac:chgData name="Pramod Naik" userId="ceb6df04-ef15-4d9b-a141-998a03559d75" providerId="ADAL" clId="{62E9B5AE-779D-4001-92D3-8FF830A8A9C1}" dt="2025-10-20T06:22:11.720" v="2204" actId="1076"/>
          <ac:picMkLst>
            <pc:docMk/>
            <pc:sldMk cId="4110756528" sldId="567"/>
            <ac:picMk id="4" creationId="{A37F9A5C-8CEF-45C2-3747-08915750D371}"/>
          </ac:picMkLst>
        </pc:picChg>
        <pc:picChg chg="add mod">
          <ac:chgData name="Pramod Naik" userId="ceb6df04-ef15-4d9b-a141-998a03559d75" providerId="ADAL" clId="{62E9B5AE-779D-4001-92D3-8FF830A8A9C1}" dt="2025-10-20T06:22:51.442" v="2228" actId="1076"/>
          <ac:picMkLst>
            <pc:docMk/>
            <pc:sldMk cId="4110756528" sldId="567"/>
            <ac:picMk id="6" creationId="{FE414150-9C55-A982-4FB0-F6931A3FBB98}"/>
          </ac:picMkLst>
        </pc:picChg>
      </pc:sldChg>
      <pc:sldChg chg="modSp add mod">
        <pc:chgData name="Pramod Naik" userId="ceb6df04-ef15-4d9b-a141-998a03559d75" providerId="ADAL" clId="{62E9B5AE-779D-4001-92D3-8FF830A8A9C1}" dt="2025-10-24T07:03:22.004" v="2411" actId="404"/>
        <pc:sldMkLst>
          <pc:docMk/>
          <pc:sldMk cId="1668062704" sldId="568"/>
        </pc:sldMkLst>
        <pc:spChg chg="mod">
          <ac:chgData name="Pramod Naik" userId="ceb6df04-ef15-4d9b-a141-998a03559d75" providerId="ADAL" clId="{62E9B5AE-779D-4001-92D3-8FF830A8A9C1}" dt="2025-10-24T07:03:22.004" v="2411" actId="404"/>
          <ac:spMkLst>
            <pc:docMk/>
            <pc:sldMk cId="1668062704" sldId="568"/>
            <ac:spMk id="3" creationId="{558F23D9-42A5-63B0-6CEA-BA43EC20773E}"/>
          </ac:spMkLst>
        </pc:spChg>
      </pc:sldChg>
      <pc:sldChg chg="addSp modSp add mod">
        <pc:chgData name="Pramod Naik" userId="ceb6df04-ef15-4d9b-a141-998a03559d75" providerId="ADAL" clId="{62E9B5AE-779D-4001-92D3-8FF830A8A9C1}" dt="2025-10-24T07:03:57.351" v="2455" actId="1076"/>
        <pc:sldMkLst>
          <pc:docMk/>
          <pc:sldMk cId="959162173" sldId="569"/>
        </pc:sldMkLst>
        <pc:spChg chg="mod">
          <ac:chgData name="Pramod Naik" userId="ceb6df04-ef15-4d9b-a141-998a03559d75" providerId="ADAL" clId="{62E9B5AE-779D-4001-92D3-8FF830A8A9C1}" dt="2025-10-24T07:03:54.292" v="2454" actId="20577"/>
          <ac:spMkLst>
            <pc:docMk/>
            <pc:sldMk cId="959162173" sldId="569"/>
            <ac:spMk id="3" creationId="{59BD950C-DB41-C584-047D-58DA2F007A8F}"/>
          </ac:spMkLst>
        </pc:spChg>
        <pc:picChg chg="add mod">
          <ac:chgData name="Pramod Naik" userId="ceb6df04-ef15-4d9b-a141-998a03559d75" providerId="ADAL" clId="{62E9B5AE-779D-4001-92D3-8FF830A8A9C1}" dt="2025-10-24T07:03:57.351" v="2455" actId="1076"/>
          <ac:picMkLst>
            <pc:docMk/>
            <pc:sldMk cId="959162173" sldId="569"/>
            <ac:picMk id="4" creationId="{B7C3EAB5-815E-1A5C-8FBD-DCE4C831517B}"/>
          </ac:picMkLst>
        </pc:picChg>
      </pc:sldChg>
      <pc:sldChg chg="addSp modSp add mod">
        <pc:chgData name="Pramod Naik" userId="ceb6df04-ef15-4d9b-a141-998a03559d75" providerId="ADAL" clId="{62E9B5AE-779D-4001-92D3-8FF830A8A9C1}" dt="2025-10-20T06:53:55.691" v="2315" actId="14100"/>
        <pc:sldMkLst>
          <pc:docMk/>
          <pc:sldMk cId="3252099199" sldId="570"/>
        </pc:sldMkLst>
        <pc:spChg chg="mod">
          <ac:chgData name="Pramod Naik" userId="ceb6df04-ef15-4d9b-a141-998a03559d75" providerId="ADAL" clId="{62E9B5AE-779D-4001-92D3-8FF830A8A9C1}" dt="2025-10-20T06:45:07.205" v="2305" actId="403"/>
          <ac:spMkLst>
            <pc:docMk/>
            <pc:sldMk cId="3252099199" sldId="570"/>
            <ac:spMk id="3" creationId="{17D02728-909D-A8D7-132C-3E3F4FF884F5}"/>
          </ac:spMkLst>
        </pc:spChg>
        <pc:picChg chg="add mod">
          <ac:chgData name="Pramod Naik" userId="ceb6df04-ef15-4d9b-a141-998a03559d75" providerId="ADAL" clId="{62E9B5AE-779D-4001-92D3-8FF830A8A9C1}" dt="2025-10-20T06:53:55.691" v="2315" actId="14100"/>
          <ac:picMkLst>
            <pc:docMk/>
            <pc:sldMk cId="3252099199" sldId="570"/>
            <ac:picMk id="4" creationId="{D8D5D7C9-3DBF-C02D-7F2B-37710BACAA6A}"/>
          </ac:picMkLst>
        </pc:picChg>
        <pc:picChg chg="add mod">
          <ac:chgData name="Pramod Naik" userId="ceb6df04-ef15-4d9b-a141-998a03559d75" providerId="ADAL" clId="{62E9B5AE-779D-4001-92D3-8FF830A8A9C1}" dt="2025-10-20T06:53:55.691" v="2315" actId="14100"/>
          <ac:picMkLst>
            <pc:docMk/>
            <pc:sldMk cId="3252099199" sldId="570"/>
            <ac:picMk id="6" creationId="{E0479120-729F-A96F-C946-AC479B570F12}"/>
          </ac:picMkLst>
        </pc:picChg>
      </pc:sldChg>
      <pc:sldChg chg="addSp delSp modSp add mod">
        <pc:chgData name="Pramod Naik" userId="ceb6df04-ef15-4d9b-a141-998a03559d75" providerId="ADAL" clId="{62E9B5AE-779D-4001-92D3-8FF830A8A9C1}" dt="2025-10-20T06:58:34.161" v="2332" actId="113"/>
        <pc:sldMkLst>
          <pc:docMk/>
          <pc:sldMk cId="1073918120" sldId="571"/>
        </pc:sldMkLst>
        <pc:spChg chg="mod">
          <ac:chgData name="Pramod Naik" userId="ceb6df04-ef15-4d9b-a141-998a03559d75" providerId="ADAL" clId="{62E9B5AE-779D-4001-92D3-8FF830A8A9C1}" dt="2025-10-20T06:58:34.161" v="2332" actId="113"/>
          <ac:spMkLst>
            <pc:docMk/>
            <pc:sldMk cId="1073918120" sldId="571"/>
            <ac:spMk id="3" creationId="{2649D20D-C1FE-2E43-B437-7EBDEFC2FBDD}"/>
          </ac:spMkLst>
        </pc:spChg>
        <pc:picChg chg="add mod">
          <ac:chgData name="Pramod Naik" userId="ceb6df04-ef15-4d9b-a141-998a03559d75" providerId="ADAL" clId="{62E9B5AE-779D-4001-92D3-8FF830A8A9C1}" dt="2025-10-20T06:58:32.389" v="2331" actId="1076"/>
          <ac:picMkLst>
            <pc:docMk/>
            <pc:sldMk cId="1073918120" sldId="571"/>
            <ac:picMk id="6" creationId="{4A5991A1-3B59-F68E-F9FB-76C4601E1AAB}"/>
          </ac:picMkLst>
        </pc:picChg>
      </pc:sldChg>
      <pc:sldChg chg="addSp modSp add mod">
        <pc:chgData name="Pramod Naik" userId="ceb6df04-ef15-4d9b-a141-998a03559d75" providerId="ADAL" clId="{62E9B5AE-779D-4001-92D3-8FF830A8A9C1}" dt="2025-10-20T06:59:17.999" v="2338" actId="1076"/>
        <pc:sldMkLst>
          <pc:docMk/>
          <pc:sldMk cId="1808909135" sldId="572"/>
        </pc:sldMkLst>
        <pc:spChg chg="mod">
          <ac:chgData name="Pramod Naik" userId="ceb6df04-ef15-4d9b-a141-998a03559d75" providerId="ADAL" clId="{62E9B5AE-779D-4001-92D3-8FF830A8A9C1}" dt="2025-10-20T06:58:56.856" v="2335" actId="404"/>
          <ac:spMkLst>
            <pc:docMk/>
            <pc:sldMk cId="1808909135" sldId="572"/>
            <ac:spMk id="3" creationId="{D21E3A01-F8BA-B470-8BD0-352A6D6F848D}"/>
          </ac:spMkLst>
        </pc:spChg>
        <pc:picChg chg="add mod">
          <ac:chgData name="Pramod Naik" userId="ceb6df04-ef15-4d9b-a141-998a03559d75" providerId="ADAL" clId="{62E9B5AE-779D-4001-92D3-8FF830A8A9C1}" dt="2025-10-20T06:59:17.999" v="2338" actId="1076"/>
          <ac:picMkLst>
            <pc:docMk/>
            <pc:sldMk cId="1808909135" sldId="572"/>
            <ac:picMk id="4" creationId="{DB2B84F4-ACC3-B628-6EF6-79321F4EAB61}"/>
          </ac:picMkLst>
        </pc:picChg>
      </pc:sldChg>
      <pc:sldChg chg="addSp modSp add mod">
        <pc:chgData name="Pramod Naik" userId="ceb6df04-ef15-4d9b-a141-998a03559d75" providerId="ADAL" clId="{62E9B5AE-779D-4001-92D3-8FF830A8A9C1}" dt="2025-10-20T07:00:24.741" v="2347" actId="1076"/>
        <pc:sldMkLst>
          <pc:docMk/>
          <pc:sldMk cId="636557185" sldId="573"/>
        </pc:sldMkLst>
        <pc:spChg chg="mod">
          <ac:chgData name="Pramod Naik" userId="ceb6df04-ef15-4d9b-a141-998a03559d75" providerId="ADAL" clId="{62E9B5AE-779D-4001-92D3-8FF830A8A9C1}" dt="2025-10-20T06:59:43.664" v="2344" actId="207"/>
          <ac:spMkLst>
            <pc:docMk/>
            <pc:sldMk cId="636557185" sldId="573"/>
            <ac:spMk id="3" creationId="{31BB3553-7570-769D-0191-273CAB451B15}"/>
          </ac:spMkLst>
        </pc:spChg>
        <pc:picChg chg="add mod">
          <ac:chgData name="Pramod Naik" userId="ceb6df04-ef15-4d9b-a141-998a03559d75" providerId="ADAL" clId="{62E9B5AE-779D-4001-92D3-8FF830A8A9C1}" dt="2025-10-20T07:00:24.741" v="2347" actId="1076"/>
          <ac:picMkLst>
            <pc:docMk/>
            <pc:sldMk cId="636557185" sldId="573"/>
            <ac:picMk id="4" creationId="{3E6C21A8-3522-6053-7EF3-CF952B4F0CCA}"/>
          </ac:picMkLst>
        </pc:picChg>
      </pc:sldChg>
      <pc:sldChg chg="addSp modSp add mod">
        <pc:chgData name="Pramod Naik" userId="ceb6df04-ef15-4d9b-a141-998a03559d75" providerId="ADAL" clId="{62E9B5AE-779D-4001-92D3-8FF830A8A9C1}" dt="2025-10-20T07:02:29.056" v="2357" actId="1076"/>
        <pc:sldMkLst>
          <pc:docMk/>
          <pc:sldMk cId="2101197699" sldId="574"/>
        </pc:sldMkLst>
        <pc:spChg chg="mod">
          <ac:chgData name="Pramod Naik" userId="ceb6df04-ef15-4d9b-a141-998a03559d75" providerId="ADAL" clId="{62E9B5AE-779D-4001-92D3-8FF830A8A9C1}" dt="2025-10-20T07:01:51.521" v="2354" actId="404"/>
          <ac:spMkLst>
            <pc:docMk/>
            <pc:sldMk cId="2101197699" sldId="574"/>
            <ac:spMk id="3" creationId="{A265D3AB-45C5-4B96-588C-500B466F4029}"/>
          </ac:spMkLst>
        </pc:spChg>
        <pc:picChg chg="add mod">
          <ac:chgData name="Pramod Naik" userId="ceb6df04-ef15-4d9b-a141-998a03559d75" providerId="ADAL" clId="{62E9B5AE-779D-4001-92D3-8FF830A8A9C1}" dt="2025-10-20T07:02:29.056" v="2357" actId="1076"/>
          <ac:picMkLst>
            <pc:docMk/>
            <pc:sldMk cId="2101197699" sldId="574"/>
            <ac:picMk id="4" creationId="{2CE24701-F3D4-9FEB-F4D5-E4B1EB36ED96}"/>
          </ac:picMkLst>
        </pc:picChg>
      </pc:sldChg>
      <pc:sldChg chg="add del">
        <pc:chgData name="Pramod Naik" userId="ceb6df04-ef15-4d9b-a141-998a03559d75" providerId="ADAL" clId="{62E9B5AE-779D-4001-92D3-8FF830A8A9C1}" dt="2025-10-24T05:15:08.428" v="2385" actId="47"/>
        <pc:sldMkLst>
          <pc:docMk/>
          <pc:sldMk cId="1438792373" sldId="575"/>
        </pc:sldMkLst>
      </pc:sldChg>
      <pc:sldChg chg="add del">
        <pc:chgData name="Pramod Naik" userId="ceb6df04-ef15-4d9b-a141-998a03559d75" providerId="ADAL" clId="{62E9B5AE-779D-4001-92D3-8FF830A8A9C1}" dt="2025-10-24T05:15:09.265" v="2386" actId="47"/>
        <pc:sldMkLst>
          <pc:docMk/>
          <pc:sldMk cId="34796182" sldId="576"/>
        </pc:sldMkLst>
      </pc:sldChg>
      <pc:sldChg chg="add del">
        <pc:chgData name="Pramod Naik" userId="ceb6df04-ef15-4d9b-a141-998a03559d75" providerId="ADAL" clId="{62E9B5AE-779D-4001-92D3-8FF830A8A9C1}" dt="2025-10-24T05:15:10.215" v="2387" actId="47"/>
        <pc:sldMkLst>
          <pc:docMk/>
          <pc:sldMk cId="2734079874" sldId="577"/>
        </pc:sldMkLst>
      </pc:sldChg>
      <pc:sldChg chg="addSp delSp modSp add mod">
        <pc:chgData name="Pramod Naik" userId="ceb6df04-ef15-4d9b-a141-998a03559d75" providerId="ADAL" clId="{62E9B5AE-779D-4001-92D3-8FF830A8A9C1}" dt="2025-10-20T07:03:01.242" v="2373" actId="20577"/>
        <pc:sldMkLst>
          <pc:docMk/>
          <pc:sldMk cId="2851575667" sldId="578"/>
        </pc:sldMkLst>
        <pc:spChg chg="add del mod">
          <ac:chgData name="Pramod Naik" userId="ceb6df04-ef15-4d9b-a141-998a03559d75" providerId="ADAL" clId="{62E9B5AE-779D-4001-92D3-8FF830A8A9C1}" dt="2025-10-20T07:03:01.242" v="2373" actId="20577"/>
          <ac:spMkLst>
            <pc:docMk/>
            <pc:sldMk cId="2851575667" sldId="578"/>
            <ac:spMk id="3" creationId="{D2156EB7-C1B5-D782-E7FA-9865194111E5}"/>
          </ac:spMkLst>
        </pc:spChg>
        <pc:picChg chg="add mod">
          <ac:chgData name="Pramod Naik" userId="ceb6df04-ef15-4d9b-a141-998a03559d75" providerId="ADAL" clId="{62E9B5AE-779D-4001-92D3-8FF830A8A9C1}" dt="2025-10-20T07:02:57.366" v="2366" actId="1076"/>
          <ac:picMkLst>
            <pc:docMk/>
            <pc:sldMk cId="2851575667" sldId="578"/>
            <ac:picMk id="6" creationId="{CBC0C552-E9B3-4C58-A8FA-4384EF05DA72}"/>
          </ac:picMkLst>
        </pc:picChg>
      </pc:sldChg>
    </pc:docChg>
  </pc:docChgLst>
  <pc:docChgLst>
    <pc:chgData name="Pramod Naik" userId="ceb6df04-ef15-4d9b-a141-998a03559d75" providerId="ADAL" clId="{2BBA8E63-1F83-4096-B685-F0D4199669C1}"/>
    <pc:docChg chg="undo custSel addSld delSld modSld sldOrd">
      <pc:chgData name="Pramod Naik" userId="ceb6df04-ef15-4d9b-a141-998a03559d75" providerId="ADAL" clId="{2BBA8E63-1F83-4096-B685-F0D4199669C1}" dt="2025-06-27T12:11:23.952" v="56" actId="1076"/>
      <pc:docMkLst>
        <pc:docMk/>
      </pc:docMkLst>
      <pc:sldChg chg="addSp delSp modSp mod">
        <pc:chgData name="Pramod Naik" userId="ceb6df04-ef15-4d9b-a141-998a03559d75" providerId="ADAL" clId="{2BBA8E63-1F83-4096-B685-F0D4199669C1}" dt="2025-06-27T12:08:58.224" v="15" actId="1076"/>
        <pc:sldMkLst>
          <pc:docMk/>
          <pc:sldMk cId="2805087750" sldId="369"/>
        </pc:sldMkLst>
      </pc:sldChg>
      <pc:sldChg chg="add">
        <pc:chgData name="Pramod Naik" userId="ceb6df04-ef15-4d9b-a141-998a03559d75" providerId="ADAL" clId="{2BBA8E63-1F83-4096-B685-F0D4199669C1}" dt="2025-06-27T12:07:21.871" v="0"/>
        <pc:sldMkLst>
          <pc:docMk/>
          <pc:sldMk cId="1961164702" sldId="536"/>
        </pc:sldMkLst>
      </pc:sldChg>
      <pc:sldChg chg="addSp delSp modSp add mod setBg">
        <pc:chgData name="Pramod Naik" userId="ceb6df04-ef15-4d9b-a141-998a03559d75" providerId="ADAL" clId="{2BBA8E63-1F83-4096-B685-F0D4199669C1}" dt="2025-06-27T12:11:23.952" v="56" actId="1076"/>
        <pc:sldMkLst>
          <pc:docMk/>
          <pc:sldMk cId="2190670439" sldId="537"/>
        </pc:sldMkLst>
      </pc:sldChg>
      <pc:sldChg chg="addSp delSp modSp add mod ord">
        <pc:chgData name="Pramod Naik" userId="ceb6df04-ef15-4d9b-a141-998a03559d75" providerId="ADAL" clId="{2BBA8E63-1F83-4096-B685-F0D4199669C1}" dt="2025-06-27T12:10:16.046" v="40"/>
        <pc:sldMkLst>
          <pc:docMk/>
          <pc:sldMk cId="3886295808" sldId="538"/>
        </pc:sldMkLst>
      </pc:sldChg>
      <pc:sldChg chg="add">
        <pc:chgData name="Pramod Naik" userId="ceb6df04-ef15-4d9b-a141-998a03559d75" providerId="ADAL" clId="{2BBA8E63-1F83-4096-B685-F0D4199669C1}" dt="2025-06-27T12:10:18.134" v="41"/>
        <pc:sldMkLst>
          <pc:docMk/>
          <pc:sldMk cId="2303070927" sldId="539"/>
        </pc:sldMkLst>
      </pc:sldChg>
      <pc:sldChg chg="add del">
        <pc:chgData name="Pramod Naik" userId="ceb6df04-ef15-4d9b-a141-998a03559d75" providerId="ADAL" clId="{2BBA8E63-1F83-4096-B685-F0D4199669C1}" dt="2025-06-27T12:09:53.990" v="35"/>
        <pc:sldMkLst>
          <pc:docMk/>
          <pc:sldMk cId="4238638134" sldId="539"/>
        </pc:sldMkLst>
      </pc:sldChg>
      <pc:sldChg chg="add">
        <pc:chgData name="Pramod Naik" userId="ceb6df04-ef15-4d9b-a141-998a03559d75" providerId="ADAL" clId="{2BBA8E63-1F83-4096-B685-F0D4199669C1}" dt="2025-06-27T12:10:18.332" v="42"/>
        <pc:sldMkLst>
          <pc:docMk/>
          <pc:sldMk cId="2173694948" sldId="540"/>
        </pc:sldMkLst>
      </pc:sldChg>
    </pc:docChg>
  </pc:docChgLst>
  <pc:docChgLst>
    <pc:chgData name="Pramod Naik" userId="ceb6df04-ef15-4d9b-a141-998a03559d75" providerId="ADAL" clId="{D1D4E302-CA95-476B-B320-79C7EBDE6899}"/>
    <pc:docChg chg="undo custSel addSld delSld modSld">
      <pc:chgData name="Pramod Naik" userId="ceb6df04-ef15-4d9b-a141-998a03559d75" providerId="ADAL" clId="{D1D4E302-CA95-476B-B320-79C7EBDE6899}" dt="2025-09-04T20:26:20.323" v="8" actId="47"/>
      <pc:docMkLst>
        <pc:docMk/>
      </pc:docMkLst>
      <pc:sldChg chg="modSp">
        <pc:chgData name="Pramod Naik" userId="ceb6df04-ef15-4d9b-a141-998a03559d75" providerId="ADAL" clId="{D1D4E302-CA95-476B-B320-79C7EBDE6899}" dt="2025-09-04T20:26:07.698" v="4" actId="1036"/>
        <pc:sldMkLst>
          <pc:docMk/>
          <pc:sldMk cId="3886295808" sldId="538"/>
        </pc:sldMkLst>
      </pc:sldChg>
      <pc:sldChg chg="del">
        <pc:chgData name="Pramod Naik" userId="ceb6df04-ef15-4d9b-a141-998a03559d75" providerId="ADAL" clId="{D1D4E302-CA95-476B-B320-79C7EBDE6899}" dt="2025-09-04T20:26:19.563" v="7" actId="47"/>
        <pc:sldMkLst>
          <pc:docMk/>
          <pc:sldMk cId="2303070927" sldId="539"/>
        </pc:sldMkLst>
      </pc:sldChg>
      <pc:sldChg chg="add del">
        <pc:chgData name="Pramod Naik" userId="ceb6df04-ef15-4d9b-a141-998a03559d75" providerId="ADAL" clId="{D1D4E302-CA95-476B-B320-79C7EBDE6899}" dt="2025-09-04T20:26:20.323" v="8" actId="47"/>
        <pc:sldMkLst>
          <pc:docMk/>
          <pc:sldMk cId="2173694948" sldId="54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532AF1-4615-4667-912A-829B12F8C4D2}" type="datetimeFigureOut">
              <a:rPr lang="en-IN" smtClean="0"/>
              <a:t>26-10-2025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38A8E6-D4B7-4286-B37C-5D755B8E2C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64858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058BF-C5E1-4B52-BD8A-FD1AD57793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CD51F7-3CC3-4BB7-8291-B1789482E8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20447-D6C7-43E1-AE88-1FB66CC9C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A76A3-ADC8-4477-8FC1-B9DD55D84908}" type="datetime1">
              <a:rPr lang="en-US" smtClean="0"/>
              <a:t>10/26/2025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5E17B6-E7FC-473A-8D5F-0E6B838EA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4AF4E0-FDDB-42B9-862C-7BBC501CD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55230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736C8-0B4F-4655-A630-0B1D2540B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78B888-85E0-4D92-903E-C3FE7E870D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648916-250B-4232-BD7D-571FDE79F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F49BE-398D-479A-8A7E-5DDBCA61EDCB}" type="datetime1">
              <a:rPr lang="en-US" smtClean="0"/>
              <a:t>10/26/2025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A8BFB4-647C-4104-B6D4-3346051C3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0FA73F-2BE8-4370-AE90-58F4CE51F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0270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1446D-9FAC-4157-A41A-51675C8BE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1709738"/>
            <a:ext cx="10570210" cy="275889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AF8D4A-8F93-4399-9546-64F286400D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7240" y="4589463"/>
            <a:ext cx="1057021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9C2FD4-BF96-470C-8247-20DFAE1CF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0C193-4974-4A1F-9C63-07D595E30D66}" type="datetime1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175A2D-86C4-4467-BAB8-E9ED004D2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442A4D-D9B2-4C82-95E4-B86F9F5F3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474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6B3AA-8C30-429E-B934-AF1220438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15834E-691F-4728-88F5-A0C4696695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77240" y="1825625"/>
            <a:ext cx="52425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876374-880F-4E25-9F88-79E3C1AB1F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19BD69-B509-4FCE-95A8-ED03FFC8C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AA87F-28D4-4BF0-B81F-877A89DFD5AC}" type="datetime1">
              <a:rPr lang="en-US" smtClean="0"/>
              <a:t>10/26/2025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7C287B-AE5B-490B-BF81-A50D7A2E8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3C2246-303C-4A29-B6EA-E62CEDE6C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6027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2FE79-D5BE-43E8-B6C5-2675B7F4D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125"/>
            <a:ext cx="10578148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9D3A07-BA51-4113-902E-830A887D2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7240" y="1801812"/>
            <a:ext cx="5220335" cy="9350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E320A9-E274-4E1B-B02D-9A3F510A1F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77240" y="2825749"/>
            <a:ext cx="5220335" cy="33639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E80D3A-C2A8-4B78-B7E2-4908C74B1C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01812"/>
            <a:ext cx="5183188" cy="9350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5D84DD-9460-4B08-86AD-27486A9400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825749"/>
            <a:ext cx="5183188" cy="33639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B0B7F8-282C-4210-AE7D-F35228BAC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9F1F3-208B-49A3-B337-9C8ACEB3E0E1}" type="datetime1">
              <a:rPr lang="en-US" smtClean="0"/>
              <a:t>10/26/2025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E343A9-1067-4DCF-BACC-1F7F38050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84E471-04DB-4DB5-8CC5-16B3FC885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55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D87C0-272E-4E50-A316-78079B2B9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125"/>
            <a:ext cx="1065911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06C1C9-1F69-432A-858C-D828B56E1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F6CA6-7293-4AA2-A0E0-A3BF4416E786}" type="datetime1">
              <a:rPr lang="en-US" smtClean="0"/>
              <a:t>10/26/2025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6D9A1B-D149-4B97-B161-3D7C9ADBC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B3722F-8C88-4E54-8CD6-12D31A05F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7842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E1B4EE-6DFC-45F3-9174-D913EB57C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87016-7BCD-46FB-8EE3-AB6C369108B4}" type="datetime1">
              <a:rPr lang="en-US" smtClean="0"/>
              <a:t>10/26/2025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7F7DC-6DDE-4337-AD27-BBE7D5422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C58EA9-3AC4-421E-B133-1FA7757DF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2627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035BB-74CC-43E9-B71F-A5C05D17E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457200"/>
            <a:ext cx="3994785" cy="2501900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ADC9E-7845-4DB1-87E3-6FBFB2B03B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457201"/>
            <a:ext cx="6172200" cy="540385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C925A8-2A07-43B9-B549-061F368498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77240" y="3092450"/>
            <a:ext cx="3994785" cy="277653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1A9037-0564-43A1-8156-1D9932E1F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47011-1FFC-4EF8-9A2E-53B4AD2ADBD4}" type="datetime1">
              <a:rPr lang="en-US" smtClean="0"/>
              <a:t>10/26/2025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FF0D40-D0E1-49C9-BE47-91BBC50AB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D129BD-890D-412E-9805-D29F4A0D3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5230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8ADB4-BA7B-42C2-9C6C-58B2763F8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457200"/>
            <a:ext cx="3994785" cy="2505456"/>
          </a:xfrm>
        </p:spPr>
        <p:txBody>
          <a:bodyPr anchor="b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519B58-B546-4E6B-BE00-3D1D64DA86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AA0AB8-41A9-4548-9B83-3EFF79A007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77240" y="3081275"/>
            <a:ext cx="3994785" cy="2779776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BB33ED-A015-4992-A004-33D41CFFA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2EB47-45B4-4EF5-A743-B4885DD2F060}" type="datetime1">
              <a:rPr lang="en-US" smtClean="0"/>
              <a:t>10/26/2025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C29CDA-E85F-47D1-83B7-02A50DEBF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49625F-5352-4136-8AC4-F8899D00A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3301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E922F-6166-4009-A42D-027DC7180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7791CF-167D-446D-9F99-6976C986E2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3CA422-E040-4DE1-9DA5-C8D37C116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62538-DC4D-4667-96E5-B3278DDF8B12}" type="datetime1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813B0B-60E7-494E-91CB-055BC2690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48C554-7C1B-4D8F-9B6B-044926569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0357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C66EF0-6ED8-49A7-BDAD-E20A143FAE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FCE9CD-90A9-44BA-B293-0662E077DD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57DAE0-05C4-460B-B96D-BD183ED03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80548-5C08-4BE3-B63E-F2BB63B0B00C}" type="datetime1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B3CA93-55C9-4AA3-89A0-55490F745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BFD820-FF26-4325-816F-310C30F80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5991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99B5B3C5-A599-465B-B2B9-866E8B2087CE}"/>
              </a:ext>
            </a:extLst>
          </p:cNvPr>
          <p:cNvSpPr/>
          <p:nvPr/>
        </p:nvSpPr>
        <p:spPr>
          <a:xfrm>
            <a:off x="-1" y="-1"/>
            <a:ext cx="12192001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5C84982-7DD0-43B1-8A2D-BFA4DF1B4E60}"/>
              </a:ext>
            </a:extLst>
          </p:cNvPr>
          <p:cNvSpPr/>
          <p:nvPr/>
        </p:nvSpPr>
        <p:spPr>
          <a:xfrm>
            <a:off x="-1" y="-1"/>
            <a:ext cx="12192001" cy="685800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8" name="Decorative Circles">
            <a:extLst>
              <a:ext uri="{FF2B5EF4-FFF2-40B4-BE49-F238E27FC236}">
                <a16:creationId xmlns:a16="http://schemas.microsoft.com/office/drawing/2014/main" id="{1D912E1C-3BBA-42F0-A3EE-FEC382E7230A}"/>
              </a:ext>
            </a:extLst>
          </p:cNvPr>
          <p:cNvGrpSpPr/>
          <p:nvPr/>
        </p:nvGrpSpPr>
        <p:grpSpPr>
          <a:xfrm>
            <a:off x="-1" y="-1"/>
            <a:ext cx="12192001" cy="6858001"/>
            <a:chOff x="-1" y="-1"/>
            <a:chExt cx="12192001" cy="6858001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2FEEAC76-E273-46A8-8F8E-CE59860FE70D}"/>
                </a:ext>
              </a:extLst>
            </p:cNvPr>
            <p:cNvSpPr/>
            <p:nvPr/>
          </p:nvSpPr>
          <p:spPr>
            <a:xfrm>
              <a:off x="209098" y="727602"/>
              <a:ext cx="172408" cy="172408"/>
            </a:xfrm>
            <a:prstGeom prst="ellipse">
              <a:avLst/>
            </a:prstGeom>
            <a:solidFill>
              <a:schemeClr val="accent2">
                <a:lumMod val="40000"/>
                <a:lumOff val="6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76594A0E-9400-45AD-A431-1DA1C0B28966}"/>
                </a:ext>
              </a:extLst>
            </p:cNvPr>
            <p:cNvSpPr/>
            <p:nvPr/>
          </p:nvSpPr>
          <p:spPr>
            <a:xfrm>
              <a:off x="949947" y="136523"/>
              <a:ext cx="113367" cy="113367"/>
            </a:xfrm>
            <a:prstGeom prst="ellipse">
              <a:avLst/>
            </a:prstGeom>
            <a:solidFill>
              <a:srgbClr val="F39E29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20916D6C-D32F-42B6-8512-CD5EDB8F2B9B}"/>
                </a:ext>
              </a:extLst>
            </p:cNvPr>
            <p:cNvSpPr/>
            <p:nvPr/>
          </p:nvSpPr>
          <p:spPr>
            <a:xfrm>
              <a:off x="11575290" y="5859047"/>
              <a:ext cx="305780" cy="30578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834846D-59C6-40F4-907C-F1A4689B58F1}"/>
                </a:ext>
              </a:extLst>
            </p:cNvPr>
            <p:cNvSpPr/>
            <p:nvPr/>
          </p:nvSpPr>
          <p:spPr>
            <a:xfrm>
              <a:off x="95730" y="1133938"/>
              <a:ext cx="226735" cy="226735"/>
            </a:xfrm>
            <a:prstGeom prst="ellipse">
              <a:avLst/>
            </a:prstGeom>
            <a:solidFill>
              <a:schemeClr val="accent3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5A257CDF-2E36-4DC7-8EE4-5CD8F8ECAC87}"/>
                </a:ext>
              </a:extLst>
            </p:cNvPr>
            <p:cNvSpPr/>
            <p:nvPr/>
          </p:nvSpPr>
          <p:spPr>
            <a:xfrm>
              <a:off x="11536830" y="554419"/>
              <a:ext cx="382700" cy="38270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  <a:alpha val="7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D5B26E0E-A115-4AE2-82D8-76BB93CC494F}"/>
                </a:ext>
              </a:extLst>
            </p:cNvPr>
            <p:cNvSpPr/>
            <p:nvPr/>
          </p:nvSpPr>
          <p:spPr>
            <a:xfrm>
              <a:off x="11224303" y="299808"/>
              <a:ext cx="113367" cy="113367"/>
            </a:xfrm>
            <a:prstGeom prst="ellipse">
              <a:avLst/>
            </a:prstGeom>
            <a:solidFill>
              <a:srgbClr val="F39E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755058DB-7E01-4E95-BF59-983AA1BBB38E}"/>
                </a:ext>
              </a:extLst>
            </p:cNvPr>
            <p:cNvSpPr/>
            <p:nvPr/>
          </p:nvSpPr>
          <p:spPr>
            <a:xfrm>
              <a:off x="11629630" y="5482355"/>
              <a:ext cx="94160" cy="94160"/>
            </a:xfrm>
            <a:prstGeom prst="ellipse">
              <a:avLst/>
            </a:prstGeom>
            <a:solidFill>
              <a:srgbClr val="E3BEBE">
                <a:alpha val="2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A810F7E2-23F3-44D6-B09E-71E556536052}"/>
                </a:ext>
              </a:extLst>
            </p:cNvPr>
            <p:cNvSpPr/>
            <p:nvPr/>
          </p:nvSpPr>
          <p:spPr>
            <a:xfrm>
              <a:off x="10415328" y="6124958"/>
              <a:ext cx="113367" cy="113367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59D5C391-E1DB-410A-A78C-ED3BBDFF0758}"/>
                </a:ext>
              </a:extLst>
            </p:cNvPr>
            <p:cNvSpPr/>
            <p:nvPr/>
          </p:nvSpPr>
          <p:spPr>
            <a:xfrm>
              <a:off x="10120382" y="6255986"/>
              <a:ext cx="305780" cy="30578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77C4944D-9373-4283-BCAA-927A0316659E}"/>
                </a:ext>
              </a:extLst>
            </p:cNvPr>
            <p:cNvSpPr/>
            <p:nvPr/>
          </p:nvSpPr>
          <p:spPr>
            <a:xfrm>
              <a:off x="9934343" y="6204350"/>
              <a:ext cx="113367" cy="113367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6804C521-2D9F-4CE4-AFD3-D4F1551FEC6A}"/>
                </a:ext>
              </a:extLst>
            </p:cNvPr>
            <p:cNvSpPr/>
            <p:nvPr/>
          </p:nvSpPr>
          <p:spPr>
            <a:xfrm>
              <a:off x="11642244" y="6317718"/>
              <a:ext cx="549756" cy="540282"/>
            </a:xfrm>
            <a:custGeom>
              <a:avLst/>
              <a:gdLst>
                <a:gd name="connsiteX0" fmla="*/ 1224540 w 2115556"/>
                <a:gd name="connsiteY0" fmla="*/ 0 h 2079100"/>
                <a:gd name="connsiteX1" fmla="*/ 2090421 w 2115556"/>
                <a:gd name="connsiteY1" fmla="*/ 358660 h 2079100"/>
                <a:gd name="connsiteX2" fmla="*/ 2115556 w 2115556"/>
                <a:gd name="connsiteY2" fmla="*/ 386315 h 2079100"/>
                <a:gd name="connsiteX3" fmla="*/ 2115556 w 2115556"/>
                <a:gd name="connsiteY3" fmla="*/ 2062765 h 2079100"/>
                <a:gd name="connsiteX4" fmla="*/ 2100710 w 2115556"/>
                <a:gd name="connsiteY4" fmla="*/ 2079100 h 2079100"/>
                <a:gd name="connsiteX5" fmla="*/ 348370 w 2115556"/>
                <a:gd name="connsiteY5" fmla="*/ 2079100 h 2079100"/>
                <a:gd name="connsiteX6" fmla="*/ 279625 w 2115556"/>
                <a:gd name="connsiteY6" fmla="*/ 2003461 h 2079100"/>
                <a:gd name="connsiteX7" fmla="*/ 0 w 2115556"/>
                <a:gd name="connsiteY7" fmla="*/ 1224540 h 2079100"/>
                <a:gd name="connsiteX8" fmla="*/ 1224540 w 2115556"/>
                <a:gd name="connsiteY8" fmla="*/ 0 h 2079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15556" h="2079100">
                  <a:moveTo>
                    <a:pt x="1224540" y="0"/>
                  </a:moveTo>
                  <a:cubicBezTo>
                    <a:pt x="1562687" y="0"/>
                    <a:pt x="1868823" y="137062"/>
                    <a:pt x="2090421" y="358660"/>
                  </a:cubicBezTo>
                  <a:lnTo>
                    <a:pt x="2115556" y="386315"/>
                  </a:lnTo>
                  <a:lnTo>
                    <a:pt x="2115556" y="2062765"/>
                  </a:lnTo>
                  <a:lnTo>
                    <a:pt x="2100710" y="2079100"/>
                  </a:lnTo>
                  <a:lnTo>
                    <a:pt x="348370" y="2079100"/>
                  </a:lnTo>
                  <a:lnTo>
                    <a:pt x="279625" y="2003461"/>
                  </a:lnTo>
                  <a:cubicBezTo>
                    <a:pt x="104938" y="1791789"/>
                    <a:pt x="0" y="1520419"/>
                    <a:pt x="0" y="1224540"/>
                  </a:cubicBezTo>
                  <a:cubicBezTo>
                    <a:pt x="0" y="548245"/>
                    <a:pt x="548245" y="0"/>
                    <a:pt x="1224540" y="0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755AC65C-13EF-4182-AA3C-62BE165CC033}"/>
                </a:ext>
              </a:extLst>
            </p:cNvPr>
            <p:cNvSpPr/>
            <p:nvPr/>
          </p:nvSpPr>
          <p:spPr>
            <a:xfrm>
              <a:off x="-1" y="-1"/>
              <a:ext cx="510196" cy="538336"/>
            </a:xfrm>
            <a:custGeom>
              <a:avLst/>
              <a:gdLst>
                <a:gd name="connsiteX0" fmla="*/ 0 w 510196"/>
                <a:gd name="connsiteY0" fmla="*/ 0 h 538336"/>
                <a:gd name="connsiteX1" fmla="*/ 459276 w 510196"/>
                <a:gd name="connsiteY1" fmla="*/ 0 h 538336"/>
                <a:gd name="connsiteX2" fmla="*/ 482126 w 510196"/>
                <a:gd name="connsiteY2" fmla="*/ 42098 h 538336"/>
                <a:gd name="connsiteX3" fmla="*/ 510196 w 510196"/>
                <a:gd name="connsiteY3" fmla="*/ 181136 h 538336"/>
                <a:gd name="connsiteX4" fmla="*/ 152996 w 510196"/>
                <a:gd name="connsiteY4" fmla="*/ 538336 h 538336"/>
                <a:gd name="connsiteX5" fmla="*/ 13958 w 510196"/>
                <a:gd name="connsiteY5" fmla="*/ 510266 h 538336"/>
                <a:gd name="connsiteX6" fmla="*/ 0 w 510196"/>
                <a:gd name="connsiteY6" fmla="*/ 502690 h 538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0196" h="538336">
                  <a:moveTo>
                    <a:pt x="0" y="0"/>
                  </a:moveTo>
                  <a:lnTo>
                    <a:pt x="459276" y="0"/>
                  </a:lnTo>
                  <a:lnTo>
                    <a:pt x="482126" y="42098"/>
                  </a:lnTo>
                  <a:cubicBezTo>
                    <a:pt x="500201" y="84833"/>
                    <a:pt x="510196" y="131817"/>
                    <a:pt x="510196" y="181136"/>
                  </a:cubicBezTo>
                  <a:cubicBezTo>
                    <a:pt x="510196" y="378412"/>
                    <a:pt x="350272" y="538336"/>
                    <a:pt x="152996" y="538336"/>
                  </a:cubicBezTo>
                  <a:cubicBezTo>
                    <a:pt x="103677" y="538336"/>
                    <a:pt x="56693" y="528341"/>
                    <a:pt x="13958" y="510266"/>
                  </a:cubicBezTo>
                  <a:lnTo>
                    <a:pt x="0" y="502690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E40DA8D2-FA4B-4282-9D44-48C27B63A153}"/>
                </a:ext>
              </a:extLst>
            </p:cNvPr>
            <p:cNvSpPr/>
            <p:nvPr/>
          </p:nvSpPr>
          <p:spPr>
            <a:xfrm>
              <a:off x="10528695" y="1"/>
              <a:ext cx="554074" cy="282754"/>
            </a:xfrm>
            <a:custGeom>
              <a:avLst/>
              <a:gdLst>
                <a:gd name="connsiteX0" fmla="*/ 644 w 309162"/>
                <a:gd name="connsiteY0" fmla="*/ 0 h 157771"/>
                <a:gd name="connsiteX1" fmla="*/ 308518 w 309162"/>
                <a:gd name="connsiteY1" fmla="*/ 0 h 157771"/>
                <a:gd name="connsiteX2" fmla="*/ 309162 w 309162"/>
                <a:gd name="connsiteY2" fmla="*/ 3190 h 157771"/>
                <a:gd name="connsiteX3" fmla="*/ 154581 w 309162"/>
                <a:gd name="connsiteY3" fmla="*/ 157771 h 157771"/>
                <a:gd name="connsiteX4" fmla="*/ 0 w 309162"/>
                <a:gd name="connsiteY4" fmla="*/ 3190 h 157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9162" h="157771">
                  <a:moveTo>
                    <a:pt x="644" y="0"/>
                  </a:moveTo>
                  <a:lnTo>
                    <a:pt x="308518" y="0"/>
                  </a:lnTo>
                  <a:lnTo>
                    <a:pt x="309162" y="3190"/>
                  </a:lnTo>
                  <a:cubicBezTo>
                    <a:pt x="309162" y="88563"/>
                    <a:pt x="239954" y="157771"/>
                    <a:pt x="154581" y="157771"/>
                  </a:cubicBezTo>
                  <a:cubicBezTo>
                    <a:pt x="69208" y="157771"/>
                    <a:pt x="0" y="88563"/>
                    <a:pt x="0" y="319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99065014-CB18-414D-A527-31ECC45700AB}"/>
                </a:ext>
              </a:extLst>
            </p:cNvPr>
            <p:cNvSpPr/>
            <p:nvPr/>
          </p:nvSpPr>
          <p:spPr>
            <a:xfrm>
              <a:off x="504140" y="1132500"/>
              <a:ext cx="84680" cy="846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8F39E27A-56C1-4328-8DF1-2DA147C78483}"/>
                </a:ext>
              </a:extLst>
            </p:cNvPr>
            <p:cNvSpPr/>
            <p:nvPr/>
          </p:nvSpPr>
          <p:spPr>
            <a:xfrm>
              <a:off x="12051348" y="5576515"/>
              <a:ext cx="137603" cy="210490"/>
            </a:xfrm>
            <a:custGeom>
              <a:avLst/>
              <a:gdLst>
                <a:gd name="connsiteX0" fmla="*/ 105245 w 137603"/>
                <a:gd name="connsiteY0" fmla="*/ 0 h 210490"/>
                <a:gd name="connsiteX1" fmla="*/ 137603 w 137603"/>
                <a:gd name="connsiteY1" fmla="*/ 6533 h 210490"/>
                <a:gd name="connsiteX2" fmla="*/ 137603 w 137603"/>
                <a:gd name="connsiteY2" fmla="*/ 203957 h 210490"/>
                <a:gd name="connsiteX3" fmla="*/ 105245 w 137603"/>
                <a:gd name="connsiteY3" fmla="*/ 210490 h 210490"/>
                <a:gd name="connsiteX4" fmla="*/ 0 w 137603"/>
                <a:gd name="connsiteY4" fmla="*/ 105245 h 210490"/>
                <a:gd name="connsiteX5" fmla="*/ 105245 w 137603"/>
                <a:gd name="connsiteY5" fmla="*/ 0 h 210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7603" h="210490">
                  <a:moveTo>
                    <a:pt x="105245" y="0"/>
                  </a:moveTo>
                  <a:lnTo>
                    <a:pt x="137603" y="6533"/>
                  </a:lnTo>
                  <a:lnTo>
                    <a:pt x="137603" y="203957"/>
                  </a:lnTo>
                  <a:lnTo>
                    <a:pt x="105245" y="210490"/>
                  </a:lnTo>
                  <a:cubicBezTo>
                    <a:pt x="47120" y="210490"/>
                    <a:pt x="0" y="163370"/>
                    <a:pt x="0" y="105245"/>
                  </a:cubicBezTo>
                  <a:cubicBezTo>
                    <a:pt x="0" y="47120"/>
                    <a:pt x="47120" y="0"/>
                    <a:pt x="105245" y="0"/>
                  </a:cubicBezTo>
                  <a:close/>
                </a:path>
              </a:pathLst>
            </a:cu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2C5EC6-E331-4312-AC12-56D55F7D2B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77240" y="6488268"/>
            <a:ext cx="2743200" cy="2332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8D24A4-5FEC-4062-8995-EB21925B3B40}" type="datetime1">
              <a:rPr lang="en-US" smtClean="0"/>
              <a:t>10/26/2025</a:t>
            </a:fld>
            <a:endParaRPr lang="en-US" sz="10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37FC5D-92B2-4B4D-8111-6EDEF28069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88268"/>
            <a:ext cx="4114800" cy="2332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sz="100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3A104D-C777-4A6E-8A43-F94028E5E3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93150" y="6488268"/>
            <a:ext cx="2743200" cy="2332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747434-7036-48DB-A148-6B3D8EE75CDA}" type="slidenum">
              <a:rPr lang="en-US" smtClean="0"/>
              <a:pPr/>
              <a:t>‹#›</a:t>
            </a:fld>
            <a:endParaRPr lang="en-US" sz="100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D3A74F-6169-4D30-A245-B46D738BE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125"/>
            <a:ext cx="1065911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877E64-7A05-44DA-81FA-6EF4806BBF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7240" y="1825625"/>
            <a:ext cx="1065911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281849D-54CA-C13E-3D84-DB247AB9A268}"/>
              </a:ext>
            </a:extLst>
          </p:cNvPr>
          <p:cNvGrpSpPr/>
          <p:nvPr userDrawn="1"/>
        </p:nvGrpSpPr>
        <p:grpSpPr>
          <a:xfrm>
            <a:off x="130629" y="6291189"/>
            <a:ext cx="2743201" cy="495445"/>
            <a:chOff x="195943" y="6091967"/>
            <a:chExt cx="3506755" cy="629508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6401CC4C-E0EC-38D2-F7AA-61FC22E4D90D}"/>
                </a:ext>
              </a:extLst>
            </p:cNvPr>
            <p:cNvSpPr/>
            <p:nvPr userDrawn="1"/>
          </p:nvSpPr>
          <p:spPr>
            <a:xfrm>
              <a:off x="195943" y="6091967"/>
              <a:ext cx="642257" cy="629508"/>
            </a:xfrm>
            <a:prstGeom prst="ellipse">
              <a:avLst/>
            </a:prstGeom>
            <a:blipFill dpi="0" rotWithShape="1"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875BEBF-DA68-8945-6205-DE7DE602B3BD}"/>
                </a:ext>
              </a:extLst>
            </p:cNvPr>
            <p:cNvSpPr txBox="1"/>
            <p:nvPr userDrawn="1"/>
          </p:nvSpPr>
          <p:spPr>
            <a:xfrm>
              <a:off x="838200" y="6163561"/>
              <a:ext cx="286449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PRAMOD NAIK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027532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03" r:id="rId6"/>
    <p:sldLayoutId id="2147483699" r:id="rId7"/>
    <p:sldLayoutId id="2147483700" r:id="rId8"/>
    <p:sldLayoutId id="2147483701" r:id="rId9"/>
    <p:sldLayoutId id="2147483702" r:id="rId10"/>
    <p:sldLayoutId id="2147483704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2">
            <a:lumMod val="75000"/>
            <a:lumOff val="25000"/>
          </a:schemeClr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>
            <a:lumMod val="75000"/>
            <a:lumOff val="25000"/>
          </a:schemeClr>
        </a:buClr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>
            <a:lumMod val="75000"/>
            <a:lumOff val="25000"/>
          </a:schemeClr>
        </a:buClr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>
            <a:lumMod val="75000"/>
            <a:lumOff val="25000"/>
          </a:schemeClr>
        </a:buClr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>
            <a:lumMod val="75000"/>
            <a:lumOff val="25000"/>
          </a:schemeClr>
        </a:buClr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0BF404-243B-557F-5F2C-E6A4DC5FD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F87F9E78-2809-DCC2-E66F-43C7EFF064FE}"/>
              </a:ext>
            </a:extLst>
          </p:cNvPr>
          <p:cNvGrpSpPr/>
          <p:nvPr/>
        </p:nvGrpSpPr>
        <p:grpSpPr>
          <a:xfrm>
            <a:off x="-2" y="-1"/>
            <a:ext cx="12233470" cy="6858001"/>
            <a:chOff x="-2" y="-1"/>
            <a:chExt cx="12233470" cy="6858001"/>
          </a:xfrm>
        </p:grpSpPr>
        <p:pic>
          <p:nvPicPr>
            <p:cNvPr id="1032" name="Picture 8" descr="Building a FastAPI Service Quickly and Efficiently: A Data Engineer's  Journey | by Neeraj Reddy | Medium">
              <a:extLst>
                <a:ext uri="{FF2B5EF4-FFF2-40B4-BE49-F238E27FC236}">
                  <a16:creationId xmlns:a16="http://schemas.microsoft.com/office/drawing/2014/main" id="{349BA375-A573-56BD-3850-76668FDD754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1" y="-1"/>
              <a:ext cx="12233469" cy="642257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FDB4FE8-76C3-3EDF-8C84-850686F24B8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" y="6029429"/>
              <a:ext cx="12233469" cy="82857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639928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A97B6-560B-EC7E-6A65-4E62B620A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B175A9-9772-F30A-C606-01596E7AD8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1088571"/>
            <a:ext cx="10659110" cy="50883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 err="1"/>
              <a:t>FastAPI</a:t>
            </a:r>
            <a:r>
              <a:rPr lang="en-US" sz="3200" b="1" dirty="0"/>
              <a:t>?</a:t>
            </a:r>
          </a:p>
          <a:p>
            <a:r>
              <a:rPr lang="en-US" sz="2800" b="1" dirty="0" err="1"/>
              <a:t>FastAPI</a:t>
            </a:r>
            <a:r>
              <a:rPr lang="en-US" sz="2800" dirty="0"/>
              <a:t> is a </a:t>
            </a:r>
            <a:r>
              <a:rPr lang="en-US" sz="2800" b="1" dirty="0"/>
              <a:t>modern, high-performance web framework</a:t>
            </a:r>
            <a:r>
              <a:rPr lang="en-US" sz="2800" dirty="0"/>
              <a:t> for building </a:t>
            </a:r>
            <a:r>
              <a:rPr lang="en-US" sz="2800" b="1" dirty="0"/>
              <a:t>APIs</a:t>
            </a:r>
            <a:r>
              <a:rPr lang="en-US" sz="2800" dirty="0"/>
              <a:t> using </a:t>
            </a:r>
            <a:r>
              <a:rPr lang="en-US" sz="2800" b="1" dirty="0"/>
              <a:t>Python</a:t>
            </a:r>
            <a:r>
              <a:rPr lang="en-US" sz="2800" dirty="0"/>
              <a:t>.</a:t>
            </a:r>
            <a:br>
              <a:rPr lang="en-US" sz="2800" dirty="0"/>
            </a:br>
            <a:r>
              <a:rPr lang="en-US" sz="2800" dirty="0"/>
              <a:t>It is built on top of:</a:t>
            </a:r>
          </a:p>
          <a:p>
            <a:pPr lvl="1"/>
            <a:r>
              <a:rPr lang="en-US" sz="2800" b="1" dirty="0"/>
              <a:t>Starlette</a:t>
            </a:r>
            <a:r>
              <a:rPr lang="en-US" sz="2800" dirty="0"/>
              <a:t> → for web handling (requests, routing, etc.)</a:t>
            </a:r>
          </a:p>
          <a:p>
            <a:pPr lvl="1"/>
            <a:r>
              <a:rPr lang="en-US" sz="2800" b="1" dirty="0" err="1"/>
              <a:t>Pydantic</a:t>
            </a:r>
            <a:r>
              <a:rPr lang="en-US" sz="2800" dirty="0"/>
              <a:t> → for data validation and serialization</a:t>
            </a:r>
          </a:p>
          <a:p>
            <a:r>
              <a:rPr lang="en-US" sz="2800" dirty="0"/>
              <a:t>It’s called </a:t>
            </a:r>
            <a:r>
              <a:rPr lang="en-US" sz="2800" i="1" dirty="0" err="1"/>
              <a:t>FastAPI</a:t>
            </a:r>
            <a:r>
              <a:rPr lang="en-US" sz="2800" dirty="0"/>
              <a:t> because it’s </a:t>
            </a:r>
            <a:r>
              <a:rPr lang="en-US" sz="2800" b="1" dirty="0"/>
              <a:t>one of the </a:t>
            </a:r>
            <a:r>
              <a:rPr lang="en-US" sz="2800" b="1" dirty="0">
                <a:solidFill>
                  <a:srgbClr val="C00000"/>
                </a:solidFill>
              </a:rPr>
              <a:t>fastest</a:t>
            </a:r>
            <a:r>
              <a:rPr lang="en-US" sz="2800" dirty="0"/>
              <a:t> Python frameworks, comparable to </a:t>
            </a:r>
            <a:r>
              <a:rPr lang="en-US" sz="2800" b="1" dirty="0">
                <a:solidFill>
                  <a:srgbClr val="C00000"/>
                </a:solidFill>
              </a:rPr>
              <a:t>Node.js</a:t>
            </a:r>
            <a:r>
              <a:rPr lang="en-US" sz="2800" b="1" dirty="0"/>
              <a:t> </a:t>
            </a:r>
            <a:r>
              <a:rPr lang="en-US" sz="2800" dirty="0"/>
              <a:t>and </a:t>
            </a:r>
            <a:r>
              <a:rPr lang="en-US" sz="2800" b="1" dirty="0">
                <a:solidFill>
                  <a:srgbClr val="C00000"/>
                </a:solidFill>
              </a:rPr>
              <a:t>Go</a:t>
            </a:r>
            <a:r>
              <a:rPr lang="en-US" sz="2800" dirty="0"/>
              <a:t> in performance.</a:t>
            </a:r>
          </a:p>
          <a:p>
            <a:pPr marL="0" indent="0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284001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8FF4A-F3EC-CBCE-62EE-ECCE95BBB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7ED976-A670-77A7-2F5B-0A7E200A47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96686"/>
            <a:ext cx="10659110" cy="54802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/>
              <a:t>Why </a:t>
            </a:r>
            <a:r>
              <a:rPr lang="en-IN" sz="2400" b="1" dirty="0" err="1"/>
              <a:t>FastAPI</a:t>
            </a:r>
            <a:r>
              <a:rPr lang="en-IN" sz="2400" b="1" dirty="0"/>
              <a:t>?</a:t>
            </a:r>
            <a:endParaRPr lang="en-IN" sz="2800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068ACDF-4942-A49E-73F6-D243B6FC56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7273210"/>
              </p:ext>
            </p:extLst>
          </p:nvPr>
        </p:nvGraphicFramePr>
        <p:xfrm>
          <a:off x="871562" y="1249385"/>
          <a:ext cx="10416924" cy="4905829"/>
        </p:xfrm>
        <a:graphic>
          <a:graphicData uri="http://schemas.openxmlformats.org/drawingml/2006/table">
            <a:tbl>
              <a:tblPr/>
              <a:tblGrid>
                <a:gridCol w="3308552">
                  <a:extLst>
                    <a:ext uri="{9D8B030D-6E8A-4147-A177-3AD203B41FA5}">
                      <a16:colId xmlns:a16="http://schemas.microsoft.com/office/drawing/2014/main" val="2138754900"/>
                    </a:ext>
                  </a:extLst>
                </a:gridCol>
                <a:gridCol w="7108372">
                  <a:extLst>
                    <a:ext uri="{9D8B030D-6E8A-4147-A177-3AD203B41FA5}">
                      <a16:colId xmlns:a16="http://schemas.microsoft.com/office/drawing/2014/main" val="2952634360"/>
                    </a:ext>
                  </a:extLst>
                </a:gridCol>
              </a:tblGrid>
              <a:tr h="643277"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400" b="1">
                          <a:effectLst/>
                          <a:latin typeface="Aptos" panose="020B0004020202020204" pitchFamily="34" charset="0"/>
                        </a:rPr>
                        <a:t>Feature</a:t>
                      </a:r>
                      <a:endParaRPr lang="en-IN" sz="24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400" b="1" dirty="0">
                          <a:effectLst/>
                          <a:latin typeface="Aptos" panose="020B0004020202020204" pitchFamily="34" charset="0"/>
                        </a:rPr>
                        <a:t>Description</a:t>
                      </a:r>
                      <a:endParaRPr lang="en-IN" sz="2400" dirty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1074563"/>
                  </a:ext>
                </a:extLst>
              </a:tr>
              <a:tr h="1056813"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400" b="1" dirty="0">
                          <a:effectLst/>
                          <a:latin typeface="Aptos" panose="020B0004020202020204" pitchFamily="34" charset="0"/>
                        </a:rPr>
                        <a:t>High performance</a:t>
                      </a:r>
                      <a:endParaRPr lang="en-IN" sz="2400" b="1" dirty="0"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400" dirty="0">
                          <a:effectLst/>
                          <a:latin typeface="Aptos" panose="020B0004020202020204" pitchFamily="34" charset="0"/>
                        </a:rPr>
                        <a:t>One of the </a:t>
                      </a:r>
                      <a:r>
                        <a:rPr lang="en-IN" sz="2400" b="1" dirty="0">
                          <a:solidFill>
                            <a:srgbClr val="C00000"/>
                          </a:solidFill>
                          <a:effectLst/>
                          <a:latin typeface="Aptos" panose="020B0004020202020204" pitchFamily="34" charset="0"/>
                        </a:rPr>
                        <a:t>fastest</a:t>
                      </a:r>
                      <a:r>
                        <a:rPr lang="en-IN" sz="2400" dirty="0">
                          <a:effectLst/>
                          <a:latin typeface="Aptos" panose="020B0004020202020204" pitchFamily="34" charset="0"/>
                        </a:rPr>
                        <a:t> Python frameworks (thanks to </a:t>
                      </a:r>
                      <a:r>
                        <a:rPr lang="en-IN" sz="2400" b="1" dirty="0">
                          <a:solidFill>
                            <a:srgbClr val="C00000"/>
                          </a:solidFill>
                          <a:effectLst/>
                          <a:latin typeface="Aptos" panose="020B0004020202020204" pitchFamily="34" charset="0"/>
                        </a:rPr>
                        <a:t>Starlette</a:t>
                      </a:r>
                      <a:r>
                        <a:rPr lang="en-IN" sz="2400" dirty="0">
                          <a:effectLst/>
                          <a:latin typeface="Aptos" panose="020B0004020202020204" pitchFamily="34" charset="0"/>
                        </a:rPr>
                        <a:t> + </a:t>
                      </a:r>
                      <a:r>
                        <a:rPr lang="en-IN" sz="2400" b="1" dirty="0">
                          <a:solidFill>
                            <a:srgbClr val="C00000"/>
                          </a:solidFill>
                          <a:effectLst/>
                          <a:latin typeface="Aptos" panose="020B0004020202020204" pitchFamily="34" charset="0"/>
                        </a:rPr>
                        <a:t>async</a:t>
                      </a:r>
                      <a:r>
                        <a:rPr lang="en-IN" sz="2400" dirty="0">
                          <a:effectLst/>
                          <a:latin typeface="Aptos" panose="020B0004020202020204" pitchFamily="34" charset="0"/>
                        </a:rPr>
                        <a:t>).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4355724"/>
                  </a:ext>
                </a:extLst>
              </a:tr>
              <a:tr h="864671"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400" b="1" dirty="0">
                          <a:effectLst/>
                          <a:latin typeface="Aptos" panose="020B0004020202020204" pitchFamily="34" charset="0"/>
                        </a:rPr>
                        <a:t>Auto-generated docs</a:t>
                      </a:r>
                      <a:endParaRPr lang="en-IN" sz="2400" b="1" dirty="0"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400" b="1" dirty="0">
                          <a:solidFill>
                            <a:srgbClr val="C00000"/>
                          </a:solidFill>
                          <a:effectLst/>
                          <a:latin typeface="Aptos" panose="020B0004020202020204" pitchFamily="34" charset="0"/>
                        </a:rPr>
                        <a:t>Swagger</a:t>
                      </a:r>
                      <a:r>
                        <a:rPr lang="en-IN" sz="2400" dirty="0">
                          <a:effectLst/>
                          <a:latin typeface="Aptos" panose="020B0004020202020204" pitchFamily="34" charset="0"/>
                        </a:rPr>
                        <a:t> (</a:t>
                      </a:r>
                      <a:r>
                        <a:rPr lang="en-IN" sz="2400" dirty="0" err="1">
                          <a:effectLst/>
                          <a:latin typeface="Aptos" panose="020B0004020202020204" pitchFamily="34" charset="0"/>
                        </a:rPr>
                        <a:t>OpenAPI</a:t>
                      </a:r>
                      <a:r>
                        <a:rPr lang="en-IN" sz="2400" dirty="0">
                          <a:effectLst/>
                          <a:latin typeface="Aptos" panose="020B0004020202020204" pitchFamily="34" charset="0"/>
                        </a:rPr>
                        <a:t>) and </a:t>
                      </a:r>
                      <a:r>
                        <a:rPr lang="en-IN" sz="2400" b="1" dirty="0" err="1">
                          <a:solidFill>
                            <a:srgbClr val="C00000"/>
                          </a:solidFill>
                          <a:effectLst/>
                          <a:latin typeface="Aptos" panose="020B0004020202020204" pitchFamily="34" charset="0"/>
                        </a:rPr>
                        <a:t>ReDoc</a:t>
                      </a:r>
                      <a:r>
                        <a:rPr lang="en-IN" sz="2400" dirty="0">
                          <a:effectLst/>
                          <a:latin typeface="Aptos" panose="020B0004020202020204" pitchFamily="34" charset="0"/>
                        </a:rPr>
                        <a:t> docs generated automatically.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0230216"/>
                  </a:ext>
                </a:extLst>
              </a:tr>
              <a:tr h="864671"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400" b="1" dirty="0">
                          <a:effectLst/>
                          <a:latin typeface="Aptos" panose="020B0004020202020204" pitchFamily="34" charset="0"/>
                        </a:rPr>
                        <a:t>Security &amp; OAuth2</a:t>
                      </a:r>
                      <a:endParaRPr lang="en-IN" sz="2400" b="1" dirty="0"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400" dirty="0">
                          <a:effectLst/>
                          <a:latin typeface="Aptos" panose="020B0004020202020204" pitchFamily="34" charset="0"/>
                        </a:rPr>
                        <a:t>Built-in tools for authentication and authorization.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6572962"/>
                  </a:ext>
                </a:extLst>
              </a:tr>
              <a:tr h="643277"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400" b="1" dirty="0">
                          <a:effectLst/>
                          <a:latin typeface="Aptos" panose="020B0004020202020204" pitchFamily="34" charset="0"/>
                        </a:rPr>
                        <a:t>Type-safety</a:t>
                      </a:r>
                      <a:endParaRPr lang="en-IN" sz="2400" b="1" dirty="0"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400" dirty="0">
                          <a:effectLst/>
                          <a:latin typeface="Aptos" panose="020B0004020202020204" pitchFamily="34" charset="0"/>
                        </a:rPr>
                        <a:t>Uses Python </a:t>
                      </a:r>
                      <a:r>
                        <a:rPr lang="en-IN" sz="2400" b="1" dirty="0">
                          <a:solidFill>
                            <a:srgbClr val="C00000"/>
                          </a:solidFill>
                          <a:effectLst/>
                          <a:latin typeface="Aptos" panose="020B0004020202020204" pitchFamily="34" charset="0"/>
                        </a:rPr>
                        <a:t>type</a:t>
                      </a:r>
                      <a:r>
                        <a:rPr lang="en-IN" sz="2400" dirty="0">
                          <a:effectLst/>
                          <a:latin typeface="Aptos" panose="020B0004020202020204" pitchFamily="34" charset="0"/>
                        </a:rPr>
                        <a:t> </a:t>
                      </a:r>
                      <a:r>
                        <a:rPr lang="en-IN" sz="2400" b="1" dirty="0">
                          <a:solidFill>
                            <a:srgbClr val="C00000"/>
                          </a:solidFill>
                          <a:effectLst/>
                          <a:latin typeface="Aptos" panose="020B0004020202020204" pitchFamily="34" charset="0"/>
                        </a:rPr>
                        <a:t>hints</a:t>
                      </a:r>
                      <a:r>
                        <a:rPr lang="en-IN" sz="2400" dirty="0">
                          <a:effectLst/>
                          <a:latin typeface="Aptos" panose="020B0004020202020204" pitchFamily="34" charset="0"/>
                        </a:rPr>
                        <a:t> to </a:t>
                      </a:r>
                      <a:r>
                        <a:rPr lang="en-IN" sz="2400" b="1" dirty="0">
                          <a:effectLst/>
                          <a:latin typeface="Aptos" panose="020B0004020202020204" pitchFamily="34" charset="0"/>
                        </a:rPr>
                        <a:t>validate</a:t>
                      </a:r>
                      <a:r>
                        <a:rPr lang="en-IN" sz="2400" dirty="0">
                          <a:effectLst/>
                          <a:latin typeface="Aptos" panose="020B0004020202020204" pitchFamily="34" charset="0"/>
                        </a:rPr>
                        <a:t> and </a:t>
                      </a:r>
                      <a:r>
                        <a:rPr lang="en-IN" sz="2400" b="1" dirty="0">
                          <a:effectLst/>
                          <a:latin typeface="Aptos" panose="020B0004020202020204" pitchFamily="34" charset="0"/>
                        </a:rPr>
                        <a:t>serialize</a:t>
                      </a:r>
                      <a:r>
                        <a:rPr lang="en-IN" sz="2400" dirty="0">
                          <a:effectLst/>
                          <a:latin typeface="Aptos" panose="020B0004020202020204" pitchFamily="34" charset="0"/>
                        </a:rPr>
                        <a:t> </a:t>
                      </a:r>
                      <a:r>
                        <a:rPr lang="en-IN" sz="2400" b="1" dirty="0">
                          <a:effectLst/>
                          <a:latin typeface="Aptos" panose="020B0004020202020204" pitchFamily="34" charset="0"/>
                        </a:rPr>
                        <a:t>data</a:t>
                      </a:r>
                      <a:r>
                        <a:rPr lang="en-IN" sz="2400" dirty="0">
                          <a:effectLst/>
                          <a:latin typeface="Aptos" panose="020B0004020202020204" pitchFamily="34" charset="0"/>
                        </a:rPr>
                        <a:t>.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3266927"/>
                  </a:ext>
                </a:extLst>
              </a:tr>
              <a:tr h="643277"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400" b="1" dirty="0">
                          <a:effectLst/>
                          <a:latin typeface="Aptos" panose="020B0004020202020204" pitchFamily="34" charset="0"/>
                        </a:rPr>
                        <a:t>Minimal code</a:t>
                      </a:r>
                      <a:endParaRPr lang="en-IN" sz="2400" b="1" dirty="0"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400" dirty="0">
                          <a:effectLst/>
                          <a:latin typeface="Aptos" panose="020B0004020202020204" pitchFamily="34" charset="0"/>
                        </a:rPr>
                        <a:t>Fast to develop, easy to maintain.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63595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57821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43ED26-30C2-93C1-7459-EAB49FCC5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0585EA-1D93-2C11-E2E9-2E4D009F6A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574158"/>
            <a:ext cx="10659110" cy="5784112"/>
          </a:xfrm>
        </p:spPr>
        <p:txBody>
          <a:bodyPr>
            <a:normAutofit lnSpcReduction="10000"/>
          </a:bodyPr>
          <a:lstStyle/>
          <a:p>
            <a:pPr marL="457200" indent="-457200" fontAlgn="ctr">
              <a:buAutoNum type="arabicPeriod"/>
            </a:pPr>
            <a:r>
              <a:rPr lang="en-IN" sz="2400" b="1" dirty="0"/>
              <a:t>Speed &amp; Performance</a:t>
            </a:r>
          </a:p>
          <a:p>
            <a:pPr lvl="1" fontAlgn="ctr"/>
            <a:r>
              <a:rPr lang="en-IN" sz="2400" dirty="0" err="1">
                <a:solidFill>
                  <a:srgbClr val="C00000"/>
                </a:solidFill>
              </a:rPr>
              <a:t>FastAPI</a:t>
            </a:r>
            <a:r>
              <a:rPr lang="en-IN" sz="2400" dirty="0"/>
              <a:t> is built on </a:t>
            </a:r>
            <a:r>
              <a:rPr lang="en-IN" sz="2400" b="1" dirty="0"/>
              <a:t>Starlette</a:t>
            </a:r>
            <a:r>
              <a:rPr lang="en-IN" sz="2400" dirty="0"/>
              <a:t> and </a:t>
            </a:r>
            <a:r>
              <a:rPr lang="en-IN" sz="2400" b="1" dirty="0" err="1"/>
              <a:t>Pydantic</a:t>
            </a:r>
            <a:r>
              <a:rPr lang="en-IN" sz="2400" dirty="0"/>
              <a:t>, giving it best-in-class performance (on par with Node.js and Go --&gt; comparable in performance and efficiency to Node.js and Go (Golang)).</a:t>
            </a:r>
          </a:p>
          <a:p>
            <a:pPr lvl="1" fontAlgn="ctr"/>
            <a:r>
              <a:rPr lang="en-IN" sz="2400" b="1" dirty="0">
                <a:solidFill>
                  <a:srgbClr val="C00000"/>
                </a:solidFill>
              </a:rPr>
              <a:t>Flask</a:t>
            </a:r>
            <a:r>
              <a:rPr lang="en-IN" sz="2400" dirty="0"/>
              <a:t> is </a:t>
            </a:r>
            <a:r>
              <a:rPr lang="en-IN" sz="2400" b="1" dirty="0"/>
              <a:t>synchronous</a:t>
            </a:r>
            <a:r>
              <a:rPr lang="en-IN" sz="2400" dirty="0"/>
              <a:t> and not designed for </a:t>
            </a:r>
            <a:r>
              <a:rPr lang="en-IN" sz="2400" b="1" dirty="0"/>
              <a:t>performance-critical apps</a:t>
            </a:r>
            <a:r>
              <a:rPr lang="en-IN" sz="2400" dirty="0"/>
              <a:t>.</a:t>
            </a:r>
          </a:p>
          <a:p>
            <a:pPr lvl="1" fontAlgn="ctr"/>
            <a:r>
              <a:rPr lang="en-IN" sz="2400" b="1" dirty="0">
                <a:solidFill>
                  <a:srgbClr val="C00000"/>
                </a:solidFill>
              </a:rPr>
              <a:t>Django</a:t>
            </a:r>
            <a:r>
              <a:rPr lang="en-IN" sz="2400" dirty="0"/>
              <a:t> is powerful but </a:t>
            </a:r>
            <a:r>
              <a:rPr lang="en-IN" sz="2400" b="1" dirty="0"/>
              <a:t>heavier</a:t>
            </a:r>
            <a:r>
              <a:rPr lang="en-IN" sz="2400" dirty="0"/>
              <a:t> and </a:t>
            </a:r>
            <a:r>
              <a:rPr lang="en-IN" sz="2400" b="1" dirty="0"/>
              <a:t>slower</a:t>
            </a:r>
            <a:r>
              <a:rPr lang="en-IN" sz="2400" dirty="0"/>
              <a:t> for API-only applications.</a:t>
            </a:r>
          </a:p>
          <a:p>
            <a:r>
              <a:rPr lang="en-IN" sz="2400" dirty="0"/>
              <a:t>👉 </a:t>
            </a:r>
            <a:r>
              <a:rPr lang="en-IN" sz="2400" i="1" dirty="0" err="1"/>
              <a:t>FastAPI</a:t>
            </a:r>
            <a:r>
              <a:rPr lang="en-IN" sz="2400" i="1" dirty="0"/>
              <a:t> is ideal for modern, </a:t>
            </a:r>
            <a:r>
              <a:rPr lang="en-IN" sz="2400" b="1" i="1" dirty="0"/>
              <a:t>async</a:t>
            </a:r>
            <a:r>
              <a:rPr lang="en-IN" sz="2400" i="1" dirty="0"/>
              <a:t>, </a:t>
            </a:r>
            <a:r>
              <a:rPr lang="en-IN" sz="2400" b="1" i="1" dirty="0"/>
              <a:t>high-performance</a:t>
            </a:r>
            <a:r>
              <a:rPr lang="en-IN" sz="2400" i="1" dirty="0"/>
              <a:t> APIs.</a:t>
            </a:r>
            <a:endParaRPr lang="en-IN" sz="2400" dirty="0"/>
          </a:p>
          <a:p>
            <a:pPr marL="0" indent="0" fontAlgn="ctr">
              <a:buNone/>
            </a:pPr>
            <a:endParaRPr lang="en-IN" b="1" dirty="0"/>
          </a:p>
          <a:p>
            <a:pPr marL="0" indent="0" fontAlgn="ctr">
              <a:buNone/>
            </a:pPr>
            <a:r>
              <a:rPr lang="en-IN" sz="2400" b="1" dirty="0"/>
              <a:t>2. Async Support</a:t>
            </a:r>
          </a:p>
          <a:p>
            <a:pPr lvl="1" fontAlgn="ctr"/>
            <a:r>
              <a:rPr lang="en-IN" sz="2400" b="1" dirty="0" err="1"/>
              <a:t>FastAPI</a:t>
            </a:r>
            <a:r>
              <a:rPr lang="en-IN" sz="2400" b="1" dirty="0"/>
              <a:t> uses async def natively – great for handling thousands of requests concurrently.</a:t>
            </a:r>
          </a:p>
          <a:p>
            <a:pPr lvl="1" fontAlgn="ctr"/>
            <a:r>
              <a:rPr lang="en-IN" sz="2400" dirty="0"/>
              <a:t>Flask needs </a:t>
            </a:r>
            <a:r>
              <a:rPr lang="en-IN" sz="2400" b="1" dirty="0" err="1"/>
              <a:t>gevent</a:t>
            </a:r>
            <a:r>
              <a:rPr lang="en-IN" sz="2400" b="1" dirty="0"/>
              <a:t> </a:t>
            </a:r>
            <a:r>
              <a:rPr lang="en-IN" sz="2400" dirty="0"/>
              <a:t>or</a:t>
            </a:r>
            <a:r>
              <a:rPr lang="en-IN" sz="2400" b="1" dirty="0"/>
              <a:t> quart </a:t>
            </a:r>
            <a:r>
              <a:rPr lang="en-IN" sz="2400" dirty="0"/>
              <a:t>for async.</a:t>
            </a:r>
          </a:p>
          <a:p>
            <a:pPr lvl="1" fontAlgn="ctr"/>
            <a:r>
              <a:rPr lang="en-IN" sz="2400" b="1" dirty="0"/>
              <a:t>Django supports async views from version 3.1+, but it's not fully async yet.</a:t>
            </a:r>
          </a:p>
          <a:p>
            <a:r>
              <a:rPr lang="en-IN" sz="2400" dirty="0"/>
              <a:t>👉 </a:t>
            </a:r>
            <a:r>
              <a:rPr lang="en-IN" sz="2400" i="1" dirty="0"/>
              <a:t>For modern APIs that talk to async DBs (like MongoDB, async PostgreSQL), </a:t>
            </a:r>
            <a:r>
              <a:rPr lang="en-IN" sz="2400" i="1" dirty="0" err="1"/>
              <a:t>FastAPI</a:t>
            </a:r>
            <a:r>
              <a:rPr lang="en-IN" sz="2400" i="1" dirty="0"/>
              <a:t> shines.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6614701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4D8BFB-A58E-C89A-E4E0-262259B56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F8B29C-C758-9498-C634-BE8781C4D2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574158"/>
            <a:ext cx="10659110" cy="5784112"/>
          </a:xfrm>
        </p:spPr>
        <p:txBody>
          <a:bodyPr>
            <a:normAutofit/>
          </a:bodyPr>
          <a:lstStyle/>
          <a:p>
            <a:pPr marL="0" indent="0" fontAlgn="ctr">
              <a:buNone/>
            </a:pPr>
            <a:r>
              <a:rPr lang="en-IN" sz="2400" b="1" dirty="0"/>
              <a:t>3. Dependency Injection System:</a:t>
            </a:r>
            <a:r>
              <a:rPr lang="en-IN" sz="2400" dirty="0"/>
              <a:t> </a:t>
            </a:r>
            <a:endParaRPr lang="en-IN" sz="2400" b="1" dirty="0"/>
          </a:p>
          <a:p>
            <a:r>
              <a:rPr lang="en-IN" sz="2400" dirty="0" err="1"/>
              <a:t>FastAPI</a:t>
            </a:r>
            <a:r>
              <a:rPr lang="en-IN" sz="2400" dirty="0"/>
              <a:t> has a robust dependency injection system that simplifies managing complex dependencies like </a:t>
            </a:r>
            <a:r>
              <a:rPr lang="en-IN" sz="2400" b="1" dirty="0"/>
              <a:t>database connections</a:t>
            </a:r>
            <a:r>
              <a:rPr lang="en-IN" sz="2400" dirty="0"/>
              <a:t>, </a:t>
            </a:r>
            <a:r>
              <a:rPr lang="en-IN" sz="2400" b="1" dirty="0"/>
              <a:t>authentication</a:t>
            </a:r>
            <a:r>
              <a:rPr lang="en-IN" sz="2400" dirty="0"/>
              <a:t>, and </a:t>
            </a:r>
            <a:r>
              <a:rPr lang="en-IN" sz="2400" b="1" dirty="0"/>
              <a:t>external</a:t>
            </a:r>
            <a:r>
              <a:rPr lang="en-IN" sz="2400" dirty="0"/>
              <a:t> </a:t>
            </a:r>
            <a:r>
              <a:rPr lang="en-IN" sz="2400" b="1" dirty="0"/>
              <a:t>services</a:t>
            </a:r>
            <a:r>
              <a:rPr lang="en-IN" sz="2400" dirty="0"/>
              <a:t>. Dependencies are automatically injected into route functions.</a:t>
            </a:r>
          </a:p>
          <a:p>
            <a:pPr marL="0" indent="0">
              <a:buNone/>
            </a:pPr>
            <a:endParaRPr lang="en-IN" sz="1800" dirty="0"/>
          </a:p>
          <a:p>
            <a:pPr marL="0" indent="0" fontAlgn="ctr">
              <a:buNone/>
            </a:pPr>
            <a:r>
              <a:rPr lang="en-IN" sz="2400" b="1" dirty="0"/>
              <a:t>4. Authentication and Authorization:</a:t>
            </a:r>
            <a:r>
              <a:rPr lang="en-IN" sz="2400" dirty="0"/>
              <a:t> </a:t>
            </a:r>
            <a:endParaRPr lang="en-IN" sz="2400" b="1" dirty="0"/>
          </a:p>
          <a:p>
            <a:r>
              <a:rPr lang="en-IN" sz="2400" dirty="0" err="1"/>
              <a:t>FastAPI</a:t>
            </a:r>
            <a:r>
              <a:rPr lang="en-IN" sz="2400" dirty="0"/>
              <a:t> provides built-in support for various </a:t>
            </a:r>
            <a:r>
              <a:rPr lang="en-IN" sz="2400" b="1" dirty="0"/>
              <a:t>authentication</a:t>
            </a:r>
            <a:r>
              <a:rPr lang="en-IN" sz="2400" dirty="0"/>
              <a:t> </a:t>
            </a:r>
            <a:r>
              <a:rPr lang="en-IN" sz="2400" b="1" dirty="0"/>
              <a:t>methods</a:t>
            </a:r>
            <a:r>
              <a:rPr lang="en-IN" sz="2400" dirty="0"/>
              <a:t>, including </a:t>
            </a:r>
            <a:r>
              <a:rPr lang="en-IN" sz="2400" b="1" dirty="0">
                <a:solidFill>
                  <a:srgbClr val="C00000"/>
                </a:solidFill>
              </a:rPr>
              <a:t>JWT</a:t>
            </a:r>
            <a:r>
              <a:rPr lang="en-IN" sz="2400" dirty="0"/>
              <a:t> </a:t>
            </a:r>
            <a:r>
              <a:rPr lang="en-IN" sz="2400" b="1" dirty="0">
                <a:solidFill>
                  <a:srgbClr val="C00000"/>
                </a:solidFill>
              </a:rPr>
              <a:t>tokens</a:t>
            </a:r>
            <a:r>
              <a:rPr lang="en-IN" sz="2400" dirty="0"/>
              <a:t>, </a:t>
            </a:r>
            <a:r>
              <a:rPr lang="en-IN" sz="2400" b="1" dirty="0">
                <a:solidFill>
                  <a:srgbClr val="C00000"/>
                </a:solidFill>
              </a:rPr>
              <a:t>OAuth2</a:t>
            </a:r>
            <a:r>
              <a:rPr lang="en-IN" sz="2400" dirty="0"/>
              <a:t>, and </a:t>
            </a:r>
            <a:r>
              <a:rPr lang="en-IN" sz="2400" b="1" dirty="0">
                <a:solidFill>
                  <a:srgbClr val="C00000"/>
                </a:solidFill>
              </a:rPr>
              <a:t>API</a:t>
            </a:r>
            <a:r>
              <a:rPr lang="en-IN" sz="2400" dirty="0"/>
              <a:t> </a:t>
            </a:r>
            <a:r>
              <a:rPr lang="en-IN" sz="2400" b="1" dirty="0">
                <a:solidFill>
                  <a:srgbClr val="C00000"/>
                </a:solidFill>
              </a:rPr>
              <a:t>key</a:t>
            </a:r>
            <a:r>
              <a:rPr lang="en-IN" sz="2400" dirty="0"/>
              <a:t> validation. It also offers </a:t>
            </a:r>
            <a:r>
              <a:rPr lang="en-IN" sz="2400" b="1" dirty="0">
                <a:solidFill>
                  <a:srgbClr val="C00000"/>
                </a:solidFill>
              </a:rPr>
              <a:t>authorization decorators </a:t>
            </a:r>
            <a:r>
              <a:rPr lang="en-IN" sz="2400" dirty="0"/>
              <a:t>to control access to different parts of your API.</a:t>
            </a:r>
          </a:p>
          <a:p>
            <a:pPr marL="0" indent="0">
              <a:buNone/>
            </a:pPr>
            <a:endParaRPr lang="en-IN" sz="1800" dirty="0"/>
          </a:p>
          <a:p>
            <a:pPr marL="0" indent="0" fontAlgn="ctr">
              <a:buNone/>
            </a:pPr>
            <a:r>
              <a:rPr lang="en-IN" sz="2400" b="1" dirty="0"/>
              <a:t>5. Validation and Query Parameter Handling:</a:t>
            </a:r>
            <a:r>
              <a:rPr lang="en-IN" sz="2400" dirty="0"/>
              <a:t> </a:t>
            </a:r>
            <a:endParaRPr lang="en-IN" sz="2400" b="1" dirty="0"/>
          </a:p>
          <a:p>
            <a:r>
              <a:rPr lang="en-IN" sz="2400" dirty="0" err="1"/>
              <a:t>FastAPI</a:t>
            </a:r>
            <a:r>
              <a:rPr lang="en-IN" sz="2400" dirty="0"/>
              <a:t> performs </a:t>
            </a:r>
            <a:r>
              <a:rPr lang="en-IN" sz="2400" b="1" dirty="0"/>
              <a:t>automatic validation of </a:t>
            </a:r>
            <a:r>
              <a:rPr lang="en-IN" sz="2400" b="1" dirty="0">
                <a:solidFill>
                  <a:srgbClr val="C00000"/>
                </a:solidFill>
              </a:rPr>
              <a:t>query parameters</a:t>
            </a:r>
            <a:r>
              <a:rPr lang="en-IN" sz="2400" dirty="0"/>
              <a:t>, </a:t>
            </a:r>
            <a:r>
              <a:rPr lang="en-IN" sz="2400" b="1" dirty="0">
                <a:solidFill>
                  <a:srgbClr val="C00000"/>
                </a:solidFill>
              </a:rPr>
              <a:t>path parameters</a:t>
            </a:r>
            <a:r>
              <a:rPr lang="en-IN" sz="2400" dirty="0"/>
              <a:t>, </a:t>
            </a:r>
            <a:r>
              <a:rPr lang="en-IN" sz="2400" b="1" dirty="0">
                <a:solidFill>
                  <a:srgbClr val="C00000"/>
                </a:solidFill>
              </a:rPr>
              <a:t>request bodies</a:t>
            </a:r>
            <a:r>
              <a:rPr lang="en-IN" sz="2400" dirty="0"/>
              <a:t>, and </a:t>
            </a:r>
            <a:r>
              <a:rPr lang="en-IN" sz="2400" b="1" dirty="0">
                <a:solidFill>
                  <a:srgbClr val="C00000"/>
                </a:solidFill>
              </a:rPr>
              <a:t>headers</a:t>
            </a:r>
            <a:r>
              <a:rPr lang="en-IN" sz="2400" dirty="0"/>
              <a:t> based on </a:t>
            </a:r>
            <a:r>
              <a:rPr lang="en-IN" sz="2400" b="1" dirty="0">
                <a:solidFill>
                  <a:schemeClr val="accent3">
                    <a:lumMod val="50000"/>
                  </a:schemeClr>
                </a:solidFill>
              </a:rPr>
              <a:t>type hints</a:t>
            </a:r>
            <a:r>
              <a:rPr lang="en-IN" sz="2400" dirty="0"/>
              <a:t>. It also handles query parameters, allowing you to define optional and required parameters effortlessly.</a:t>
            </a:r>
          </a:p>
          <a:p>
            <a:pPr marL="0" indent="0">
              <a:buNone/>
            </a:pPr>
            <a:endParaRPr lang="en-IN" sz="2400" dirty="0"/>
          </a:p>
          <a:p>
            <a:pPr marL="0" indent="0" fontAlgn="ctr">
              <a:buNone/>
            </a:pP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6929590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8C52D-2B8B-5807-6732-9D9461284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99D027-084F-9119-2A88-DCB108C750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574158"/>
            <a:ext cx="10659110" cy="5784112"/>
          </a:xfrm>
        </p:spPr>
        <p:txBody>
          <a:bodyPr>
            <a:normAutofit/>
          </a:bodyPr>
          <a:lstStyle/>
          <a:p>
            <a:pPr marL="0" indent="0" fontAlgn="ctr">
              <a:buNone/>
            </a:pPr>
            <a:r>
              <a:rPr lang="en-IN" sz="2400" b="1" dirty="0"/>
              <a:t>7. Automatic Interactive API Docs</a:t>
            </a:r>
          </a:p>
          <a:p>
            <a:pPr lvl="1" fontAlgn="ctr"/>
            <a:r>
              <a:rPr lang="en-IN" sz="2400" dirty="0" err="1"/>
              <a:t>FastAPI</a:t>
            </a:r>
            <a:r>
              <a:rPr lang="en-IN" sz="2400" dirty="0"/>
              <a:t> automatically generates </a:t>
            </a:r>
            <a:r>
              <a:rPr lang="en-IN" sz="2400" b="1" dirty="0">
                <a:solidFill>
                  <a:srgbClr val="C00000"/>
                </a:solidFill>
              </a:rPr>
              <a:t>Swagger</a:t>
            </a:r>
            <a:r>
              <a:rPr lang="en-IN" sz="2400" dirty="0"/>
              <a:t> and </a:t>
            </a:r>
            <a:r>
              <a:rPr lang="en-IN" sz="2400" b="1" dirty="0" err="1">
                <a:solidFill>
                  <a:srgbClr val="C00000"/>
                </a:solidFill>
              </a:rPr>
              <a:t>ReDoc</a:t>
            </a:r>
            <a:r>
              <a:rPr lang="en-IN" sz="2400" dirty="0"/>
              <a:t> documentation via </a:t>
            </a:r>
            <a:r>
              <a:rPr lang="en-IN" sz="2400" b="1" dirty="0" err="1"/>
              <a:t>OpenAPI</a:t>
            </a:r>
            <a:r>
              <a:rPr lang="en-IN" sz="2400" dirty="0"/>
              <a:t>.</a:t>
            </a:r>
          </a:p>
          <a:p>
            <a:pPr lvl="1" fontAlgn="ctr"/>
            <a:r>
              <a:rPr lang="en-IN" sz="2400" dirty="0"/>
              <a:t>Flask needs </a:t>
            </a:r>
            <a:r>
              <a:rPr lang="en-IN" sz="2400" b="1" dirty="0" err="1"/>
              <a:t>Flasgger</a:t>
            </a:r>
            <a:r>
              <a:rPr lang="en-IN" sz="2400" dirty="0"/>
              <a:t> or other plugins.</a:t>
            </a:r>
          </a:p>
          <a:p>
            <a:pPr lvl="1" fontAlgn="ctr"/>
            <a:r>
              <a:rPr lang="en-IN" sz="2400" dirty="0"/>
              <a:t>Django REST Framework supports Swagger via third-party tools, but </a:t>
            </a:r>
            <a:r>
              <a:rPr lang="en-IN" sz="2400" b="1" dirty="0"/>
              <a:t>setup is heavier.</a:t>
            </a:r>
          </a:p>
          <a:p>
            <a:r>
              <a:rPr lang="en-IN" sz="2400" dirty="0"/>
              <a:t>👉 </a:t>
            </a:r>
            <a:r>
              <a:rPr lang="en-IN" sz="2400" i="1" dirty="0" err="1"/>
              <a:t>FastAPI</a:t>
            </a:r>
            <a:r>
              <a:rPr lang="en-IN" sz="2400" i="1" dirty="0"/>
              <a:t> offers </a:t>
            </a:r>
            <a:r>
              <a:rPr lang="en-IN" sz="2400" b="1" i="1" dirty="0"/>
              <a:t>full auto-docs out of the box </a:t>
            </a:r>
            <a:r>
              <a:rPr lang="en-IN" sz="2400" i="1" dirty="0"/>
              <a:t>– great for teams &amp; clients.</a:t>
            </a:r>
            <a:endParaRPr lang="en-IN" sz="2400" dirty="0"/>
          </a:p>
          <a:p>
            <a:pPr marL="0" indent="0" fontAlgn="ctr">
              <a:buNone/>
            </a:pPr>
            <a:endParaRPr lang="en-IN" sz="1800" b="1" dirty="0"/>
          </a:p>
          <a:p>
            <a:pPr marL="0" indent="0" fontAlgn="ctr">
              <a:buNone/>
            </a:pPr>
            <a:r>
              <a:rPr lang="en-IN" sz="2400" b="1" dirty="0"/>
              <a:t>8. Developer Experience</a:t>
            </a:r>
          </a:p>
          <a:p>
            <a:pPr lvl="1" fontAlgn="ctr"/>
            <a:r>
              <a:rPr lang="en-IN" sz="2400" dirty="0" err="1"/>
              <a:t>FastAPI</a:t>
            </a:r>
            <a:r>
              <a:rPr lang="en-IN" sz="2400" dirty="0"/>
              <a:t> is built around </a:t>
            </a:r>
            <a:r>
              <a:rPr lang="en-IN" sz="2400" b="1" dirty="0"/>
              <a:t>modern</a:t>
            </a:r>
            <a:r>
              <a:rPr lang="en-IN" sz="2400" dirty="0"/>
              <a:t> Python (3.7+) and encourages clean, concise code.</a:t>
            </a:r>
          </a:p>
          <a:p>
            <a:pPr lvl="1" fontAlgn="ctr"/>
            <a:r>
              <a:rPr lang="en-IN" sz="2400" dirty="0"/>
              <a:t>Flask is minimalist but lacks tooling unless extended.</a:t>
            </a:r>
          </a:p>
          <a:p>
            <a:pPr lvl="1" fontAlgn="ctr"/>
            <a:r>
              <a:rPr lang="en-IN" sz="2400" dirty="0"/>
              <a:t>Django is great for large apps but has a steep learning curve.</a:t>
            </a:r>
          </a:p>
          <a:p>
            <a:r>
              <a:rPr lang="en-IN" sz="2400" dirty="0"/>
              <a:t>👉 </a:t>
            </a:r>
            <a:r>
              <a:rPr lang="en-IN" sz="2400" i="1" dirty="0" err="1"/>
              <a:t>FastAPI</a:t>
            </a:r>
            <a:r>
              <a:rPr lang="en-IN" sz="2400" i="1" dirty="0"/>
              <a:t> = modern, minimal, powerful developer experience.</a:t>
            </a:r>
            <a:endParaRPr lang="en-IN" sz="2400" dirty="0"/>
          </a:p>
          <a:p>
            <a:endParaRPr lang="en-IN" dirty="0"/>
          </a:p>
          <a:p>
            <a:pPr marL="0" indent="0" fontAlgn="ctr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0110035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6B8DC2-687B-C854-AEE0-8B807666CD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754912"/>
            <a:ext cx="10659110" cy="54220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800" b="1" dirty="0">
                <a:solidFill>
                  <a:srgbClr val="002060"/>
                </a:solidFill>
              </a:rPr>
              <a:t>Your First </a:t>
            </a:r>
            <a:r>
              <a:rPr lang="en-IN" sz="2800" b="1" dirty="0" err="1">
                <a:solidFill>
                  <a:srgbClr val="002060"/>
                </a:solidFill>
              </a:rPr>
              <a:t>FastAPI</a:t>
            </a:r>
            <a:r>
              <a:rPr lang="en-IN" sz="2800" b="1" dirty="0">
                <a:solidFill>
                  <a:srgbClr val="002060"/>
                </a:solidFill>
              </a:rPr>
              <a:t> App: </a:t>
            </a:r>
            <a:r>
              <a:rPr lang="en-IN" sz="2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Hello </a:t>
            </a:r>
            <a:r>
              <a:rPr lang="en-IN" sz="2800" b="1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FastAPI</a:t>
            </a:r>
            <a:r>
              <a:rPr lang="en-IN" sz="2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!</a:t>
            </a:r>
          </a:p>
          <a:p>
            <a:pPr marL="0" indent="0">
              <a:buNone/>
            </a:pPr>
            <a:r>
              <a:rPr lang="en-US" sz="2400" b="1" dirty="0"/>
              <a:t>Step 1: </a:t>
            </a:r>
            <a:r>
              <a:rPr lang="en-US" sz="2400" dirty="0"/>
              <a:t>Install </a:t>
            </a:r>
            <a:r>
              <a:rPr lang="en-US" sz="2400" dirty="0" err="1"/>
              <a:t>FastAPI</a:t>
            </a:r>
            <a:endParaRPr lang="en-US" sz="2400" dirty="0"/>
          </a:p>
          <a:p>
            <a:pPr marL="0" indent="0">
              <a:buNone/>
            </a:pPr>
            <a:endParaRPr lang="en-US" sz="2400" b="1" dirty="0">
              <a:solidFill>
                <a:srgbClr val="002060"/>
              </a:solidFill>
            </a:endParaRPr>
          </a:p>
          <a:p>
            <a:pPr marL="0" indent="0">
              <a:buNone/>
            </a:pPr>
            <a:endParaRPr lang="en-US" sz="2400" b="1" dirty="0">
              <a:solidFill>
                <a:srgbClr val="002060"/>
              </a:solidFill>
            </a:endParaRPr>
          </a:p>
          <a:p>
            <a:pPr marL="0" indent="0">
              <a:buNone/>
            </a:pPr>
            <a:endParaRPr lang="en-US" sz="2400" b="1" dirty="0">
              <a:solidFill>
                <a:srgbClr val="002060"/>
              </a:solidFill>
            </a:endParaRPr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IN" sz="2400" dirty="0">
              <a:solidFill>
                <a:srgbClr val="002060"/>
              </a:solidFill>
            </a:endParaRPr>
          </a:p>
          <a:p>
            <a:pPr marL="0" indent="0">
              <a:buNone/>
            </a:pPr>
            <a:endParaRPr lang="en-IN" sz="2800" dirty="0">
              <a:solidFill>
                <a:srgbClr val="00206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9215613-C331-4B50-4116-08A03E7547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491" y="1819372"/>
            <a:ext cx="6079996" cy="1311530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0334164-E02E-B2A1-BC05-9423E0BDEE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8031638"/>
              </p:ext>
            </p:extLst>
          </p:nvPr>
        </p:nvGraphicFramePr>
        <p:xfrm>
          <a:off x="777239" y="3429000"/>
          <a:ext cx="10990216" cy="2845856"/>
        </p:xfrm>
        <a:graphic>
          <a:graphicData uri="http://schemas.openxmlformats.org/drawingml/2006/table">
            <a:tbl>
              <a:tblPr/>
              <a:tblGrid>
                <a:gridCol w="1258390">
                  <a:extLst>
                    <a:ext uri="{9D8B030D-6E8A-4147-A177-3AD203B41FA5}">
                      <a16:colId xmlns:a16="http://schemas.microsoft.com/office/drawing/2014/main" val="1099629392"/>
                    </a:ext>
                  </a:extLst>
                </a:gridCol>
                <a:gridCol w="1861457">
                  <a:extLst>
                    <a:ext uri="{9D8B030D-6E8A-4147-A177-3AD203B41FA5}">
                      <a16:colId xmlns:a16="http://schemas.microsoft.com/office/drawing/2014/main" val="2221238809"/>
                    </a:ext>
                  </a:extLst>
                </a:gridCol>
                <a:gridCol w="7870369">
                  <a:extLst>
                    <a:ext uri="{9D8B030D-6E8A-4147-A177-3AD203B41FA5}">
                      <a16:colId xmlns:a16="http://schemas.microsoft.com/office/drawing/2014/main" val="153507557"/>
                    </a:ext>
                  </a:extLst>
                </a:gridCol>
              </a:tblGrid>
              <a:tr h="509056"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000" b="1" dirty="0">
                          <a:effectLst/>
                          <a:latin typeface="Aptos" panose="020B0004020202020204" pitchFamily="34" charset="0"/>
                        </a:rPr>
                        <a:t>Package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000" b="1">
                          <a:effectLst/>
                          <a:latin typeface="Aptos" panose="020B0004020202020204" pitchFamily="34" charset="0"/>
                        </a:rPr>
                        <a:t>What it Installs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000" b="1" dirty="0">
                          <a:effectLst/>
                          <a:latin typeface="Aptos" panose="020B0004020202020204" pitchFamily="34" charset="0"/>
                        </a:rPr>
                        <a:t>Description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0718984"/>
                  </a:ext>
                </a:extLst>
              </a:tr>
              <a:tr h="836307"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000" b="1" dirty="0" err="1">
                          <a:solidFill>
                            <a:srgbClr val="C00000"/>
                          </a:solidFill>
                          <a:effectLst/>
                          <a:latin typeface="Aptos" panose="020B0004020202020204" pitchFamily="34" charset="0"/>
                        </a:rPr>
                        <a:t>fastapi</a:t>
                      </a:r>
                      <a:endParaRPr lang="en-IN" sz="2000" b="1" dirty="0">
                        <a:solidFill>
                          <a:srgbClr val="C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000">
                          <a:effectLst/>
                          <a:latin typeface="Aptos" panose="020B0004020202020204" pitchFamily="34" charset="0"/>
                        </a:rPr>
                        <a:t>Only the core FastAPI framework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000" dirty="0">
                          <a:effectLst/>
                          <a:latin typeface="Aptos" panose="020B0004020202020204" pitchFamily="34" charset="0"/>
                        </a:rPr>
                        <a:t>Minimal installation — you get just </a:t>
                      </a:r>
                      <a:r>
                        <a:rPr lang="en-IN" sz="2000" dirty="0" err="1">
                          <a:effectLst/>
                          <a:latin typeface="Aptos" panose="020B0004020202020204" pitchFamily="34" charset="0"/>
                        </a:rPr>
                        <a:t>FastAPI</a:t>
                      </a:r>
                      <a:r>
                        <a:rPr lang="en-IN" sz="2000" dirty="0">
                          <a:effectLst/>
                          <a:latin typeface="Aptos" panose="020B0004020202020204" pitchFamily="34" charset="0"/>
                        </a:rPr>
                        <a:t> itself. You’ll need to manually install other tools like a web server (</a:t>
                      </a:r>
                      <a:r>
                        <a:rPr lang="en-IN" sz="2000" dirty="0" err="1">
                          <a:effectLst/>
                          <a:latin typeface="Aptos" panose="020B0004020202020204" pitchFamily="34" charset="0"/>
                        </a:rPr>
                        <a:t>uvicorn</a:t>
                      </a:r>
                      <a:r>
                        <a:rPr lang="en-IN" sz="2000" dirty="0">
                          <a:effectLst/>
                          <a:latin typeface="Aptos" panose="020B0004020202020204" pitchFamily="34" charset="0"/>
                        </a:rPr>
                        <a:t>) if you want to run the app.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8068423"/>
                  </a:ext>
                </a:extLst>
              </a:tr>
              <a:tr h="1163557"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000" b="1" dirty="0" err="1">
                          <a:solidFill>
                            <a:srgbClr val="C00000"/>
                          </a:solidFill>
                          <a:effectLst/>
                          <a:latin typeface="Aptos" panose="020B0004020202020204" pitchFamily="34" charset="0"/>
                        </a:rPr>
                        <a:t>fastapi</a:t>
                      </a:r>
                      <a:r>
                        <a:rPr lang="en-IN" sz="2000" b="1" dirty="0">
                          <a:solidFill>
                            <a:srgbClr val="C00000"/>
                          </a:solidFill>
                          <a:effectLst/>
                          <a:latin typeface="Aptos" panose="020B0004020202020204" pitchFamily="34" charset="0"/>
                        </a:rPr>
                        <a:t>[standard]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000" dirty="0" err="1">
                          <a:effectLst/>
                          <a:latin typeface="Aptos" panose="020B0004020202020204" pitchFamily="34" charset="0"/>
                        </a:rPr>
                        <a:t>FastAPI</a:t>
                      </a:r>
                      <a:r>
                        <a:rPr lang="en-IN" sz="2000" dirty="0">
                          <a:effectLst/>
                          <a:latin typeface="Aptos" panose="020B0004020202020204" pitchFamily="34" charset="0"/>
                        </a:rPr>
                        <a:t> plus recommended extras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000" dirty="0">
                          <a:effectLst/>
                          <a:latin typeface="Aptos" panose="020B0004020202020204" pitchFamily="34" charset="0"/>
                        </a:rPr>
                        <a:t>Includes </a:t>
                      </a:r>
                      <a:r>
                        <a:rPr lang="en-IN" sz="2000" dirty="0" err="1">
                          <a:effectLst/>
                          <a:latin typeface="Aptos" panose="020B0004020202020204" pitchFamily="34" charset="0"/>
                        </a:rPr>
                        <a:t>FastAPI</a:t>
                      </a:r>
                      <a:r>
                        <a:rPr lang="en-IN" sz="2000" dirty="0">
                          <a:effectLst/>
                          <a:latin typeface="Aptos" panose="020B0004020202020204" pitchFamily="34" charset="0"/>
                        </a:rPr>
                        <a:t> and additional useful dependencies like </a:t>
                      </a:r>
                      <a:r>
                        <a:rPr lang="en-IN" sz="2000" b="1" dirty="0" err="1">
                          <a:effectLst/>
                          <a:latin typeface="Aptos" panose="020B0004020202020204" pitchFamily="34" charset="0"/>
                        </a:rPr>
                        <a:t>uvicorn</a:t>
                      </a:r>
                      <a:r>
                        <a:rPr lang="en-IN" sz="2000" dirty="0">
                          <a:effectLst/>
                          <a:latin typeface="Aptos" panose="020B0004020202020204" pitchFamily="34" charset="0"/>
                        </a:rPr>
                        <a:t>, python-multipart, jinja2, </a:t>
                      </a:r>
                      <a:r>
                        <a:rPr lang="en-IN" sz="2000" dirty="0" err="1">
                          <a:effectLst/>
                          <a:latin typeface="Aptos" panose="020B0004020202020204" pitchFamily="34" charset="0"/>
                        </a:rPr>
                        <a:t>itsdangerous</a:t>
                      </a:r>
                      <a:r>
                        <a:rPr lang="en-IN" sz="2000" dirty="0">
                          <a:effectLst/>
                          <a:latin typeface="Aptos" panose="020B0004020202020204" pitchFamily="34" charset="0"/>
                        </a:rPr>
                        <a:t>, and email-validator. It’s a full development setup ready to run and handle forms, uploads, templates, etc.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02231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35012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5DCBA1-0E08-4576-990B-E5C4E3F162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53143"/>
            <a:ext cx="10659110" cy="55238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Step 2: </a:t>
            </a:r>
            <a:r>
              <a:rPr lang="en-US" sz="2400" dirty="0"/>
              <a:t>Create a Python file </a:t>
            </a:r>
            <a:r>
              <a:rPr lang="en-US" sz="2400" b="1" dirty="0"/>
              <a:t>main.py</a:t>
            </a:r>
          </a:p>
          <a:p>
            <a:pPr marL="0" indent="0">
              <a:buNone/>
            </a:pPr>
            <a:endParaRPr lang="en-IN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44CF3C-1949-1191-3C9A-E47A59DB90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319" y="1409295"/>
            <a:ext cx="11580952" cy="440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8049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EE2810-6874-D156-5BA4-C46FD1635C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816429"/>
            <a:ext cx="10659110" cy="53605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Step 3: Run the app using </a:t>
            </a:r>
            <a:r>
              <a:rPr lang="en-US" sz="2400" b="1" dirty="0" err="1"/>
              <a:t>FastAPI</a:t>
            </a:r>
            <a:r>
              <a:rPr lang="en-US" sz="2400" b="1" dirty="0"/>
              <a:t>:</a:t>
            </a:r>
            <a:endParaRPr lang="en-US" sz="2400" b="1" dirty="0">
              <a:solidFill>
                <a:srgbClr val="C00000"/>
              </a:solidFill>
            </a:endParaRPr>
          </a:p>
          <a:p>
            <a:r>
              <a:rPr lang="en-US" sz="2400" dirty="0"/>
              <a:t>You need to pip install </a:t>
            </a:r>
            <a:r>
              <a:rPr lang="en-US" dirty="0" err="1"/>
              <a:t>fastapi</a:t>
            </a:r>
            <a:r>
              <a:rPr lang="en-US" dirty="0"/>
              <a:t>[standard]</a:t>
            </a:r>
            <a:r>
              <a:rPr lang="en-US" sz="2400" dirty="0"/>
              <a:t>, then run directly using the </a:t>
            </a:r>
            <a:r>
              <a:rPr lang="en-US" sz="2400" b="1" dirty="0" err="1"/>
              <a:t>FastAPI</a:t>
            </a:r>
            <a:r>
              <a:rPr lang="en-US" sz="2400" b="1" dirty="0"/>
              <a:t> CLI</a:t>
            </a:r>
            <a:r>
              <a:rPr lang="en-US" sz="2400" dirty="0"/>
              <a:t> (no need to type </a:t>
            </a:r>
            <a:r>
              <a:rPr lang="en-US" b="1" dirty="0" err="1">
                <a:solidFill>
                  <a:srgbClr val="C00000"/>
                </a:solidFill>
              </a:rPr>
              <a:t>uvicorn</a:t>
            </a:r>
            <a:r>
              <a:rPr lang="en-US" sz="2400" dirty="0"/>
              <a:t> manually):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This:</a:t>
            </a:r>
          </a:p>
          <a:p>
            <a:pPr lvl="1"/>
            <a:r>
              <a:rPr lang="en-US" sz="2400" dirty="0"/>
              <a:t>Runs the app with </a:t>
            </a:r>
            <a:r>
              <a:rPr lang="en-US" sz="2400" b="1" dirty="0">
                <a:solidFill>
                  <a:srgbClr val="C00000"/>
                </a:solidFill>
              </a:rPr>
              <a:t>auto-reload</a:t>
            </a:r>
            <a:r>
              <a:rPr lang="en-US" sz="2400" dirty="0"/>
              <a:t> (</a:t>
            </a:r>
            <a:r>
              <a:rPr lang="en-US" sz="2400" b="1" dirty="0"/>
              <a:t>Live Server</a:t>
            </a:r>
            <a:r>
              <a:rPr lang="en-US" sz="2400" dirty="0"/>
              <a:t>)</a:t>
            </a:r>
          </a:p>
          <a:p>
            <a:pPr lvl="1"/>
            <a:r>
              <a:rPr lang="en-US" sz="2400" dirty="0"/>
              <a:t>Uses </a:t>
            </a:r>
            <a:r>
              <a:rPr lang="en-US" sz="2000" b="1" dirty="0" err="1">
                <a:solidFill>
                  <a:srgbClr val="C00000"/>
                </a:solidFill>
              </a:rPr>
              <a:t>uvicorn</a:t>
            </a:r>
            <a:r>
              <a:rPr lang="en-US" sz="2400" dirty="0"/>
              <a:t> internally</a:t>
            </a:r>
          </a:p>
          <a:p>
            <a:pPr lvl="1"/>
            <a:r>
              <a:rPr lang="en-US" sz="2400" dirty="0"/>
              <a:t>Shows the local server URL (usually </a:t>
            </a:r>
            <a:r>
              <a:rPr lang="en-US" sz="2000" dirty="0"/>
              <a:t>http://127.0.0.1:8000</a:t>
            </a:r>
            <a:r>
              <a:rPr lang="en-US" sz="2400" dirty="0"/>
              <a:t>)</a:t>
            </a:r>
          </a:p>
          <a:p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IN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BCEAF9-E23B-226E-BEEE-0760D082FC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6315" y="2387196"/>
            <a:ext cx="3887885" cy="7879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8DC8034-4FAF-7BB6-49C8-2C84BF7B61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3771" y="5277639"/>
            <a:ext cx="6457143" cy="86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348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804C31-BFFF-FE8F-C356-89BC6E562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25D445-7026-9AF4-CB4B-BEF350B3ED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816429"/>
            <a:ext cx="10659110" cy="5360534"/>
          </a:xfrm>
        </p:spPr>
        <p:txBody>
          <a:bodyPr>
            <a:normAutofit/>
          </a:bodyPr>
          <a:lstStyle/>
          <a:p>
            <a:r>
              <a:rPr lang="en-IN" sz="2400" b="1" dirty="0"/>
              <a:t>Open the Server Domain (localhost) in Browser:</a:t>
            </a:r>
          </a:p>
          <a:p>
            <a:pPr marL="0" indent="0">
              <a:buNone/>
            </a:pPr>
            <a:endParaRPr lang="en-IN" sz="2400" b="1" dirty="0"/>
          </a:p>
          <a:p>
            <a:pPr marL="0" indent="0">
              <a:buNone/>
            </a:pPr>
            <a:endParaRPr lang="en-IN" sz="2400" b="1" dirty="0"/>
          </a:p>
          <a:p>
            <a:pPr marL="0" indent="0">
              <a:buNone/>
            </a:pPr>
            <a:endParaRPr lang="en-IN" sz="2400" b="1" dirty="0"/>
          </a:p>
          <a:p>
            <a:endParaRPr lang="en-IN" sz="2400" b="1" dirty="0"/>
          </a:p>
          <a:p>
            <a:r>
              <a:rPr lang="en-IN" sz="2400" b="1" dirty="0"/>
              <a:t>Output in Browser:</a:t>
            </a:r>
          </a:p>
          <a:p>
            <a:pPr marL="0" indent="0">
              <a:buNone/>
            </a:pPr>
            <a:endParaRPr lang="en-IN" sz="2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D59316-6CCD-1B96-97B1-243127EAC9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256" y="1526095"/>
            <a:ext cx="8094840" cy="10864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EFC3FC4-8ECD-7B8F-58A9-658F6840E5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650" y="3745184"/>
            <a:ext cx="11190514" cy="2296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9782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E320E0-0D77-C647-CD1A-D4C8824A4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D44C2F-B5EE-5D94-FB1A-5A2EB3D78C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816429"/>
            <a:ext cx="10659110" cy="53605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 err="1"/>
              <a:t>FastAPI</a:t>
            </a:r>
            <a:r>
              <a:rPr lang="en-IN" sz="2400" dirty="0"/>
              <a:t> </a:t>
            </a:r>
            <a:r>
              <a:rPr lang="en-IN" sz="2400" b="1" dirty="0"/>
              <a:t>Swagger UI:</a:t>
            </a:r>
          </a:p>
          <a:p>
            <a:r>
              <a:rPr lang="en-US" sz="2400" dirty="0"/>
              <a:t>In </a:t>
            </a:r>
            <a:r>
              <a:rPr lang="en-US" sz="2400" dirty="0" err="1"/>
              <a:t>FastAPI</a:t>
            </a:r>
            <a:r>
              <a:rPr lang="en-US" sz="2400" dirty="0"/>
              <a:t>, </a:t>
            </a:r>
            <a:r>
              <a:rPr lang="en-US" b="1" dirty="0"/>
              <a:t>/docs</a:t>
            </a:r>
            <a:r>
              <a:rPr lang="en-US" sz="2400" dirty="0"/>
              <a:t> is an </a:t>
            </a:r>
            <a:r>
              <a:rPr lang="en-US" sz="2400" b="1" dirty="0"/>
              <a:t>automatically generated interactive API documentation</a:t>
            </a:r>
            <a:r>
              <a:rPr lang="en-US" sz="2400" dirty="0"/>
              <a:t> page provided by </a:t>
            </a:r>
            <a:r>
              <a:rPr lang="en-US" sz="2400" b="1" dirty="0"/>
              <a:t>Swagger UI</a:t>
            </a:r>
            <a:r>
              <a:rPr lang="en-US" sz="2400" dirty="0"/>
              <a:t>.</a:t>
            </a:r>
          </a:p>
          <a:p>
            <a:endParaRPr lang="en-US" sz="1000" dirty="0"/>
          </a:p>
          <a:p>
            <a:pPr marL="0" indent="0">
              <a:buNone/>
            </a:pPr>
            <a:r>
              <a:rPr lang="en-US" sz="2400" b="1" dirty="0"/>
              <a:t>Here’s what it does:</a:t>
            </a:r>
          </a:p>
          <a:p>
            <a:r>
              <a:rPr lang="en-US" sz="2400" b="1" dirty="0"/>
              <a:t>Interactive UI</a:t>
            </a:r>
            <a:r>
              <a:rPr lang="en-US" sz="2400" dirty="0"/>
              <a:t>: Lets you see all your API endpoints, their HTTP methods (</a:t>
            </a:r>
            <a:r>
              <a:rPr lang="en-US" dirty="0"/>
              <a:t>GET</a:t>
            </a:r>
            <a:r>
              <a:rPr lang="en-US" sz="2400" dirty="0"/>
              <a:t>, </a:t>
            </a:r>
            <a:r>
              <a:rPr lang="en-US" dirty="0"/>
              <a:t>POST</a:t>
            </a:r>
            <a:r>
              <a:rPr lang="en-US" sz="2400" dirty="0"/>
              <a:t>, etc.), request parameters, and response formats.</a:t>
            </a:r>
          </a:p>
          <a:p>
            <a:r>
              <a:rPr lang="en-US" sz="2400" b="1" dirty="0"/>
              <a:t>Try it out</a:t>
            </a:r>
            <a:r>
              <a:rPr lang="en-US" sz="2400" dirty="0"/>
              <a:t>: You can </a:t>
            </a:r>
            <a:r>
              <a:rPr lang="en-US" sz="2400" b="1" dirty="0"/>
              <a:t>call your API directly from the browser</a:t>
            </a:r>
            <a:r>
              <a:rPr lang="en-US" sz="2400" dirty="0"/>
              <a:t> without writing any client code.</a:t>
            </a:r>
          </a:p>
          <a:p>
            <a:r>
              <a:rPr lang="en-US" sz="2400" b="1" dirty="0"/>
              <a:t>Auto-generated</a:t>
            </a:r>
            <a:r>
              <a:rPr lang="en-US" sz="2400" dirty="0"/>
              <a:t>: </a:t>
            </a:r>
            <a:r>
              <a:rPr lang="en-US" sz="2400" dirty="0" err="1"/>
              <a:t>FastAPI</a:t>
            </a:r>
            <a:r>
              <a:rPr lang="en-US" sz="2400" dirty="0"/>
              <a:t> reads your route definitions and </a:t>
            </a:r>
            <a:r>
              <a:rPr lang="en-US" sz="2400" dirty="0" err="1"/>
              <a:t>Pydantic</a:t>
            </a:r>
            <a:r>
              <a:rPr lang="en-US" sz="2400" dirty="0"/>
              <a:t> models to generate the docs automatically.</a:t>
            </a:r>
          </a:p>
          <a:p>
            <a:r>
              <a:rPr lang="en-US" sz="2400" b="1" dirty="0"/>
              <a:t>Based on </a:t>
            </a:r>
            <a:r>
              <a:rPr lang="en-US" sz="2400" b="1" dirty="0" err="1"/>
              <a:t>OpenAPI</a:t>
            </a:r>
            <a:r>
              <a:rPr lang="en-US" sz="2400" dirty="0"/>
              <a:t>: </a:t>
            </a:r>
            <a:r>
              <a:rPr lang="en-US" sz="2400" dirty="0" err="1"/>
              <a:t>FastAPI</a:t>
            </a:r>
            <a:r>
              <a:rPr lang="en-US" sz="2400" dirty="0"/>
              <a:t> follows the </a:t>
            </a:r>
            <a:r>
              <a:rPr lang="en-US" sz="2400" dirty="0" err="1"/>
              <a:t>OpenAPI</a:t>
            </a:r>
            <a:r>
              <a:rPr lang="en-US" sz="2400" dirty="0"/>
              <a:t> standard, so </a:t>
            </a:r>
            <a:r>
              <a:rPr lang="en-US" dirty="0"/>
              <a:t>/docs</a:t>
            </a:r>
            <a:r>
              <a:rPr lang="en-US" sz="2400" dirty="0"/>
              <a:t> is a UI over the </a:t>
            </a:r>
            <a:r>
              <a:rPr lang="en-US" sz="2400" dirty="0" err="1"/>
              <a:t>OpenAPI</a:t>
            </a:r>
            <a:r>
              <a:rPr lang="en-US" sz="2400" dirty="0"/>
              <a:t> spec.</a:t>
            </a:r>
          </a:p>
          <a:p>
            <a:pPr marL="0" indent="0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2994907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2464A-D348-D48A-39C3-61206A040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8A7104-34C9-B2E4-6EEC-F6151213CE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816429"/>
            <a:ext cx="10659110" cy="53605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/>
              <a:t>Example:</a:t>
            </a:r>
          </a:p>
          <a:p>
            <a:pPr marL="0" indent="0">
              <a:buNone/>
            </a:pPr>
            <a:endParaRPr lang="en-IN" sz="2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4BE3A4-E6D9-CA56-A46B-8ED1693CC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636701"/>
            <a:ext cx="11125200" cy="3719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8615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7CDE41-D58E-E7E9-D2FA-3A7925206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BF1F19-BDEF-32B5-E4BD-80C7055539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947057"/>
            <a:ext cx="10659110" cy="52299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800" b="1" dirty="0"/>
              <a:t>Python </a:t>
            </a:r>
            <a:r>
              <a:rPr lang="en-IN" sz="3200" b="1" dirty="0">
                <a:solidFill>
                  <a:srgbClr val="002060"/>
                </a:solidFill>
              </a:rPr>
              <a:t>Web Servers</a:t>
            </a:r>
            <a:r>
              <a:rPr lang="en-IN" sz="3200" dirty="0">
                <a:solidFill>
                  <a:srgbClr val="002060"/>
                </a:solidFill>
              </a:rPr>
              <a:t> </a:t>
            </a:r>
            <a:r>
              <a:rPr lang="en-IN" sz="2800" dirty="0"/>
              <a:t>and </a:t>
            </a:r>
            <a:r>
              <a:rPr lang="en-IN" sz="3200" b="1" dirty="0">
                <a:solidFill>
                  <a:srgbClr val="002060"/>
                </a:solidFill>
              </a:rPr>
              <a:t>Web Applications</a:t>
            </a:r>
            <a:r>
              <a:rPr lang="en-IN" sz="2800" b="1" dirty="0"/>
              <a:t>/</a:t>
            </a:r>
            <a:r>
              <a:rPr lang="en-IN" sz="3200" b="1" dirty="0">
                <a:solidFill>
                  <a:srgbClr val="002060"/>
                </a:solidFill>
              </a:rPr>
              <a:t>Frameworks</a:t>
            </a:r>
            <a:endParaRPr lang="en-IN" sz="2800" dirty="0">
              <a:solidFill>
                <a:srgbClr val="002060"/>
              </a:solidFill>
            </a:endParaRPr>
          </a:p>
          <a:p>
            <a:pPr marL="457200" indent="-457200" fontAlgn="ctr">
              <a:buFont typeface="+mj-lt"/>
              <a:buAutoNum type="arabicPeriod"/>
            </a:pPr>
            <a:r>
              <a:rPr lang="en-IN" sz="2800" b="1" dirty="0"/>
              <a:t>What is a Python Web Server?</a:t>
            </a:r>
          </a:p>
          <a:p>
            <a:r>
              <a:rPr lang="en-IN" sz="2800" dirty="0"/>
              <a:t>A </a:t>
            </a:r>
            <a:r>
              <a:rPr lang="en-IN" sz="2800" b="1" dirty="0"/>
              <a:t>Python web server</a:t>
            </a:r>
            <a:r>
              <a:rPr lang="en-IN" sz="2800" dirty="0"/>
              <a:t> is a </a:t>
            </a:r>
            <a:r>
              <a:rPr lang="en-IN" sz="2800" b="1" dirty="0">
                <a:solidFill>
                  <a:srgbClr val="C00000"/>
                </a:solidFill>
              </a:rPr>
              <a:t>software</a:t>
            </a:r>
            <a:r>
              <a:rPr lang="en-IN" sz="2800" dirty="0"/>
              <a:t> </a:t>
            </a:r>
            <a:r>
              <a:rPr lang="en-IN" sz="2800" b="1" dirty="0">
                <a:solidFill>
                  <a:srgbClr val="C00000"/>
                </a:solidFill>
              </a:rPr>
              <a:t>tool</a:t>
            </a:r>
            <a:r>
              <a:rPr lang="en-IN" sz="2800" dirty="0"/>
              <a:t> that:</a:t>
            </a:r>
          </a:p>
          <a:p>
            <a:pPr lvl="1" fontAlgn="ctr">
              <a:buFont typeface="Courier New" panose="02070309020205020404" pitchFamily="49" charset="0"/>
              <a:buChar char="o"/>
            </a:pPr>
            <a:r>
              <a:rPr lang="en-IN" sz="2800" b="1" dirty="0"/>
              <a:t>Listens</a:t>
            </a:r>
            <a:r>
              <a:rPr lang="en-IN" sz="2800" dirty="0"/>
              <a:t> for incoming requests from users (via HTTP, WebSocket, etc.)</a:t>
            </a:r>
          </a:p>
          <a:p>
            <a:pPr lvl="1" fontAlgn="ctr">
              <a:buFont typeface="Courier New" panose="02070309020205020404" pitchFamily="49" charset="0"/>
              <a:buChar char="o"/>
            </a:pPr>
            <a:r>
              <a:rPr lang="en-IN" sz="2800" b="1" dirty="0"/>
              <a:t>Runs your Python web application</a:t>
            </a:r>
            <a:endParaRPr lang="en-IN" sz="2800" dirty="0"/>
          </a:p>
          <a:p>
            <a:pPr lvl="1" fontAlgn="ctr">
              <a:buFont typeface="Courier New" panose="02070309020205020404" pitchFamily="49" charset="0"/>
              <a:buChar char="o"/>
            </a:pPr>
            <a:r>
              <a:rPr lang="en-IN" sz="2800" b="1" dirty="0"/>
              <a:t>Returns responses</a:t>
            </a:r>
            <a:r>
              <a:rPr lang="en-IN" sz="2800" dirty="0"/>
              <a:t> back to the users</a:t>
            </a:r>
          </a:p>
          <a:p>
            <a:r>
              <a:rPr lang="en-IN" sz="2800" dirty="0"/>
              <a:t> It acts as a </a:t>
            </a:r>
            <a:r>
              <a:rPr lang="en-IN" sz="2800" b="1" dirty="0"/>
              <a:t>bridge</a:t>
            </a:r>
            <a:r>
              <a:rPr lang="en-IN" sz="2800" dirty="0"/>
              <a:t> between </a:t>
            </a:r>
            <a:r>
              <a:rPr lang="en-IN" sz="2800" b="1" dirty="0"/>
              <a:t>web app</a:t>
            </a:r>
            <a:r>
              <a:rPr lang="en-IN" sz="2800" dirty="0"/>
              <a:t> (your code) and the </a:t>
            </a:r>
            <a:r>
              <a:rPr lang="en-IN" sz="2800" b="1" dirty="0"/>
              <a:t>outside world</a:t>
            </a:r>
            <a:r>
              <a:rPr lang="en-IN" sz="2800" dirty="0"/>
              <a:t> (internet or browser).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199715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2AEDD6-B529-07A9-EB27-30716F2D5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BDEDD6-15D3-B1AC-DA38-76C7328FAC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816429"/>
            <a:ext cx="10659110" cy="53605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/>
              <a:t>Common Python Web Servers:</a:t>
            </a:r>
          </a:p>
          <a:p>
            <a:pPr marL="0" indent="0">
              <a:buNone/>
            </a:pPr>
            <a:endParaRPr lang="en-IN" sz="2400" b="1" dirty="0"/>
          </a:p>
          <a:p>
            <a:pPr marL="0" indent="0">
              <a:buNone/>
            </a:pPr>
            <a:endParaRPr lang="en-IN" sz="2400" b="1" dirty="0"/>
          </a:p>
          <a:p>
            <a:pPr marL="0" indent="0">
              <a:buNone/>
            </a:pPr>
            <a:endParaRPr lang="en-IN" sz="2400" b="1" dirty="0"/>
          </a:p>
          <a:p>
            <a:pPr marL="0" indent="0">
              <a:buNone/>
            </a:pPr>
            <a:endParaRPr lang="en-IN" sz="2400" b="1" dirty="0"/>
          </a:p>
          <a:p>
            <a:pPr marL="0" indent="0">
              <a:buNone/>
            </a:pPr>
            <a:endParaRPr lang="en-IN" sz="2400" b="1" dirty="0"/>
          </a:p>
          <a:p>
            <a:pPr marL="0" indent="0">
              <a:buNone/>
            </a:pPr>
            <a:endParaRPr lang="en-IN" sz="2400" b="1" dirty="0"/>
          </a:p>
          <a:p>
            <a:pPr marL="0" indent="0">
              <a:buNone/>
            </a:pPr>
            <a:endParaRPr lang="en-IN" sz="2400" b="1" dirty="0"/>
          </a:p>
          <a:p>
            <a:pPr marL="0" indent="0">
              <a:buNone/>
            </a:pPr>
            <a:endParaRPr lang="en-IN" sz="2400" b="1" dirty="0"/>
          </a:p>
          <a:p>
            <a:pPr marL="0" indent="0">
              <a:buNone/>
            </a:pPr>
            <a:r>
              <a:rPr lang="en-IN" sz="2400" dirty="0"/>
              <a:t>Think of web servers like </a:t>
            </a:r>
            <a:r>
              <a:rPr lang="en-IN" sz="2400" b="1" dirty="0"/>
              <a:t>waiters</a:t>
            </a:r>
            <a:r>
              <a:rPr lang="en-IN" sz="2400" dirty="0"/>
              <a:t> that take your order (</a:t>
            </a:r>
            <a:r>
              <a:rPr lang="en-IN" sz="2400" b="1" dirty="0">
                <a:solidFill>
                  <a:srgbClr val="002060"/>
                </a:solidFill>
              </a:rPr>
              <a:t>HTTP</a:t>
            </a:r>
            <a:r>
              <a:rPr lang="en-IN" sz="2400" dirty="0"/>
              <a:t> </a:t>
            </a:r>
            <a:r>
              <a:rPr lang="en-IN" sz="2400" b="1" dirty="0">
                <a:solidFill>
                  <a:srgbClr val="002060"/>
                </a:solidFill>
              </a:rPr>
              <a:t>request</a:t>
            </a:r>
            <a:r>
              <a:rPr lang="en-IN" sz="2400" dirty="0"/>
              <a:t>), go to the kitchen (</a:t>
            </a:r>
            <a:r>
              <a:rPr lang="en-IN" sz="2400" b="1" dirty="0">
                <a:solidFill>
                  <a:srgbClr val="002060"/>
                </a:solidFill>
              </a:rPr>
              <a:t>web</a:t>
            </a:r>
            <a:r>
              <a:rPr lang="en-IN" sz="2400" dirty="0"/>
              <a:t> </a:t>
            </a:r>
            <a:r>
              <a:rPr lang="en-IN" sz="2400" b="1" dirty="0">
                <a:solidFill>
                  <a:srgbClr val="002060"/>
                </a:solidFill>
              </a:rPr>
              <a:t>app</a:t>
            </a:r>
            <a:r>
              <a:rPr lang="en-IN" sz="2400" dirty="0"/>
              <a:t>), and return your food (</a:t>
            </a:r>
            <a:r>
              <a:rPr lang="en-IN" sz="2400" b="1" dirty="0">
                <a:solidFill>
                  <a:srgbClr val="002060"/>
                </a:solidFill>
              </a:rPr>
              <a:t>response</a:t>
            </a:r>
            <a:r>
              <a:rPr lang="en-IN" sz="2400" dirty="0"/>
              <a:t>).</a:t>
            </a:r>
          </a:p>
          <a:p>
            <a:pPr marL="0" indent="0">
              <a:buNone/>
            </a:pPr>
            <a:endParaRPr lang="en-IN" sz="24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30338A9-5F5C-FE6C-E46B-FB327D611B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6248851"/>
              </p:ext>
            </p:extLst>
          </p:nvPr>
        </p:nvGraphicFramePr>
        <p:xfrm>
          <a:off x="1239238" y="1332411"/>
          <a:ext cx="8895360" cy="3098073"/>
        </p:xfrm>
        <a:graphic>
          <a:graphicData uri="http://schemas.openxmlformats.org/drawingml/2006/table">
            <a:tbl>
              <a:tblPr/>
              <a:tblGrid>
                <a:gridCol w="2522605">
                  <a:extLst>
                    <a:ext uri="{9D8B030D-6E8A-4147-A177-3AD203B41FA5}">
                      <a16:colId xmlns:a16="http://schemas.microsoft.com/office/drawing/2014/main" val="2416918474"/>
                    </a:ext>
                  </a:extLst>
                </a:gridCol>
                <a:gridCol w="2246821">
                  <a:extLst>
                    <a:ext uri="{9D8B030D-6E8A-4147-A177-3AD203B41FA5}">
                      <a16:colId xmlns:a16="http://schemas.microsoft.com/office/drawing/2014/main" val="952790878"/>
                    </a:ext>
                  </a:extLst>
                </a:gridCol>
                <a:gridCol w="4125934">
                  <a:extLst>
                    <a:ext uri="{9D8B030D-6E8A-4147-A177-3AD203B41FA5}">
                      <a16:colId xmlns:a16="http://schemas.microsoft.com/office/drawing/2014/main" val="3530828831"/>
                    </a:ext>
                  </a:extLst>
                </a:gridCol>
              </a:tblGrid>
              <a:tr h="493599"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000" b="1">
                          <a:effectLst/>
                          <a:latin typeface="Aptos" panose="020B0004020202020204" pitchFamily="34" charset="0"/>
                        </a:rPr>
                        <a:t>Server</a:t>
                      </a:r>
                      <a:endParaRPr lang="en-IN" sz="20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000" b="1">
                          <a:effectLst/>
                          <a:latin typeface="Aptos" panose="020B0004020202020204" pitchFamily="34" charset="0"/>
                        </a:rPr>
                        <a:t>Interface</a:t>
                      </a:r>
                      <a:endParaRPr lang="en-IN" sz="20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000" b="1">
                          <a:effectLst/>
                          <a:latin typeface="Aptos" panose="020B0004020202020204" pitchFamily="34" charset="0"/>
                        </a:rPr>
                        <a:t>Used with</a:t>
                      </a:r>
                      <a:endParaRPr lang="en-IN" sz="20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3146652"/>
                  </a:ext>
                </a:extLst>
              </a:tr>
              <a:tr h="493599"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000">
                          <a:effectLst/>
                          <a:latin typeface="Aptos" panose="020B0004020202020204" pitchFamily="34" charset="0"/>
                        </a:rPr>
                        <a:t>Gunicorn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000" dirty="0">
                          <a:effectLst/>
                          <a:latin typeface="Aptos" panose="020B0004020202020204" pitchFamily="34" charset="0"/>
                        </a:rPr>
                        <a:t>WSGI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000" dirty="0">
                          <a:effectLst/>
                          <a:latin typeface="Aptos" panose="020B0004020202020204" pitchFamily="34" charset="0"/>
                        </a:rPr>
                        <a:t>Flask, Django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6273133"/>
                  </a:ext>
                </a:extLst>
              </a:tr>
              <a:tr h="493599"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000">
                          <a:effectLst/>
                          <a:latin typeface="Aptos" panose="020B0004020202020204" pitchFamily="34" charset="0"/>
                        </a:rPr>
                        <a:t>uWSGI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000">
                          <a:effectLst/>
                          <a:latin typeface="Aptos" panose="020B0004020202020204" pitchFamily="34" charset="0"/>
                        </a:rPr>
                        <a:t>WSGI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000">
                          <a:effectLst/>
                          <a:latin typeface="Aptos" panose="020B0004020202020204" pitchFamily="34" charset="0"/>
                        </a:rPr>
                        <a:t>Flask, Django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1566582"/>
                  </a:ext>
                </a:extLst>
              </a:tr>
              <a:tr h="493599"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000" b="1" dirty="0" err="1">
                          <a:solidFill>
                            <a:srgbClr val="C00000"/>
                          </a:solidFill>
                          <a:effectLst/>
                          <a:latin typeface="Aptos" panose="020B0004020202020204" pitchFamily="34" charset="0"/>
                        </a:rPr>
                        <a:t>Uvicorn</a:t>
                      </a:r>
                      <a:endParaRPr lang="en-IN" sz="2000" dirty="0">
                        <a:solidFill>
                          <a:srgbClr val="C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000" dirty="0">
                          <a:effectLst/>
                          <a:latin typeface="Aptos" panose="020B0004020202020204" pitchFamily="34" charset="0"/>
                        </a:rPr>
                        <a:t>ASGI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000" b="1">
                          <a:effectLst/>
                          <a:latin typeface="Aptos" panose="020B0004020202020204" pitchFamily="34" charset="0"/>
                        </a:rPr>
                        <a:t>FastAPI</a:t>
                      </a:r>
                      <a:r>
                        <a:rPr lang="en-IN" sz="2000">
                          <a:effectLst/>
                          <a:latin typeface="Aptos" panose="020B0004020202020204" pitchFamily="34" charset="0"/>
                        </a:rPr>
                        <a:t>, </a:t>
                      </a:r>
                      <a:r>
                        <a:rPr lang="en-IN" sz="2000" b="1">
                          <a:effectLst/>
                          <a:latin typeface="Aptos" panose="020B0004020202020204" pitchFamily="34" charset="0"/>
                        </a:rPr>
                        <a:t>Starlette</a:t>
                      </a:r>
                      <a:endParaRPr lang="en-IN" sz="20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859100"/>
                  </a:ext>
                </a:extLst>
              </a:tr>
              <a:tr h="630078"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000" b="1" dirty="0" err="1">
                          <a:solidFill>
                            <a:srgbClr val="C00000"/>
                          </a:solidFill>
                          <a:effectLst/>
                          <a:latin typeface="Aptos" panose="020B0004020202020204" pitchFamily="34" charset="0"/>
                        </a:rPr>
                        <a:t>Hypercorn</a:t>
                      </a:r>
                      <a:endParaRPr lang="en-IN" sz="2000" dirty="0">
                        <a:solidFill>
                          <a:srgbClr val="C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000">
                          <a:effectLst/>
                          <a:latin typeface="Aptos" panose="020B0004020202020204" pitchFamily="34" charset="0"/>
                        </a:rPr>
                        <a:t>ASGI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000">
                          <a:effectLst/>
                          <a:latin typeface="Aptos" panose="020B0004020202020204" pitchFamily="34" charset="0"/>
                        </a:rPr>
                        <a:t>Django, </a:t>
                      </a:r>
                      <a:r>
                        <a:rPr lang="en-IN" sz="2000" b="1">
                          <a:effectLst/>
                          <a:latin typeface="Aptos" panose="020B0004020202020204" pitchFamily="34" charset="0"/>
                        </a:rPr>
                        <a:t>FastAPI</a:t>
                      </a:r>
                      <a:r>
                        <a:rPr lang="en-IN" sz="2000">
                          <a:effectLst/>
                          <a:latin typeface="Aptos" panose="020B0004020202020204" pitchFamily="34" charset="0"/>
                        </a:rPr>
                        <a:t>, etc.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3746906"/>
                  </a:ext>
                </a:extLst>
              </a:tr>
              <a:tr h="493599"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000" dirty="0">
                          <a:effectLst/>
                          <a:latin typeface="Aptos" panose="020B0004020202020204" pitchFamily="34" charset="0"/>
                        </a:rPr>
                        <a:t>Daphne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000" dirty="0">
                          <a:effectLst/>
                          <a:latin typeface="Aptos" panose="020B0004020202020204" pitchFamily="34" charset="0"/>
                        </a:rPr>
                        <a:t>ASGI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000" dirty="0">
                          <a:effectLst/>
                          <a:latin typeface="Aptos" panose="020B0004020202020204" pitchFamily="34" charset="0"/>
                        </a:rPr>
                        <a:t>Django Channels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54726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64945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F21931-E6F5-9A65-EE82-5F013D012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E0EEBD-0D83-AC92-4497-A50AFBC01A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816429"/>
            <a:ext cx="10659110" cy="5360534"/>
          </a:xfrm>
        </p:spPr>
        <p:txBody>
          <a:bodyPr>
            <a:normAutofit/>
          </a:bodyPr>
          <a:lstStyle/>
          <a:p>
            <a:pPr marL="0" indent="0" fontAlgn="ctr">
              <a:buNone/>
            </a:pPr>
            <a:r>
              <a:rPr lang="en-IN" sz="2800" b="1" dirty="0"/>
              <a:t>What is a Python Web Application / Framework?</a:t>
            </a:r>
          </a:p>
          <a:p>
            <a:r>
              <a:rPr lang="en-IN" sz="2800" dirty="0"/>
              <a:t>A </a:t>
            </a:r>
            <a:r>
              <a:rPr lang="en-IN" sz="2800" b="1" dirty="0"/>
              <a:t>Python web application</a:t>
            </a:r>
            <a:r>
              <a:rPr lang="en-IN" sz="2800" dirty="0"/>
              <a:t> is </a:t>
            </a:r>
            <a:r>
              <a:rPr lang="en-IN" sz="2800" b="1" dirty="0">
                <a:solidFill>
                  <a:srgbClr val="C00000"/>
                </a:solidFill>
              </a:rPr>
              <a:t>your actual Python code </a:t>
            </a:r>
            <a:r>
              <a:rPr lang="en-IN" sz="2800" dirty="0"/>
              <a:t>that defines:</a:t>
            </a:r>
          </a:p>
          <a:p>
            <a:pPr lvl="1" fontAlgn="ctr"/>
            <a:r>
              <a:rPr lang="en-IN" sz="2800" dirty="0"/>
              <a:t>Routes or endpoints (e.g., /login, /products)</a:t>
            </a:r>
          </a:p>
          <a:p>
            <a:pPr lvl="1" fontAlgn="ctr"/>
            <a:r>
              <a:rPr lang="en-IN" sz="2800" dirty="0"/>
              <a:t>Business logic (e.g., what to do when a user logs in)</a:t>
            </a:r>
          </a:p>
          <a:p>
            <a:pPr lvl="1" fontAlgn="ctr"/>
            <a:r>
              <a:rPr lang="en-IN" sz="2800" dirty="0"/>
              <a:t>Responses (e.g., JSON, HTML pages)</a:t>
            </a:r>
          </a:p>
          <a:p>
            <a:r>
              <a:rPr lang="en-IN" sz="2800" dirty="0"/>
              <a:t> A </a:t>
            </a:r>
            <a:r>
              <a:rPr lang="en-IN" sz="2800" b="1" dirty="0"/>
              <a:t>framework</a:t>
            </a:r>
            <a:r>
              <a:rPr lang="en-IN" sz="2800" dirty="0"/>
              <a:t> helps build that application easily by providing tools like routing, templating, validation, etc.</a:t>
            </a:r>
          </a:p>
          <a:p>
            <a:pPr marL="0" indent="0">
              <a:buNone/>
            </a:pP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8929144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35F78B-9F6F-3D69-3635-25C99E61F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C5E6CC-2A0D-972B-A0A3-F9BAE3D919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816429"/>
            <a:ext cx="10659110" cy="53605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/>
              <a:t>Popular Python Web Frameworks:</a:t>
            </a:r>
          </a:p>
          <a:p>
            <a:pPr marL="0" indent="0">
              <a:buNone/>
            </a:pPr>
            <a:endParaRPr lang="en-IN" sz="2400" b="1" dirty="0"/>
          </a:p>
          <a:p>
            <a:pPr marL="0" indent="0">
              <a:buNone/>
            </a:pPr>
            <a:endParaRPr lang="en-IN" sz="2400" b="1" dirty="0"/>
          </a:p>
          <a:p>
            <a:pPr marL="0" indent="0">
              <a:buNone/>
            </a:pPr>
            <a:endParaRPr lang="en-IN" sz="2400" b="1" dirty="0"/>
          </a:p>
          <a:p>
            <a:pPr marL="0" indent="0">
              <a:buNone/>
            </a:pPr>
            <a:endParaRPr lang="en-IN" sz="2400" b="1" dirty="0"/>
          </a:p>
          <a:p>
            <a:pPr marL="0" indent="0">
              <a:buNone/>
            </a:pPr>
            <a:endParaRPr lang="en-IN" sz="2400" b="1" dirty="0"/>
          </a:p>
          <a:p>
            <a:pPr marL="0" indent="0">
              <a:buNone/>
            </a:pPr>
            <a:endParaRPr lang="en-IN" sz="2400" b="1" dirty="0"/>
          </a:p>
          <a:p>
            <a:pPr marL="0" indent="0">
              <a:buNone/>
            </a:pPr>
            <a:endParaRPr lang="en-IN" sz="2400" b="1" dirty="0"/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r>
              <a:rPr lang="en-IN" sz="2400" dirty="0"/>
              <a:t>Think of the framework as the </a:t>
            </a:r>
            <a:r>
              <a:rPr lang="en-IN" sz="2400" b="1" dirty="0">
                <a:solidFill>
                  <a:srgbClr val="C00000"/>
                </a:solidFill>
              </a:rPr>
              <a:t>kitchen</a:t>
            </a:r>
            <a:r>
              <a:rPr lang="en-IN" sz="2400" dirty="0"/>
              <a:t>, and your code is the </a:t>
            </a:r>
            <a:r>
              <a:rPr lang="en-IN" sz="2400" b="1" dirty="0">
                <a:solidFill>
                  <a:srgbClr val="C00000"/>
                </a:solidFill>
              </a:rPr>
              <a:t>recipe</a:t>
            </a:r>
            <a:r>
              <a:rPr lang="en-IN" sz="2400" dirty="0"/>
              <a:t> that cooks up responses for requests.</a:t>
            </a:r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endParaRPr lang="en-IN" sz="24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AB0F001-CAC5-5DD6-F686-21ADC00B19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786396"/>
              </p:ext>
            </p:extLst>
          </p:nvPr>
        </p:nvGraphicFramePr>
        <p:xfrm>
          <a:off x="1208541" y="1506289"/>
          <a:ext cx="10206219" cy="2811806"/>
        </p:xfrm>
        <a:graphic>
          <a:graphicData uri="http://schemas.openxmlformats.org/drawingml/2006/table">
            <a:tbl>
              <a:tblPr/>
              <a:tblGrid>
                <a:gridCol w="1689129">
                  <a:extLst>
                    <a:ext uri="{9D8B030D-6E8A-4147-A177-3AD203B41FA5}">
                      <a16:colId xmlns:a16="http://schemas.microsoft.com/office/drawing/2014/main" val="1722618102"/>
                    </a:ext>
                  </a:extLst>
                </a:gridCol>
                <a:gridCol w="1663614">
                  <a:extLst>
                    <a:ext uri="{9D8B030D-6E8A-4147-A177-3AD203B41FA5}">
                      <a16:colId xmlns:a16="http://schemas.microsoft.com/office/drawing/2014/main" val="3428279733"/>
                    </a:ext>
                  </a:extLst>
                </a:gridCol>
                <a:gridCol w="3347640">
                  <a:extLst>
                    <a:ext uri="{9D8B030D-6E8A-4147-A177-3AD203B41FA5}">
                      <a16:colId xmlns:a16="http://schemas.microsoft.com/office/drawing/2014/main" val="2437451042"/>
                    </a:ext>
                  </a:extLst>
                </a:gridCol>
                <a:gridCol w="3505836">
                  <a:extLst>
                    <a:ext uri="{9D8B030D-6E8A-4147-A177-3AD203B41FA5}">
                      <a16:colId xmlns:a16="http://schemas.microsoft.com/office/drawing/2014/main" val="1608403436"/>
                    </a:ext>
                  </a:extLst>
                </a:gridCol>
              </a:tblGrid>
              <a:tr h="361019"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000" b="1">
                          <a:effectLst/>
                          <a:latin typeface="Aptos" panose="020B0004020202020204" pitchFamily="34" charset="0"/>
                        </a:rPr>
                        <a:t>Framework</a:t>
                      </a:r>
                      <a:endParaRPr lang="en-IN" sz="20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000" b="1">
                          <a:effectLst/>
                          <a:latin typeface="Aptos" panose="020B0004020202020204" pitchFamily="34" charset="0"/>
                        </a:rPr>
                        <a:t>Interface</a:t>
                      </a:r>
                      <a:endParaRPr lang="en-IN" sz="20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000" b="1">
                          <a:effectLst/>
                          <a:latin typeface="Aptos" panose="020B0004020202020204" pitchFamily="34" charset="0"/>
                        </a:rPr>
                        <a:t>Type</a:t>
                      </a:r>
                      <a:endParaRPr lang="en-IN" sz="20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000" b="1">
                          <a:effectLst/>
                          <a:latin typeface="Aptos" panose="020B0004020202020204" pitchFamily="34" charset="0"/>
                        </a:rPr>
                        <a:t>Use Case</a:t>
                      </a:r>
                      <a:endParaRPr lang="en-IN" sz="20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063946"/>
                  </a:ext>
                </a:extLst>
              </a:tr>
              <a:tr h="361019"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000" b="1" dirty="0">
                          <a:solidFill>
                            <a:srgbClr val="C00000"/>
                          </a:solidFill>
                          <a:effectLst/>
                          <a:latin typeface="Aptos" panose="020B0004020202020204" pitchFamily="34" charset="0"/>
                        </a:rPr>
                        <a:t>Starlette</a:t>
                      </a:r>
                      <a:endParaRPr lang="en-IN" sz="2000" dirty="0">
                        <a:solidFill>
                          <a:srgbClr val="C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000">
                          <a:effectLst/>
                          <a:latin typeface="Aptos" panose="020B0004020202020204" pitchFamily="34" charset="0"/>
                        </a:rPr>
                        <a:t>ASGI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000" dirty="0">
                          <a:effectLst/>
                          <a:latin typeface="Aptos" panose="020B0004020202020204" pitchFamily="34" charset="0"/>
                        </a:rPr>
                        <a:t>Lightweight async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000">
                          <a:effectLst/>
                          <a:latin typeface="Aptos" panose="020B0004020202020204" pitchFamily="34" charset="0"/>
                        </a:rPr>
                        <a:t>Used under FastAPI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2905240"/>
                  </a:ext>
                </a:extLst>
              </a:tr>
              <a:tr h="593103"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000" b="1" dirty="0" err="1">
                          <a:effectLst/>
                          <a:latin typeface="Aptos" panose="020B0004020202020204" pitchFamily="34" charset="0"/>
                        </a:rPr>
                        <a:t>FastAPI</a:t>
                      </a:r>
                      <a:endParaRPr lang="en-IN" sz="2000" dirty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000" dirty="0">
                          <a:effectLst/>
                          <a:latin typeface="Aptos" panose="020B0004020202020204" pitchFamily="34" charset="0"/>
                        </a:rPr>
                        <a:t>ASGI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000" dirty="0">
                          <a:effectLst/>
                          <a:latin typeface="Aptos" panose="020B0004020202020204" pitchFamily="34" charset="0"/>
                        </a:rPr>
                        <a:t>Modern async framework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000">
                          <a:effectLst/>
                          <a:latin typeface="Aptos" panose="020B0004020202020204" pitchFamily="34" charset="0"/>
                        </a:rPr>
                        <a:t>APIs with high performance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8536633"/>
                  </a:ext>
                </a:extLst>
              </a:tr>
              <a:tr h="361019"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000" b="1" dirty="0">
                          <a:effectLst/>
                          <a:latin typeface="Aptos" panose="020B0004020202020204" pitchFamily="34" charset="0"/>
                        </a:rPr>
                        <a:t>Flask</a:t>
                      </a:r>
                      <a:endParaRPr lang="en-IN" sz="2000" dirty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000">
                          <a:effectLst/>
                          <a:latin typeface="Aptos" panose="020B0004020202020204" pitchFamily="34" charset="0"/>
                        </a:rPr>
                        <a:t>WSGI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000" dirty="0">
                          <a:effectLst/>
                          <a:latin typeface="Aptos" panose="020B0004020202020204" pitchFamily="34" charset="0"/>
                        </a:rPr>
                        <a:t>Microframework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000">
                          <a:effectLst/>
                          <a:latin typeface="Aptos" panose="020B0004020202020204" pitchFamily="34" charset="0"/>
                        </a:rPr>
                        <a:t>Lightweight APIs, websites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9885341"/>
                  </a:ext>
                </a:extLst>
              </a:tr>
              <a:tr h="593103"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000" b="1" dirty="0">
                          <a:effectLst/>
                          <a:latin typeface="Aptos" panose="020B0004020202020204" pitchFamily="34" charset="0"/>
                        </a:rPr>
                        <a:t>Django</a:t>
                      </a:r>
                      <a:endParaRPr lang="en-IN" sz="2000" dirty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000">
                          <a:effectLst/>
                          <a:latin typeface="Aptos" panose="020B0004020202020204" pitchFamily="34" charset="0"/>
                        </a:rPr>
                        <a:t>WSGI/ASGI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000">
                          <a:effectLst/>
                          <a:latin typeface="Aptos" panose="020B0004020202020204" pitchFamily="34" charset="0"/>
                        </a:rPr>
                        <a:t>Full-stack framework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000">
                          <a:effectLst/>
                          <a:latin typeface="Aptos" panose="020B0004020202020204" pitchFamily="34" charset="0"/>
                        </a:rPr>
                        <a:t>Large websites, admin panel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4893080"/>
                  </a:ext>
                </a:extLst>
              </a:tr>
              <a:tr h="361019"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000" b="1" dirty="0">
                          <a:effectLst/>
                          <a:latin typeface="Aptos" panose="020B0004020202020204" pitchFamily="34" charset="0"/>
                        </a:rPr>
                        <a:t>Tornado</a:t>
                      </a:r>
                      <a:endParaRPr lang="en-IN" sz="2000" dirty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000">
                          <a:effectLst/>
                          <a:latin typeface="Aptos" panose="020B0004020202020204" pitchFamily="34" charset="0"/>
                        </a:rPr>
                        <a:t>Custom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000">
                          <a:effectLst/>
                          <a:latin typeface="Aptos" panose="020B0004020202020204" pitchFamily="34" charset="0"/>
                        </a:rPr>
                        <a:t>Async web server + app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000" dirty="0">
                          <a:effectLst/>
                          <a:latin typeface="Aptos" panose="020B0004020202020204" pitchFamily="34" charset="0"/>
                        </a:rPr>
                        <a:t>Real-time apps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03162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11995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3DA56-A989-E126-3E70-A7E113C8F6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4254BD-0A0D-6AF5-2365-333953E73F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816429"/>
            <a:ext cx="10794274" cy="53605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800" b="1" dirty="0"/>
              <a:t>Putting it Together</a:t>
            </a:r>
            <a:endParaRPr lang="en-IN" sz="2800" dirty="0"/>
          </a:p>
          <a:p>
            <a:pPr marL="0" indent="0">
              <a:buNone/>
            </a:pPr>
            <a:r>
              <a:rPr lang="en-IN" sz="2800" dirty="0"/>
              <a:t>When a user hits your website:</a:t>
            </a:r>
          </a:p>
          <a:p>
            <a:pPr lvl="1" fontAlgn="ctr"/>
            <a:r>
              <a:rPr lang="en-IN" sz="2800" dirty="0"/>
              <a:t>A </a:t>
            </a:r>
            <a:r>
              <a:rPr lang="en-IN" sz="2800" b="1" dirty="0"/>
              <a:t>web server</a:t>
            </a:r>
            <a:r>
              <a:rPr lang="en-IN" sz="2800" dirty="0"/>
              <a:t> (e.g., </a:t>
            </a:r>
            <a:r>
              <a:rPr lang="en-IN" sz="2800" dirty="0" err="1"/>
              <a:t>Uvicorn</a:t>
            </a:r>
            <a:r>
              <a:rPr lang="en-IN" sz="2800" dirty="0"/>
              <a:t>) receives the request.</a:t>
            </a:r>
          </a:p>
          <a:p>
            <a:pPr lvl="1" fontAlgn="ctr"/>
            <a:r>
              <a:rPr lang="en-IN" sz="2800" dirty="0"/>
              <a:t>It forwards the request to your </a:t>
            </a:r>
            <a:r>
              <a:rPr lang="en-IN" sz="2800" b="1" dirty="0"/>
              <a:t>application</a:t>
            </a:r>
            <a:r>
              <a:rPr lang="en-IN" sz="2800" dirty="0"/>
              <a:t>, written using a </a:t>
            </a:r>
            <a:r>
              <a:rPr lang="en-IN" sz="2800" b="1" dirty="0"/>
              <a:t>framework</a:t>
            </a:r>
            <a:r>
              <a:rPr lang="en-IN" sz="2800" dirty="0"/>
              <a:t> like </a:t>
            </a:r>
            <a:r>
              <a:rPr lang="en-IN" sz="2800" dirty="0" err="1"/>
              <a:t>FastAPI</a:t>
            </a:r>
            <a:r>
              <a:rPr lang="en-IN" sz="2800" dirty="0"/>
              <a:t>.</a:t>
            </a:r>
          </a:p>
          <a:p>
            <a:pPr lvl="1" fontAlgn="ctr"/>
            <a:r>
              <a:rPr lang="en-IN" sz="2800" dirty="0"/>
              <a:t>The app processes the request and sends back a response (like JSON or HTML).</a:t>
            </a:r>
          </a:p>
          <a:p>
            <a:pPr lvl="1" fontAlgn="ctr"/>
            <a:r>
              <a:rPr lang="en-IN" sz="2800" dirty="0"/>
              <a:t>The web server returns that response to the user.</a:t>
            </a:r>
          </a:p>
          <a:p>
            <a:pPr marL="0" indent="0">
              <a:buNone/>
            </a:pP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2588601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7EFC9-D702-2007-C3F0-E0F837718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25407A-FB7C-D207-AA6D-C4551743D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511629"/>
            <a:ext cx="10659110" cy="6226628"/>
          </a:xfrm>
        </p:spPr>
        <p:txBody>
          <a:bodyPr>
            <a:normAutofit lnSpcReduction="10000"/>
          </a:bodyPr>
          <a:lstStyle/>
          <a:p>
            <a:pPr marL="0" indent="0" fontAlgn="ctr">
              <a:buNone/>
            </a:pPr>
            <a:r>
              <a:rPr lang="en-IN" sz="2600" b="1" dirty="0"/>
              <a:t>What is ASGI? - </a:t>
            </a:r>
            <a:r>
              <a:rPr lang="en-IN" sz="2600" b="1" dirty="0">
                <a:solidFill>
                  <a:srgbClr val="002060"/>
                </a:solidFill>
              </a:rPr>
              <a:t>Asynchronous Server Gateway Interface</a:t>
            </a:r>
            <a:endParaRPr lang="en-IN" sz="2600" b="1" dirty="0"/>
          </a:p>
          <a:p>
            <a:pPr marL="0" indent="0">
              <a:buNone/>
            </a:pPr>
            <a:r>
              <a:rPr lang="en-IN" sz="2400" dirty="0"/>
              <a:t>It is a </a:t>
            </a:r>
            <a:r>
              <a:rPr lang="en-IN" sz="2400" b="1" dirty="0">
                <a:solidFill>
                  <a:srgbClr val="C00000"/>
                </a:solidFill>
              </a:rPr>
              <a:t>specification</a:t>
            </a:r>
            <a:r>
              <a:rPr lang="en-IN" sz="2400" dirty="0"/>
              <a:t> or </a:t>
            </a:r>
            <a:r>
              <a:rPr lang="en-IN" sz="2400" b="1" dirty="0">
                <a:solidFill>
                  <a:srgbClr val="C00000"/>
                </a:solidFill>
              </a:rPr>
              <a:t>interface</a:t>
            </a:r>
            <a:r>
              <a:rPr lang="en-IN" sz="2400" dirty="0"/>
              <a:t> between </a:t>
            </a:r>
            <a:r>
              <a:rPr lang="en-IN" sz="2400" b="1" dirty="0"/>
              <a:t>Python web servers</a:t>
            </a:r>
            <a:r>
              <a:rPr lang="en-IN" sz="2400" dirty="0"/>
              <a:t> and </a:t>
            </a:r>
            <a:r>
              <a:rPr lang="en-IN" sz="2400" b="1" dirty="0"/>
              <a:t>Python web applications/frameworks</a:t>
            </a:r>
            <a:r>
              <a:rPr lang="en-IN" sz="2400" dirty="0"/>
              <a:t>, designed to support </a:t>
            </a:r>
            <a:r>
              <a:rPr lang="en-IN" sz="2400" b="1" dirty="0">
                <a:solidFill>
                  <a:srgbClr val="C00000"/>
                </a:solidFill>
              </a:rPr>
              <a:t>asynchronous</a:t>
            </a:r>
            <a:r>
              <a:rPr lang="en-IN" sz="2400" b="1" dirty="0"/>
              <a:t> (async)</a:t>
            </a:r>
            <a:r>
              <a:rPr lang="en-IN" sz="2400" dirty="0"/>
              <a:t> capabilities as well as traditional </a:t>
            </a:r>
            <a:r>
              <a:rPr lang="en-IN" sz="2400" b="1" dirty="0">
                <a:solidFill>
                  <a:srgbClr val="C00000"/>
                </a:solidFill>
              </a:rPr>
              <a:t>synchronous</a:t>
            </a:r>
            <a:r>
              <a:rPr lang="en-IN" sz="2400" dirty="0"/>
              <a:t> ones.</a:t>
            </a:r>
          </a:p>
          <a:p>
            <a:pPr marL="0" indent="0">
              <a:buNone/>
            </a:pPr>
            <a:r>
              <a:rPr lang="en-IN" sz="2400" dirty="0"/>
              <a:t>Think of </a:t>
            </a:r>
            <a:r>
              <a:rPr lang="en-IN" sz="2400" b="1" dirty="0">
                <a:solidFill>
                  <a:srgbClr val="C00000"/>
                </a:solidFill>
              </a:rPr>
              <a:t>ASGI</a:t>
            </a:r>
            <a:r>
              <a:rPr lang="en-IN" sz="2400" dirty="0"/>
              <a:t> as the modern, </a:t>
            </a:r>
            <a:r>
              <a:rPr lang="en-IN" sz="2400" b="1" dirty="0"/>
              <a:t>async-friendly replacement of </a:t>
            </a:r>
            <a:r>
              <a:rPr lang="en-IN" sz="2400" b="1" dirty="0">
                <a:solidFill>
                  <a:srgbClr val="C00000"/>
                </a:solidFill>
              </a:rPr>
              <a:t>WSGI</a:t>
            </a:r>
            <a:r>
              <a:rPr lang="en-IN" sz="2400" dirty="0"/>
              <a:t> (</a:t>
            </a:r>
            <a:r>
              <a:rPr lang="en-IN" sz="24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Web Server Gateway Interface</a:t>
            </a:r>
            <a:r>
              <a:rPr lang="en-IN" sz="2400" dirty="0"/>
              <a:t>), which is used by older frameworks like Django (pre-3.0) and Flask.</a:t>
            </a:r>
          </a:p>
          <a:p>
            <a:pPr marL="0" indent="0">
              <a:buNone/>
            </a:pPr>
            <a:endParaRPr lang="en-IN" sz="400" b="1" dirty="0"/>
          </a:p>
          <a:p>
            <a:pPr marL="0" indent="0">
              <a:buNone/>
            </a:pPr>
            <a:r>
              <a:rPr lang="en-IN" sz="2400" b="1" dirty="0"/>
              <a:t>What Does ASGI Do?</a:t>
            </a:r>
            <a:endParaRPr lang="en-IN" sz="2400" dirty="0"/>
          </a:p>
          <a:p>
            <a:pPr marL="0" indent="0">
              <a:buNone/>
            </a:pPr>
            <a:r>
              <a:rPr lang="en-IN" sz="2400" dirty="0"/>
              <a:t>ASGI defines </a:t>
            </a:r>
            <a:r>
              <a:rPr lang="en-IN" sz="2400" b="1" dirty="0"/>
              <a:t>how</a:t>
            </a:r>
            <a:r>
              <a:rPr lang="en-IN" sz="2400" dirty="0"/>
              <a:t> a web server (like </a:t>
            </a:r>
            <a:r>
              <a:rPr lang="en-IN" sz="2400" dirty="0" err="1"/>
              <a:t>Uvicorn</a:t>
            </a:r>
            <a:r>
              <a:rPr lang="en-IN" sz="2400" dirty="0"/>
              <a:t> or Daphne) should interact with a web application (like </a:t>
            </a:r>
            <a:r>
              <a:rPr lang="en-IN" sz="2400" dirty="0" err="1"/>
              <a:t>FastAPI</a:t>
            </a:r>
            <a:r>
              <a:rPr lang="en-IN" sz="2400" dirty="0"/>
              <a:t> or Django Channels).</a:t>
            </a:r>
          </a:p>
          <a:p>
            <a:pPr marL="0" indent="0">
              <a:buNone/>
            </a:pPr>
            <a:r>
              <a:rPr lang="en-IN" sz="2400" dirty="0"/>
              <a:t>It handles:</a:t>
            </a:r>
          </a:p>
          <a:p>
            <a:pPr lvl="1" fontAlgn="ctr"/>
            <a:r>
              <a:rPr lang="en-IN" sz="2000" dirty="0"/>
              <a:t>Incoming HTTP requests</a:t>
            </a:r>
          </a:p>
          <a:p>
            <a:pPr lvl="1" fontAlgn="ctr"/>
            <a:r>
              <a:rPr lang="en-IN" sz="2000" dirty="0"/>
              <a:t>WebSocket connections</a:t>
            </a:r>
          </a:p>
          <a:p>
            <a:pPr lvl="1" fontAlgn="ctr"/>
            <a:r>
              <a:rPr lang="en-IN" sz="2000" dirty="0"/>
              <a:t>Background tasks</a:t>
            </a:r>
          </a:p>
          <a:p>
            <a:pPr lvl="1" fontAlgn="ctr"/>
            <a:r>
              <a:rPr lang="en-IN" sz="2000" dirty="0"/>
              <a:t>Long-lived connections</a:t>
            </a:r>
          </a:p>
          <a:p>
            <a:pPr lvl="1" fontAlgn="ctr"/>
            <a:r>
              <a:rPr lang="en-IN" sz="2000" dirty="0"/>
              <a:t>Streaming responses</a:t>
            </a:r>
          </a:p>
          <a:p>
            <a:pPr lvl="1" fontAlgn="ctr"/>
            <a:r>
              <a:rPr lang="en-IN" sz="2000" dirty="0"/>
              <a:t>Asynchronous communication</a:t>
            </a:r>
          </a:p>
          <a:p>
            <a:pPr marL="0" indent="0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3404198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91B5EF-DB64-541E-D4D2-7FF1B274E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94F674-CF1C-CDB2-398D-BDC5E5C296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816429"/>
            <a:ext cx="10659110" cy="53605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/>
              <a:t>How ASGI Works (Simplified)</a:t>
            </a:r>
            <a:endParaRPr lang="en-IN" sz="2400" dirty="0"/>
          </a:p>
          <a:p>
            <a:pPr fontAlgn="ctr"/>
            <a:r>
              <a:rPr lang="en-IN" sz="2400" dirty="0"/>
              <a:t>A user sends a request (HTTP/WebSocket).</a:t>
            </a:r>
          </a:p>
          <a:p>
            <a:pPr fontAlgn="ctr"/>
            <a:r>
              <a:rPr lang="en-IN" sz="2400" dirty="0"/>
              <a:t>An </a:t>
            </a:r>
            <a:r>
              <a:rPr lang="en-IN" sz="2400" b="1" dirty="0"/>
              <a:t>ASGI server</a:t>
            </a:r>
            <a:r>
              <a:rPr lang="en-IN" sz="2400" dirty="0"/>
              <a:t> (e.g., </a:t>
            </a:r>
            <a:r>
              <a:rPr lang="en-IN" sz="2400" dirty="0" err="1"/>
              <a:t>Uvicorn</a:t>
            </a:r>
            <a:r>
              <a:rPr lang="en-IN" sz="2400" dirty="0"/>
              <a:t>) receives the request.</a:t>
            </a:r>
          </a:p>
          <a:p>
            <a:pPr fontAlgn="ctr"/>
            <a:r>
              <a:rPr lang="en-IN" sz="2400" dirty="0"/>
              <a:t>It passes the request (as a Python dictionary with metadata) to the ASGI </a:t>
            </a:r>
            <a:r>
              <a:rPr lang="en-IN" sz="2400" b="1" dirty="0"/>
              <a:t>application callable</a:t>
            </a:r>
            <a:r>
              <a:rPr lang="en-IN" sz="2400" dirty="0"/>
              <a:t>.</a:t>
            </a:r>
          </a:p>
          <a:p>
            <a:pPr fontAlgn="ctr"/>
            <a:r>
              <a:rPr lang="en-IN" sz="2400" dirty="0"/>
              <a:t>The app processes the request and returns a response.</a:t>
            </a:r>
          </a:p>
          <a:p>
            <a:pPr fontAlgn="ctr"/>
            <a:r>
              <a:rPr lang="en-IN" sz="2400" dirty="0"/>
              <a:t>The ASGI server sends the response back to the client.</a:t>
            </a:r>
          </a:p>
          <a:p>
            <a:pPr marL="0" indent="0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8046336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3395CF-18CB-0971-3541-7EADE2D62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BFA363-CF02-72F1-B31D-78753D4A58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816429"/>
            <a:ext cx="10659110" cy="53605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800" b="1" dirty="0"/>
              <a:t>ASGI vs WSGI</a:t>
            </a:r>
            <a:endParaRPr lang="en-IN" sz="28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9F0A8A2-883B-D913-FB9F-2AC6DE09E0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5540858"/>
              </p:ext>
            </p:extLst>
          </p:nvPr>
        </p:nvGraphicFramePr>
        <p:xfrm>
          <a:off x="923977" y="1528059"/>
          <a:ext cx="10070593" cy="4382882"/>
        </p:xfrm>
        <a:graphic>
          <a:graphicData uri="http://schemas.openxmlformats.org/drawingml/2006/table">
            <a:tbl>
              <a:tblPr/>
              <a:tblGrid>
                <a:gridCol w="2176571">
                  <a:extLst>
                    <a:ext uri="{9D8B030D-6E8A-4147-A177-3AD203B41FA5}">
                      <a16:colId xmlns:a16="http://schemas.microsoft.com/office/drawing/2014/main" val="672543009"/>
                    </a:ext>
                  </a:extLst>
                </a:gridCol>
                <a:gridCol w="3607793">
                  <a:extLst>
                    <a:ext uri="{9D8B030D-6E8A-4147-A177-3AD203B41FA5}">
                      <a16:colId xmlns:a16="http://schemas.microsoft.com/office/drawing/2014/main" val="2124278986"/>
                    </a:ext>
                  </a:extLst>
                </a:gridCol>
                <a:gridCol w="4286229">
                  <a:extLst>
                    <a:ext uri="{9D8B030D-6E8A-4147-A177-3AD203B41FA5}">
                      <a16:colId xmlns:a16="http://schemas.microsoft.com/office/drawing/2014/main" val="562374715"/>
                    </a:ext>
                  </a:extLst>
                </a:gridCol>
              </a:tblGrid>
              <a:tr h="601572"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000" b="1">
                          <a:effectLst/>
                          <a:latin typeface="Aptos" panose="020B0004020202020204" pitchFamily="34" charset="0"/>
                        </a:rPr>
                        <a:t>Feature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000" b="1" dirty="0">
                          <a:effectLst/>
                          <a:latin typeface="Aptos" panose="020B0004020202020204" pitchFamily="34" charset="0"/>
                        </a:rPr>
                        <a:t>WSGI</a:t>
                      </a:r>
                      <a:endParaRPr lang="en-IN" sz="2000" dirty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000" b="1">
                          <a:effectLst/>
                          <a:latin typeface="Aptos" panose="020B0004020202020204" pitchFamily="34" charset="0"/>
                        </a:rPr>
                        <a:t>ASGI</a:t>
                      </a:r>
                      <a:endParaRPr lang="en-IN" sz="20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9239632"/>
                  </a:ext>
                </a:extLst>
              </a:tr>
              <a:tr h="601572"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000" b="1">
                          <a:effectLst/>
                          <a:latin typeface="Aptos" panose="020B0004020202020204" pitchFamily="34" charset="0"/>
                        </a:rPr>
                        <a:t>Protocols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000" dirty="0">
                          <a:effectLst/>
                          <a:latin typeface="Aptos" panose="020B0004020202020204" pitchFamily="34" charset="0"/>
                        </a:rPr>
                        <a:t>HTTP only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000" dirty="0">
                          <a:effectLst/>
                          <a:latin typeface="Aptos" panose="020B0004020202020204" pitchFamily="34" charset="0"/>
                        </a:rPr>
                        <a:t>HTTP, WebSocket, more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2781920"/>
                  </a:ext>
                </a:extLst>
              </a:tr>
              <a:tr h="601572"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000" b="1">
                          <a:effectLst/>
                          <a:latin typeface="Aptos" panose="020B0004020202020204" pitchFamily="34" charset="0"/>
                        </a:rPr>
                        <a:t>Nature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000" dirty="0">
                          <a:effectLst/>
                          <a:latin typeface="Aptos" panose="020B0004020202020204" pitchFamily="34" charset="0"/>
                        </a:rPr>
                        <a:t>Synchronous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000" dirty="0">
                          <a:effectLst/>
                          <a:latin typeface="Aptos" panose="020B0004020202020204" pitchFamily="34" charset="0"/>
                        </a:rPr>
                        <a:t>Asynchronous + synchronous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524230"/>
                  </a:ext>
                </a:extLst>
              </a:tr>
              <a:tr h="988297"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000" b="1">
                          <a:effectLst/>
                          <a:latin typeface="Aptos" panose="020B0004020202020204" pitchFamily="34" charset="0"/>
                        </a:rPr>
                        <a:t>Use Case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000">
                          <a:effectLst/>
                          <a:latin typeface="Aptos" panose="020B0004020202020204" pitchFamily="34" charset="0"/>
                        </a:rPr>
                        <a:t>Traditional websites, APIs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000">
                          <a:effectLst/>
                          <a:latin typeface="Aptos" panose="020B0004020202020204" pitchFamily="34" charset="0"/>
                        </a:rPr>
                        <a:t>Real-time apps, chat, async APIs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0467916"/>
                  </a:ext>
                </a:extLst>
              </a:tr>
              <a:tr h="601572"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000" b="1">
                          <a:effectLst/>
                          <a:latin typeface="Aptos" panose="020B0004020202020204" pitchFamily="34" charset="0"/>
                        </a:rPr>
                        <a:t>Server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000" dirty="0" err="1">
                          <a:effectLst/>
                          <a:latin typeface="Aptos" panose="020B0004020202020204" pitchFamily="34" charset="0"/>
                        </a:rPr>
                        <a:t>Gunicorn</a:t>
                      </a:r>
                      <a:r>
                        <a:rPr lang="en-IN" sz="2000" dirty="0">
                          <a:effectLst/>
                          <a:latin typeface="Aptos" panose="020B0004020202020204" pitchFamily="34" charset="0"/>
                        </a:rPr>
                        <a:t>, </a:t>
                      </a:r>
                      <a:r>
                        <a:rPr lang="en-IN" sz="2000" dirty="0" err="1">
                          <a:effectLst/>
                          <a:latin typeface="Aptos" panose="020B0004020202020204" pitchFamily="34" charset="0"/>
                        </a:rPr>
                        <a:t>uWSGI</a:t>
                      </a:r>
                      <a:endParaRPr lang="en-IN" sz="2000" dirty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000" dirty="0" err="1">
                          <a:effectLst/>
                          <a:latin typeface="Aptos" panose="020B0004020202020204" pitchFamily="34" charset="0"/>
                        </a:rPr>
                        <a:t>Uvicorn</a:t>
                      </a:r>
                      <a:r>
                        <a:rPr lang="en-IN" sz="2000" dirty="0">
                          <a:effectLst/>
                          <a:latin typeface="Aptos" panose="020B0004020202020204" pitchFamily="34" charset="0"/>
                        </a:rPr>
                        <a:t>, Daphne, </a:t>
                      </a:r>
                      <a:r>
                        <a:rPr lang="en-IN" sz="2000" dirty="0" err="1">
                          <a:effectLst/>
                          <a:latin typeface="Aptos" panose="020B0004020202020204" pitchFamily="34" charset="0"/>
                        </a:rPr>
                        <a:t>Hypercorn</a:t>
                      </a:r>
                      <a:endParaRPr lang="en-IN" sz="2000" dirty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9411048"/>
                  </a:ext>
                </a:extLst>
              </a:tr>
              <a:tr h="988297"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000" b="1" dirty="0">
                          <a:effectLst/>
                          <a:latin typeface="Aptos" panose="020B0004020202020204" pitchFamily="34" charset="0"/>
                        </a:rPr>
                        <a:t>Example Apps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000" dirty="0">
                          <a:effectLst/>
                          <a:latin typeface="Aptos" panose="020B0004020202020204" pitchFamily="34" charset="0"/>
                        </a:rPr>
                        <a:t>Flask, Django (&lt;3.0)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000" dirty="0" err="1">
                          <a:effectLst/>
                          <a:latin typeface="Aptos" panose="020B0004020202020204" pitchFamily="34" charset="0"/>
                        </a:rPr>
                        <a:t>FastAPI</a:t>
                      </a:r>
                      <a:r>
                        <a:rPr lang="en-IN" sz="2000" dirty="0">
                          <a:effectLst/>
                          <a:latin typeface="Aptos" panose="020B0004020202020204" pitchFamily="34" charset="0"/>
                        </a:rPr>
                        <a:t>, Starlette, Django (3.0+)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61208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0522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C3718-9F26-91B5-59EF-31DF04180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1ABF3A-C747-1172-28A8-30655631BE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8182" y="1286539"/>
            <a:ext cx="10659110" cy="5263116"/>
          </a:xfrm>
        </p:spPr>
        <p:txBody>
          <a:bodyPr>
            <a:normAutofit/>
          </a:bodyPr>
          <a:lstStyle/>
          <a:p>
            <a:pPr marL="0" indent="0" fontAlgn="ctr">
              <a:buNone/>
            </a:pPr>
            <a:r>
              <a:rPr lang="en-IN" sz="3200" b="1" dirty="0"/>
              <a:t>⭐ What is </a:t>
            </a:r>
            <a:r>
              <a:rPr lang="en-IN" sz="3200" b="1" dirty="0">
                <a:solidFill>
                  <a:srgbClr val="C00000"/>
                </a:solidFill>
              </a:rPr>
              <a:t>Starlette</a:t>
            </a:r>
            <a:r>
              <a:rPr lang="en-IN" sz="3200" b="1" dirty="0"/>
              <a:t>?</a:t>
            </a:r>
          </a:p>
          <a:p>
            <a:r>
              <a:rPr lang="en-US" sz="2800" b="1" dirty="0"/>
              <a:t>Starlette</a:t>
            </a:r>
            <a:r>
              <a:rPr lang="en-US" sz="2800" dirty="0"/>
              <a:t> is a </a:t>
            </a:r>
            <a:r>
              <a:rPr lang="en-US" sz="2800" b="1" dirty="0"/>
              <a:t>lightweight </a:t>
            </a:r>
            <a:r>
              <a:rPr lang="en-US" sz="2800" b="1" dirty="0">
                <a:solidFill>
                  <a:srgbClr val="C00000"/>
                </a:solidFill>
              </a:rPr>
              <a:t>ASGI</a:t>
            </a:r>
            <a:r>
              <a:rPr lang="en-US" sz="2800" b="1" dirty="0"/>
              <a:t> web framework</a:t>
            </a:r>
            <a:r>
              <a:rPr lang="en-US" sz="2800" dirty="0"/>
              <a:t> for building </a:t>
            </a:r>
            <a:r>
              <a:rPr lang="en-US" sz="2800" b="1" dirty="0"/>
              <a:t>high-performance async web applications</a:t>
            </a:r>
            <a:r>
              <a:rPr lang="en-US" sz="2800" dirty="0"/>
              <a:t> in Python. </a:t>
            </a:r>
          </a:p>
          <a:p>
            <a:r>
              <a:rPr lang="en-IN" sz="2800" b="1" dirty="0" err="1"/>
              <a:t>FastAPI</a:t>
            </a:r>
            <a:r>
              <a:rPr lang="en-IN" sz="2800" b="1" dirty="0"/>
              <a:t> is a </a:t>
            </a:r>
            <a:r>
              <a:rPr lang="en-IN" sz="2800" b="1" dirty="0">
                <a:solidFill>
                  <a:srgbClr val="C00000"/>
                </a:solidFill>
              </a:rPr>
              <a:t>child</a:t>
            </a:r>
            <a:r>
              <a:rPr lang="en-IN" sz="2800" b="1" dirty="0"/>
              <a:t> (or wrapper) of </a:t>
            </a:r>
            <a:r>
              <a:rPr lang="en-IN" sz="2800" b="1" dirty="0">
                <a:solidFill>
                  <a:srgbClr val="C00000"/>
                </a:solidFill>
              </a:rPr>
              <a:t>Starlette</a:t>
            </a:r>
            <a:r>
              <a:rPr lang="en-IN" sz="2800" b="1" dirty="0"/>
              <a:t>.</a:t>
            </a:r>
            <a:endParaRPr lang="en-IN" sz="2800" dirty="0"/>
          </a:p>
          <a:p>
            <a:r>
              <a:rPr lang="en-IN" sz="2800" dirty="0"/>
              <a:t>Or more technically: </a:t>
            </a:r>
            <a:r>
              <a:rPr lang="en-IN" sz="2800" b="1" dirty="0" err="1"/>
              <a:t>FastAPI</a:t>
            </a:r>
            <a:r>
              <a:rPr lang="en-IN" sz="2800" b="1" dirty="0"/>
              <a:t> is built on top of Starlette.</a:t>
            </a:r>
            <a:endParaRPr lang="en-IN" sz="2800" dirty="0"/>
          </a:p>
          <a:p>
            <a:r>
              <a:rPr lang="en-IN" sz="2800" b="1" dirty="0"/>
              <a:t>Starlette</a:t>
            </a:r>
            <a:r>
              <a:rPr lang="en-IN" sz="2800" dirty="0"/>
              <a:t> is a </a:t>
            </a:r>
            <a:r>
              <a:rPr lang="en-IN" sz="2800" b="1" dirty="0"/>
              <a:t>lightweight</a:t>
            </a:r>
            <a:r>
              <a:rPr lang="en-IN" sz="2800" dirty="0"/>
              <a:t>, </a:t>
            </a:r>
            <a:r>
              <a:rPr lang="en-IN" sz="2800" b="1" dirty="0">
                <a:solidFill>
                  <a:srgbClr val="C00000"/>
                </a:solidFill>
              </a:rPr>
              <a:t>asynchronous</a:t>
            </a:r>
            <a:r>
              <a:rPr lang="en-IN" sz="2800" dirty="0"/>
              <a:t> </a:t>
            </a:r>
            <a:r>
              <a:rPr lang="en-IN" sz="2800" b="1" dirty="0"/>
              <a:t>web framework </a:t>
            </a:r>
            <a:r>
              <a:rPr lang="en-IN" sz="2800" dirty="0"/>
              <a:t>for building </a:t>
            </a:r>
            <a:r>
              <a:rPr lang="en-IN" sz="2800" b="1" dirty="0"/>
              <a:t>high-performance APIs</a:t>
            </a:r>
            <a:r>
              <a:rPr lang="en-IN" sz="2800" dirty="0"/>
              <a:t> and web applications in Python.</a:t>
            </a:r>
          </a:p>
          <a:p>
            <a:r>
              <a:rPr lang="en-IN" sz="2800" dirty="0"/>
              <a:t>It is the </a:t>
            </a:r>
            <a:r>
              <a:rPr lang="en-IN" sz="2800" b="1" dirty="0">
                <a:solidFill>
                  <a:srgbClr val="C00000"/>
                </a:solidFill>
              </a:rPr>
              <a:t>core</a:t>
            </a:r>
            <a:r>
              <a:rPr lang="en-IN" sz="2800" b="1" dirty="0"/>
              <a:t> </a:t>
            </a:r>
            <a:r>
              <a:rPr lang="en-IN" sz="2800" b="1" dirty="0">
                <a:solidFill>
                  <a:srgbClr val="C00000"/>
                </a:solidFill>
              </a:rPr>
              <a:t>foundation</a:t>
            </a:r>
            <a:r>
              <a:rPr lang="en-IN" sz="2800" dirty="0"/>
              <a:t> of </a:t>
            </a:r>
            <a:r>
              <a:rPr lang="en-IN" sz="2800" b="1" dirty="0" err="1"/>
              <a:t>FastAPI</a:t>
            </a:r>
            <a:r>
              <a:rPr lang="en-IN" sz="2800" dirty="0"/>
              <a:t>, meaning </a:t>
            </a:r>
            <a:r>
              <a:rPr lang="en-IN" sz="2800" dirty="0" err="1"/>
              <a:t>FastAPI</a:t>
            </a:r>
            <a:r>
              <a:rPr lang="en-IN" sz="2800" dirty="0"/>
              <a:t> is </a:t>
            </a:r>
            <a:r>
              <a:rPr lang="en-IN" sz="2800" b="1" dirty="0"/>
              <a:t>built on top of</a:t>
            </a:r>
            <a:r>
              <a:rPr lang="en-IN" sz="2800" dirty="0"/>
              <a:t> Starlette.</a:t>
            </a:r>
          </a:p>
          <a:p>
            <a:endParaRPr lang="en-IN" sz="1600" dirty="0"/>
          </a:p>
          <a:p>
            <a:pPr marL="0" indent="0" fontAlgn="ctr">
              <a:buNone/>
            </a:pPr>
            <a:endParaRPr lang="en-IN" sz="2800" dirty="0"/>
          </a:p>
        </p:txBody>
      </p:sp>
      <p:pic>
        <p:nvPicPr>
          <p:cNvPr id="3074" name="Picture 2" descr="GitHub - koddr/starlette-logo: 🖼 Official Starlette logo (with style  guide).">
            <a:extLst>
              <a:ext uri="{FF2B5EF4-FFF2-40B4-BE49-F238E27FC236}">
                <a16:creationId xmlns:a16="http://schemas.microsoft.com/office/drawing/2014/main" id="{1991EB46-6BA3-31D0-7DEB-9B4088E2770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194" b="17829"/>
          <a:stretch>
            <a:fillRect/>
          </a:stretch>
        </p:blipFill>
        <p:spPr bwMode="auto">
          <a:xfrm>
            <a:off x="7736218" y="425294"/>
            <a:ext cx="3657600" cy="15629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34161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469095-0536-7480-F650-3372503AB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1C053-D8AC-FF34-73E4-996A83C001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574158"/>
            <a:ext cx="10659110" cy="5784112"/>
          </a:xfrm>
        </p:spPr>
        <p:txBody>
          <a:bodyPr>
            <a:normAutofit/>
          </a:bodyPr>
          <a:lstStyle/>
          <a:p>
            <a:pPr marL="0" indent="0" fontAlgn="ctr">
              <a:buNone/>
            </a:pPr>
            <a:r>
              <a:rPr lang="en-IN" sz="2400" b="1" dirty="0"/>
              <a:t>Key Features of Starlette:</a:t>
            </a:r>
            <a:endParaRPr lang="en-IN" sz="2400" dirty="0"/>
          </a:p>
          <a:p>
            <a:pPr marL="0" indent="0" fontAlgn="ctr">
              <a:buNone/>
            </a:pPr>
            <a:endParaRPr lang="en-IN" sz="24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88FCA1F-F010-7BE6-0862-43782832B4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3161319"/>
              </p:ext>
            </p:extLst>
          </p:nvPr>
        </p:nvGraphicFramePr>
        <p:xfrm>
          <a:off x="777240" y="1081922"/>
          <a:ext cx="10822881" cy="5127953"/>
        </p:xfrm>
        <a:graphic>
          <a:graphicData uri="http://schemas.openxmlformats.org/drawingml/2006/table">
            <a:tbl>
              <a:tblPr/>
              <a:tblGrid>
                <a:gridCol w="2901625">
                  <a:extLst>
                    <a:ext uri="{9D8B030D-6E8A-4147-A177-3AD203B41FA5}">
                      <a16:colId xmlns:a16="http://schemas.microsoft.com/office/drawing/2014/main" val="3368487032"/>
                    </a:ext>
                  </a:extLst>
                </a:gridCol>
                <a:gridCol w="7921256">
                  <a:extLst>
                    <a:ext uri="{9D8B030D-6E8A-4147-A177-3AD203B41FA5}">
                      <a16:colId xmlns:a16="http://schemas.microsoft.com/office/drawing/2014/main" val="2560394602"/>
                    </a:ext>
                  </a:extLst>
                </a:gridCol>
              </a:tblGrid>
              <a:tr h="462093"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400" b="1">
                          <a:effectLst/>
                          <a:latin typeface="Aptos" panose="020B0004020202020204" pitchFamily="34" charset="0"/>
                        </a:rPr>
                        <a:t>Feature</a:t>
                      </a:r>
                      <a:endParaRPr lang="en-IN" sz="24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400" b="1">
                          <a:effectLst/>
                          <a:latin typeface="Aptos" panose="020B0004020202020204" pitchFamily="34" charset="0"/>
                        </a:rPr>
                        <a:t>Description</a:t>
                      </a:r>
                      <a:endParaRPr lang="en-IN" sz="24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2382692"/>
                  </a:ext>
                </a:extLst>
              </a:tr>
              <a:tr h="759153"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400" b="1" dirty="0">
                          <a:effectLst/>
                          <a:latin typeface="Aptos" panose="020B0004020202020204" pitchFamily="34" charset="0"/>
                        </a:rPr>
                        <a:t>ASGI</a:t>
                      </a:r>
                      <a:r>
                        <a:rPr lang="en-IN" sz="2400" dirty="0">
                          <a:effectLst/>
                          <a:latin typeface="Aptos" panose="020B0004020202020204" pitchFamily="34" charset="0"/>
                        </a:rPr>
                        <a:t> support</a:t>
                      </a:r>
                      <a:endParaRPr lang="en-IN" sz="2400" dirty="0"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4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ptos" panose="020B0004020202020204" pitchFamily="34" charset="0"/>
                        </a:rPr>
                        <a:t>Fully</a:t>
                      </a:r>
                      <a:r>
                        <a:rPr lang="en-IN" sz="2400" dirty="0">
                          <a:effectLst/>
                          <a:latin typeface="Aptos" panose="020B0004020202020204" pitchFamily="34" charset="0"/>
                        </a:rPr>
                        <a:t> </a:t>
                      </a:r>
                      <a:r>
                        <a:rPr lang="en-IN" sz="24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ptos" panose="020B0004020202020204" pitchFamily="34" charset="0"/>
                        </a:rPr>
                        <a:t>asynchronous</a:t>
                      </a:r>
                      <a:r>
                        <a:rPr lang="en-IN" sz="2400" dirty="0">
                          <a:effectLst/>
                          <a:latin typeface="Aptos" panose="020B0004020202020204" pitchFamily="34" charset="0"/>
                        </a:rPr>
                        <a:t> using </a:t>
                      </a:r>
                      <a:r>
                        <a:rPr lang="en-IN" sz="2400" b="1" dirty="0">
                          <a:effectLst/>
                          <a:latin typeface="Aptos" panose="020B0004020202020204" pitchFamily="34" charset="0"/>
                        </a:rPr>
                        <a:t>ASGI</a:t>
                      </a:r>
                      <a:r>
                        <a:rPr lang="en-IN" sz="2400" dirty="0">
                          <a:effectLst/>
                          <a:latin typeface="Aptos" panose="020B0004020202020204" pitchFamily="34" charset="0"/>
                        </a:rPr>
                        <a:t> (great for modern, real-time applications)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6107461"/>
                  </a:ext>
                </a:extLst>
              </a:tr>
              <a:tr h="759153"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400" b="1" dirty="0">
                          <a:effectLst/>
                          <a:latin typeface="Aptos" panose="020B0004020202020204" pitchFamily="34" charset="0"/>
                        </a:rPr>
                        <a:t>Fast</a:t>
                      </a:r>
                      <a:endParaRPr lang="en-IN" sz="2400" b="1" dirty="0"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400" dirty="0">
                          <a:effectLst/>
                          <a:latin typeface="Aptos" panose="020B0004020202020204" pitchFamily="34" charset="0"/>
                        </a:rPr>
                        <a:t>Designed for performance — handles thousands of requests </a:t>
                      </a:r>
                      <a:r>
                        <a:rPr lang="en-IN" sz="24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ptos" panose="020B0004020202020204" pitchFamily="34" charset="0"/>
                        </a:rPr>
                        <a:t>concurrently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4264430"/>
                  </a:ext>
                </a:extLst>
              </a:tr>
              <a:tr h="462093"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400" b="1" dirty="0">
                          <a:effectLst/>
                          <a:latin typeface="Aptos" panose="020B0004020202020204" pitchFamily="34" charset="0"/>
                        </a:rPr>
                        <a:t>Modular</a:t>
                      </a:r>
                      <a:endParaRPr lang="en-IN" sz="2400" b="1" dirty="0"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400" b="1" dirty="0">
                          <a:effectLst/>
                          <a:latin typeface="Aptos" panose="020B0004020202020204" pitchFamily="34" charset="0"/>
                        </a:rPr>
                        <a:t>Minimalistic</a:t>
                      </a:r>
                      <a:r>
                        <a:rPr lang="en-IN" sz="2400" dirty="0">
                          <a:effectLst/>
                          <a:latin typeface="Aptos" panose="020B0004020202020204" pitchFamily="34" charset="0"/>
                        </a:rPr>
                        <a:t>; lets you plug in only the components you need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8777123"/>
                  </a:ext>
                </a:extLst>
              </a:tr>
              <a:tr h="462093"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400" b="1" dirty="0" err="1">
                          <a:effectLst/>
                          <a:latin typeface="Aptos" panose="020B0004020202020204" pitchFamily="34" charset="0"/>
                        </a:rPr>
                        <a:t>WebSockets</a:t>
                      </a:r>
                      <a:endParaRPr lang="en-IN" sz="2400" b="1" dirty="0"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400" dirty="0">
                          <a:effectLst/>
                          <a:latin typeface="Aptos" panose="020B0004020202020204" pitchFamily="34" charset="0"/>
                        </a:rPr>
                        <a:t>Supports both HTTP and </a:t>
                      </a:r>
                      <a:r>
                        <a:rPr lang="en-IN" sz="2400" dirty="0" err="1">
                          <a:effectLst/>
                          <a:latin typeface="Aptos" panose="020B0004020202020204" pitchFamily="34" charset="0"/>
                        </a:rPr>
                        <a:t>WebSockets</a:t>
                      </a:r>
                      <a:r>
                        <a:rPr lang="en-IN" sz="2400" dirty="0">
                          <a:effectLst/>
                          <a:latin typeface="Aptos" panose="020B0004020202020204" pitchFamily="34" charset="0"/>
                        </a:rPr>
                        <a:t> out of the box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2848653"/>
                  </a:ext>
                </a:extLst>
              </a:tr>
              <a:tr h="462093"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400" dirty="0">
                          <a:effectLst/>
                          <a:latin typeface="Aptos" panose="020B0004020202020204" pitchFamily="34" charset="0"/>
                        </a:rPr>
                        <a:t>Testing utilities</a:t>
                      </a:r>
                      <a:endParaRPr lang="en-IN" sz="2400" dirty="0"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400" dirty="0">
                          <a:effectLst/>
                          <a:latin typeface="Aptos" panose="020B0004020202020204" pitchFamily="34" charset="0"/>
                        </a:rPr>
                        <a:t>Comes with built-in test clients for easy unit testing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2672878"/>
                  </a:ext>
                </a:extLst>
              </a:tr>
              <a:tr h="759153"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400" dirty="0">
                          <a:effectLst/>
                          <a:latin typeface="Aptos" panose="020B0004020202020204" pitchFamily="34" charset="0"/>
                        </a:rPr>
                        <a:t>Session &amp; CORS</a:t>
                      </a:r>
                      <a:endParaRPr lang="en-IN" sz="2400" dirty="0"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400" dirty="0">
                          <a:effectLst/>
                          <a:latin typeface="Aptos" panose="020B0004020202020204" pitchFamily="34" charset="0"/>
                        </a:rPr>
                        <a:t>Middleware support for sessions, CORS, </a:t>
                      </a:r>
                      <a:r>
                        <a:rPr lang="en-IN" sz="2400" dirty="0" err="1">
                          <a:effectLst/>
                          <a:latin typeface="Aptos" panose="020B0004020202020204" pitchFamily="34" charset="0"/>
                        </a:rPr>
                        <a:t>GZip</a:t>
                      </a:r>
                      <a:r>
                        <a:rPr lang="en-IN" sz="2400" dirty="0">
                          <a:effectLst/>
                          <a:latin typeface="Aptos" panose="020B0004020202020204" pitchFamily="34" charset="0"/>
                        </a:rPr>
                        <a:t>, etc.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7356583"/>
                  </a:ext>
                </a:extLst>
              </a:tr>
              <a:tr h="462093"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400" dirty="0">
                          <a:effectLst/>
                          <a:latin typeface="Aptos" panose="020B0004020202020204" pitchFamily="34" charset="0"/>
                        </a:rPr>
                        <a:t>Routing</a:t>
                      </a:r>
                      <a:endParaRPr lang="en-IN" sz="2400" dirty="0"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400" dirty="0">
                          <a:effectLst/>
                          <a:latin typeface="Aptos" panose="020B0004020202020204" pitchFamily="34" charset="0"/>
                        </a:rPr>
                        <a:t>Powerful </a:t>
                      </a:r>
                      <a:r>
                        <a:rPr lang="en-IN" sz="24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ptos" panose="020B0004020202020204" pitchFamily="34" charset="0"/>
                        </a:rPr>
                        <a:t>URL routing </a:t>
                      </a:r>
                      <a:r>
                        <a:rPr lang="en-IN" sz="2400" dirty="0">
                          <a:effectLst/>
                          <a:latin typeface="Aptos" panose="020B0004020202020204" pitchFamily="34" charset="0"/>
                        </a:rPr>
                        <a:t>with path parameters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0569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87965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6167AE-7237-1501-0FFA-D149ED22C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52E05-8987-2F81-7612-D5735E1E5A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8596" y="478465"/>
            <a:ext cx="4910283" cy="587980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/>
              <a:t>Example: Minimal Starlette App</a:t>
            </a:r>
            <a:endParaRPr lang="en-IN" sz="2400" dirty="0"/>
          </a:p>
          <a:p>
            <a:pPr marL="0" indent="0">
              <a:buNone/>
            </a:pPr>
            <a:r>
              <a:rPr lang="en-IN" sz="2400" b="1" dirty="0"/>
              <a:t>   Install </a:t>
            </a:r>
            <a:r>
              <a:rPr lang="en-IN" sz="2400" b="1" dirty="0" err="1"/>
              <a:t>starlette</a:t>
            </a:r>
            <a:r>
              <a:rPr lang="en-IN" sz="2400" b="1" dirty="0"/>
              <a:t>:</a:t>
            </a:r>
          </a:p>
          <a:p>
            <a:pPr marL="0" indent="0">
              <a:buNone/>
            </a:pPr>
            <a:r>
              <a:rPr lang="en-US" sz="2400" dirty="0"/>
              <a:t>So with only Starlette, we can work one level closer to the </a:t>
            </a:r>
            <a:r>
              <a:rPr lang="en-US" sz="2400" b="1" dirty="0">
                <a:solidFill>
                  <a:srgbClr val="C00000"/>
                </a:solidFill>
              </a:rPr>
              <a:t>ASGI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C00000"/>
                </a:solidFill>
              </a:rPr>
              <a:t>layer</a:t>
            </a:r>
            <a:r>
              <a:rPr lang="en-US" sz="2400" dirty="0"/>
              <a:t>.</a:t>
            </a:r>
            <a:endParaRPr lang="en-IN" sz="2400" b="1" dirty="0"/>
          </a:p>
          <a:p>
            <a:pPr marL="0" indent="0">
              <a:buNone/>
            </a:pPr>
            <a:endParaRPr lang="en-IN" sz="2400" b="1" dirty="0"/>
          </a:p>
          <a:p>
            <a:pPr marL="0" indent="0">
              <a:buNone/>
            </a:pPr>
            <a:endParaRPr lang="en-IN" sz="2400" b="1" dirty="0"/>
          </a:p>
          <a:p>
            <a:endParaRPr lang="en-IN" b="1" dirty="0"/>
          </a:p>
          <a:p>
            <a:r>
              <a:rPr lang="en-IN" b="1" dirty="0"/>
              <a:t>Create the Application</a:t>
            </a:r>
          </a:p>
          <a:p>
            <a:endParaRPr lang="en-IN" b="1" dirty="0"/>
          </a:p>
          <a:p>
            <a:r>
              <a:rPr lang="en-IN" b="1" dirty="0"/>
              <a:t>Run the Application:</a:t>
            </a:r>
          </a:p>
          <a:p>
            <a:endParaRPr lang="en-IN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E85A4E-E421-7EB0-BD3B-4BAA414916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8879" y="1300491"/>
            <a:ext cx="6650851" cy="425701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A73F1BB-014A-CFE5-82FA-CA902ABBA6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855" y="2373662"/>
            <a:ext cx="3748532" cy="64851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BC4B985-E39E-CFC5-85FD-5A82AB1602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348" y="5049840"/>
            <a:ext cx="4657143" cy="6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24884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1D273-DF16-4AFF-E2F5-EE6DBD498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A9CE93-3A3D-865C-0E4B-F1D4DB28BE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584791"/>
            <a:ext cx="10659110" cy="5773479"/>
          </a:xfrm>
        </p:spPr>
        <p:txBody>
          <a:bodyPr>
            <a:normAutofit/>
          </a:bodyPr>
          <a:lstStyle/>
          <a:p>
            <a:pPr marL="0" indent="0" fontAlgn="ctr">
              <a:buNone/>
            </a:pPr>
            <a:r>
              <a:rPr lang="en-IN" sz="2800" b="1" dirty="0"/>
              <a:t>Starlette vs </a:t>
            </a:r>
            <a:r>
              <a:rPr lang="en-IN" sz="2800" b="1" dirty="0" err="1"/>
              <a:t>FastAPI</a:t>
            </a:r>
            <a:endParaRPr lang="en-IN" sz="2800" b="1" dirty="0"/>
          </a:p>
          <a:p>
            <a:pPr marL="0" indent="0" fontAlgn="ctr">
              <a:buNone/>
            </a:pPr>
            <a:endParaRPr lang="en-IN" sz="2800" b="1" dirty="0"/>
          </a:p>
          <a:p>
            <a:pPr marL="0" indent="0" fontAlgn="ctr">
              <a:buNone/>
            </a:pPr>
            <a:endParaRPr lang="en-IN" sz="2800" b="1" dirty="0"/>
          </a:p>
          <a:p>
            <a:pPr marL="0" indent="0" fontAlgn="ctr">
              <a:buNone/>
            </a:pPr>
            <a:endParaRPr lang="en-IN" sz="2800" b="1" dirty="0"/>
          </a:p>
          <a:p>
            <a:pPr marL="0" indent="0" fontAlgn="ctr">
              <a:buNone/>
            </a:pPr>
            <a:endParaRPr lang="en-IN" sz="2800" b="1" dirty="0"/>
          </a:p>
          <a:p>
            <a:pPr marL="0" indent="0" fontAlgn="ctr">
              <a:buNone/>
            </a:pPr>
            <a:endParaRPr lang="en-IN" sz="2800" b="1" dirty="0"/>
          </a:p>
          <a:p>
            <a:pPr marL="0" indent="0" fontAlgn="ctr">
              <a:buNone/>
            </a:pPr>
            <a:endParaRPr lang="en-IN" sz="2800" b="1" dirty="0"/>
          </a:p>
          <a:p>
            <a:pPr marL="0" indent="0" fontAlgn="ctr">
              <a:buNone/>
            </a:pPr>
            <a:endParaRPr lang="en-IN" sz="2800" b="1" dirty="0"/>
          </a:p>
          <a:p>
            <a:pPr marL="0" indent="0" fontAlgn="ctr">
              <a:buNone/>
            </a:pPr>
            <a:endParaRPr lang="en-IN" sz="2800" b="1" dirty="0"/>
          </a:p>
          <a:p>
            <a:pPr marL="0" indent="0" fontAlgn="ctr">
              <a:buNone/>
            </a:pPr>
            <a:endParaRPr lang="en-IN" sz="2800" b="1" dirty="0"/>
          </a:p>
          <a:p>
            <a:pPr marL="0" indent="0" fontAlgn="ctr">
              <a:buNone/>
            </a:pPr>
            <a:r>
              <a:rPr lang="en-IN" b="1" dirty="0"/>
              <a:t>Note: Use Starlette</a:t>
            </a:r>
            <a:r>
              <a:rPr lang="en-IN" dirty="0"/>
              <a:t> if you want to build a web service or API </a:t>
            </a:r>
            <a:r>
              <a:rPr lang="en-IN" b="1" dirty="0"/>
              <a:t>from scratch</a:t>
            </a:r>
            <a:r>
              <a:rPr lang="en-IN" dirty="0"/>
              <a:t>, and </a:t>
            </a:r>
            <a:r>
              <a:rPr lang="en-IN" b="1" dirty="0" err="1"/>
              <a:t>FastAPI</a:t>
            </a:r>
            <a:r>
              <a:rPr lang="en-IN" dirty="0"/>
              <a:t> if you want </a:t>
            </a:r>
            <a:r>
              <a:rPr lang="en-IN" b="1" dirty="0"/>
              <a:t>auto validation</a:t>
            </a:r>
            <a:r>
              <a:rPr lang="en-IN" dirty="0"/>
              <a:t>, </a:t>
            </a:r>
            <a:r>
              <a:rPr lang="en-IN" b="1" dirty="0" err="1"/>
              <a:t>OpenAPI</a:t>
            </a:r>
            <a:r>
              <a:rPr lang="en-IN" b="1" dirty="0"/>
              <a:t> docs</a:t>
            </a:r>
            <a:r>
              <a:rPr lang="en-IN" dirty="0"/>
              <a:t>, and </a:t>
            </a:r>
            <a:r>
              <a:rPr lang="en-IN" b="1" dirty="0"/>
              <a:t>ease of use</a:t>
            </a:r>
            <a:r>
              <a:rPr lang="en-IN" dirty="0"/>
              <a:t>.</a:t>
            </a:r>
            <a:endParaRPr lang="en-IN" sz="32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EB75D1B-0C86-10C8-FD52-4AEDCA2F2A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3157635"/>
              </p:ext>
            </p:extLst>
          </p:nvPr>
        </p:nvGraphicFramePr>
        <p:xfrm>
          <a:off x="901647" y="1185531"/>
          <a:ext cx="10659110" cy="4311502"/>
        </p:xfrm>
        <a:graphic>
          <a:graphicData uri="http://schemas.openxmlformats.org/drawingml/2006/table">
            <a:tbl>
              <a:tblPr/>
              <a:tblGrid>
                <a:gridCol w="1844115">
                  <a:extLst>
                    <a:ext uri="{9D8B030D-6E8A-4147-A177-3AD203B41FA5}">
                      <a16:colId xmlns:a16="http://schemas.microsoft.com/office/drawing/2014/main" val="2777878364"/>
                    </a:ext>
                  </a:extLst>
                </a:gridCol>
                <a:gridCol w="4417038">
                  <a:extLst>
                    <a:ext uri="{9D8B030D-6E8A-4147-A177-3AD203B41FA5}">
                      <a16:colId xmlns:a16="http://schemas.microsoft.com/office/drawing/2014/main" val="90608818"/>
                    </a:ext>
                  </a:extLst>
                </a:gridCol>
                <a:gridCol w="4397957">
                  <a:extLst>
                    <a:ext uri="{9D8B030D-6E8A-4147-A177-3AD203B41FA5}">
                      <a16:colId xmlns:a16="http://schemas.microsoft.com/office/drawing/2014/main" val="653716143"/>
                    </a:ext>
                  </a:extLst>
                </a:gridCol>
              </a:tblGrid>
              <a:tr h="525226"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400" b="1" dirty="0">
                          <a:effectLst/>
                          <a:latin typeface="Aptos" panose="020B0004020202020204" pitchFamily="34" charset="0"/>
                        </a:rPr>
                        <a:t>Aspect</a:t>
                      </a:r>
                      <a:endParaRPr lang="en-IN" sz="2400" dirty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400" b="1" dirty="0">
                          <a:effectLst/>
                          <a:latin typeface="Aptos" panose="020B0004020202020204" pitchFamily="34" charset="0"/>
                        </a:rPr>
                        <a:t>Starlette</a:t>
                      </a:r>
                      <a:endParaRPr lang="en-IN" sz="2400" dirty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400" b="1" dirty="0" err="1">
                          <a:effectLst/>
                          <a:latin typeface="Aptos" panose="020B0004020202020204" pitchFamily="34" charset="0"/>
                        </a:rPr>
                        <a:t>FastAPI</a:t>
                      </a:r>
                      <a:endParaRPr lang="en-IN" sz="2400" dirty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8497904"/>
                  </a:ext>
                </a:extLst>
              </a:tr>
              <a:tr h="946569"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400" dirty="0">
                          <a:effectLst/>
                          <a:latin typeface="Aptos" panose="020B0004020202020204" pitchFamily="34" charset="0"/>
                        </a:rPr>
                        <a:t>Type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400" b="1" dirty="0">
                          <a:solidFill>
                            <a:srgbClr val="C00000"/>
                          </a:solidFill>
                          <a:effectLst/>
                          <a:latin typeface="Aptos" panose="020B0004020202020204" pitchFamily="34" charset="0"/>
                        </a:rPr>
                        <a:t>Micro</a:t>
                      </a:r>
                      <a:r>
                        <a:rPr lang="en-IN" sz="2400" dirty="0">
                          <a:effectLst/>
                          <a:latin typeface="Aptos" panose="020B0004020202020204" pitchFamily="34" charset="0"/>
                        </a:rPr>
                        <a:t> </a:t>
                      </a:r>
                      <a:r>
                        <a:rPr lang="en-IN" sz="2400" b="1" dirty="0">
                          <a:effectLst/>
                          <a:latin typeface="Aptos" panose="020B0004020202020204" pitchFamily="34" charset="0"/>
                        </a:rPr>
                        <a:t>web</a:t>
                      </a:r>
                      <a:r>
                        <a:rPr lang="en-IN" sz="2400" dirty="0">
                          <a:effectLst/>
                          <a:latin typeface="Aptos" panose="020B0004020202020204" pitchFamily="34" charset="0"/>
                        </a:rPr>
                        <a:t> </a:t>
                      </a:r>
                      <a:r>
                        <a:rPr lang="en-IN" sz="2400" b="1" dirty="0">
                          <a:effectLst/>
                          <a:latin typeface="Aptos" panose="020B0004020202020204" pitchFamily="34" charset="0"/>
                        </a:rPr>
                        <a:t>framework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400" dirty="0">
                          <a:effectLst/>
                          <a:latin typeface="Aptos" panose="020B0004020202020204" pitchFamily="34" charset="0"/>
                        </a:rPr>
                        <a:t>API framework </a:t>
                      </a:r>
                      <a:r>
                        <a:rPr lang="en-IN" sz="2400" b="1" dirty="0">
                          <a:effectLst/>
                          <a:latin typeface="Aptos" panose="020B0004020202020204" pitchFamily="34" charset="0"/>
                        </a:rPr>
                        <a:t>built on </a:t>
                      </a:r>
                      <a:r>
                        <a:rPr lang="en-IN" sz="2400" b="1" dirty="0">
                          <a:solidFill>
                            <a:srgbClr val="C00000"/>
                          </a:solidFill>
                          <a:effectLst/>
                          <a:latin typeface="Aptos" panose="020B0004020202020204" pitchFamily="34" charset="0"/>
                        </a:rPr>
                        <a:t>Starlette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7462881"/>
                  </a:ext>
                </a:extLst>
              </a:tr>
              <a:tr h="946569"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400" dirty="0">
                          <a:effectLst/>
                          <a:latin typeface="Aptos" panose="020B0004020202020204" pitchFamily="34" charset="0"/>
                        </a:rPr>
                        <a:t>Input parsing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400" b="1" dirty="0">
                          <a:solidFill>
                            <a:srgbClr val="C00000"/>
                          </a:solidFill>
                          <a:effectLst/>
                          <a:latin typeface="Aptos" panose="020B0004020202020204" pitchFamily="34" charset="0"/>
                        </a:rPr>
                        <a:t>Manual</a:t>
                      </a:r>
                      <a:r>
                        <a:rPr lang="en-IN" sz="2400" dirty="0">
                          <a:effectLst/>
                          <a:latin typeface="Aptos" panose="020B0004020202020204" pitchFamily="34" charset="0"/>
                        </a:rPr>
                        <a:t> (you handle requests)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400" b="1" dirty="0">
                          <a:solidFill>
                            <a:srgbClr val="C00000"/>
                          </a:solidFill>
                          <a:effectLst/>
                          <a:latin typeface="Aptos" panose="020B0004020202020204" pitchFamily="34" charset="0"/>
                        </a:rPr>
                        <a:t>Automatic</a:t>
                      </a:r>
                      <a:r>
                        <a:rPr lang="en-IN" sz="2400" dirty="0">
                          <a:effectLst/>
                          <a:latin typeface="Aptos" panose="020B0004020202020204" pitchFamily="34" charset="0"/>
                        </a:rPr>
                        <a:t> (using </a:t>
                      </a:r>
                      <a:r>
                        <a:rPr lang="en-IN" sz="2400" b="1" dirty="0" err="1">
                          <a:effectLst/>
                          <a:latin typeface="Aptos" panose="020B0004020202020204" pitchFamily="34" charset="0"/>
                        </a:rPr>
                        <a:t>Pydantic</a:t>
                      </a:r>
                      <a:r>
                        <a:rPr lang="en-IN" sz="2400" dirty="0">
                          <a:effectLst/>
                          <a:latin typeface="Aptos" panose="020B0004020202020204" pitchFamily="34" charset="0"/>
                        </a:rPr>
                        <a:t>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3026657"/>
                  </a:ext>
                </a:extLst>
              </a:tr>
              <a:tr h="946569"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400" dirty="0">
                          <a:effectLst/>
                          <a:latin typeface="Aptos" panose="020B0004020202020204" pitchFamily="34" charset="0"/>
                        </a:rPr>
                        <a:t>Validation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400" b="1" dirty="0">
                          <a:solidFill>
                            <a:srgbClr val="C00000"/>
                          </a:solidFill>
                          <a:effectLst/>
                          <a:latin typeface="Aptos" panose="020B0004020202020204" pitchFamily="34" charset="0"/>
                        </a:rPr>
                        <a:t>Manual</a:t>
                      </a:r>
                      <a:r>
                        <a:rPr lang="en-IN" sz="2400" dirty="0">
                          <a:effectLst/>
                          <a:latin typeface="Aptos" panose="020B0004020202020204" pitchFamily="34" charset="0"/>
                        </a:rPr>
                        <a:t> (You write it yourself)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400" b="1" dirty="0">
                          <a:solidFill>
                            <a:srgbClr val="C00000"/>
                          </a:solidFill>
                          <a:effectLst/>
                          <a:latin typeface="Aptos" panose="020B0004020202020204" pitchFamily="34" charset="0"/>
                        </a:rPr>
                        <a:t>Built-in</a:t>
                      </a:r>
                      <a:r>
                        <a:rPr lang="en-IN" sz="2400" dirty="0">
                          <a:effectLst/>
                          <a:latin typeface="Aptos" panose="020B0004020202020204" pitchFamily="34" charset="0"/>
                        </a:rPr>
                        <a:t> validation with decorators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4567721"/>
                  </a:ext>
                </a:extLst>
              </a:tr>
              <a:tr h="946569"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400" dirty="0">
                          <a:effectLst/>
                          <a:latin typeface="Aptos" panose="020B0004020202020204" pitchFamily="34" charset="0"/>
                        </a:rPr>
                        <a:t>Use case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400" dirty="0">
                          <a:effectLst/>
                          <a:latin typeface="Aptos" panose="020B0004020202020204" pitchFamily="34" charset="0"/>
                        </a:rPr>
                        <a:t>Custom apps, </a:t>
                      </a:r>
                      <a:r>
                        <a:rPr lang="en-IN" sz="2400" dirty="0" err="1">
                          <a:effectLst/>
                          <a:latin typeface="Aptos" panose="020B0004020202020204" pitchFamily="34" charset="0"/>
                        </a:rPr>
                        <a:t>middlewares</a:t>
                      </a:r>
                      <a:r>
                        <a:rPr lang="en-IN" sz="2400" dirty="0">
                          <a:effectLst/>
                          <a:latin typeface="Aptos" panose="020B0004020202020204" pitchFamily="34" charset="0"/>
                        </a:rPr>
                        <a:t>, lower-level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400" b="1" dirty="0">
                          <a:solidFill>
                            <a:srgbClr val="C00000"/>
                          </a:solidFill>
                          <a:effectLst/>
                          <a:latin typeface="Aptos" panose="020B0004020202020204" pitchFamily="34" charset="0"/>
                        </a:rPr>
                        <a:t>High-level</a:t>
                      </a:r>
                      <a:r>
                        <a:rPr lang="en-IN" sz="2400" dirty="0">
                          <a:effectLst/>
                          <a:latin typeface="Aptos" panose="020B0004020202020204" pitchFamily="34" charset="0"/>
                        </a:rPr>
                        <a:t> </a:t>
                      </a:r>
                      <a:r>
                        <a:rPr lang="en-IN" sz="2400" b="1" dirty="0">
                          <a:solidFill>
                            <a:srgbClr val="C00000"/>
                          </a:solidFill>
                          <a:effectLst/>
                          <a:latin typeface="Aptos" panose="020B0004020202020204" pitchFamily="34" charset="0"/>
                        </a:rPr>
                        <a:t>APIs</a:t>
                      </a:r>
                      <a:r>
                        <a:rPr lang="en-IN" sz="2400" dirty="0">
                          <a:effectLst/>
                          <a:latin typeface="Aptos" panose="020B0004020202020204" pitchFamily="34" charset="0"/>
                        </a:rPr>
                        <a:t>, auto docs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94601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76738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CEA318-3649-9389-177C-2AD91CA92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18A087-D8B9-CD53-0370-BBC8E7C90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574158"/>
            <a:ext cx="10659110" cy="57841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800" b="1" dirty="0"/>
              <a:t>Relationship:</a:t>
            </a:r>
            <a:endParaRPr lang="en-IN" sz="2800" dirty="0"/>
          </a:p>
          <a:p>
            <a:pPr fontAlgn="ctr"/>
            <a:r>
              <a:rPr lang="en-IN" sz="2400" b="1" dirty="0"/>
              <a:t>Starlette</a:t>
            </a:r>
            <a:r>
              <a:rPr lang="en-IN" sz="2400" dirty="0"/>
              <a:t> handles the </a:t>
            </a:r>
            <a:r>
              <a:rPr lang="en-IN" sz="2400" b="1" dirty="0"/>
              <a:t>core web parts</a:t>
            </a:r>
            <a:r>
              <a:rPr lang="en-IN" sz="2400" dirty="0"/>
              <a:t>: </a:t>
            </a:r>
            <a:r>
              <a:rPr lang="en-IN" sz="2400" b="1" dirty="0">
                <a:solidFill>
                  <a:srgbClr val="C00000"/>
                </a:solidFill>
              </a:rPr>
              <a:t>routing</a:t>
            </a:r>
            <a:r>
              <a:rPr lang="en-IN" sz="2400" dirty="0"/>
              <a:t>, </a:t>
            </a:r>
            <a:r>
              <a:rPr lang="en-IN" sz="2400" b="1" dirty="0">
                <a:solidFill>
                  <a:srgbClr val="C00000"/>
                </a:solidFill>
              </a:rPr>
              <a:t>middleware</a:t>
            </a:r>
            <a:r>
              <a:rPr lang="en-IN" sz="2400" dirty="0"/>
              <a:t>, </a:t>
            </a:r>
            <a:r>
              <a:rPr lang="en-IN" sz="2400" b="1" dirty="0">
                <a:solidFill>
                  <a:srgbClr val="C00000"/>
                </a:solidFill>
              </a:rPr>
              <a:t>WebSocket</a:t>
            </a:r>
            <a:r>
              <a:rPr lang="en-IN" sz="2400" dirty="0"/>
              <a:t> </a:t>
            </a:r>
            <a:r>
              <a:rPr lang="en-IN" sz="2400" b="1" dirty="0">
                <a:solidFill>
                  <a:srgbClr val="C00000"/>
                </a:solidFill>
              </a:rPr>
              <a:t>support</a:t>
            </a:r>
            <a:r>
              <a:rPr lang="en-IN" sz="2400" dirty="0"/>
              <a:t>, </a:t>
            </a:r>
            <a:r>
              <a:rPr lang="en-IN" sz="2400" b="1" dirty="0">
                <a:solidFill>
                  <a:srgbClr val="C00000"/>
                </a:solidFill>
              </a:rPr>
              <a:t>ASGI</a:t>
            </a:r>
            <a:r>
              <a:rPr lang="en-IN" sz="2400" dirty="0"/>
              <a:t> </a:t>
            </a:r>
            <a:r>
              <a:rPr lang="en-IN" sz="2400" b="1" dirty="0">
                <a:solidFill>
                  <a:srgbClr val="C00000"/>
                </a:solidFill>
              </a:rPr>
              <a:t>interface</a:t>
            </a:r>
            <a:r>
              <a:rPr lang="en-IN" sz="2400" dirty="0"/>
              <a:t>.</a:t>
            </a:r>
            <a:endParaRPr lang="en-IN" sz="1800" dirty="0"/>
          </a:p>
          <a:p>
            <a:pPr fontAlgn="ctr"/>
            <a:r>
              <a:rPr lang="en-IN" sz="2400" b="1" dirty="0" err="1"/>
              <a:t>FastAPI</a:t>
            </a:r>
            <a:r>
              <a:rPr lang="en-IN" sz="2400" dirty="0"/>
              <a:t> adds </a:t>
            </a:r>
            <a:r>
              <a:rPr lang="en-IN" sz="2400" b="1" dirty="0"/>
              <a:t>features on top</a:t>
            </a:r>
            <a:r>
              <a:rPr lang="en-IN" sz="2400" dirty="0"/>
              <a:t> of Starlette:</a:t>
            </a:r>
            <a:endParaRPr lang="en-IN" sz="1800" dirty="0"/>
          </a:p>
          <a:p>
            <a:pPr lvl="1" fontAlgn="ctr"/>
            <a:r>
              <a:rPr lang="en-IN" sz="2400" dirty="0"/>
              <a:t>Request validation using </a:t>
            </a:r>
            <a:r>
              <a:rPr lang="en-IN" sz="2400" b="1" dirty="0" err="1">
                <a:solidFill>
                  <a:srgbClr val="C00000"/>
                </a:solidFill>
              </a:rPr>
              <a:t>Pydantic</a:t>
            </a:r>
            <a:endParaRPr lang="en-IN" dirty="0">
              <a:solidFill>
                <a:srgbClr val="C00000"/>
              </a:solidFill>
            </a:endParaRPr>
          </a:p>
          <a:p>
            <a:pPr lvl="1" fontAlgn="ctr"/>
            <a:r>
              <a:rPr lang="en-IN" sz="2400" dirty="0"/>
              <a:t>Automatic </a:t>
            </a:r>
            <a:r>
              <a:rPr lang="en-IN" sz="2400" b="1" dirty="0" err="1">
                <a:solidFill>
                  <a:srgbClr val="C00000"/>
                </a:solidFill>
              </a:rPr>
              <a:t>OpenAPI</a:t>
            </a:r>
            <a:r>
              <a:rPr lang="en-IN" sz="2400" dirty="0"/>
              <a:t> docs</a:t>
            </a:r>
            <a:endParaRPr lang="en-IN" dirty="0"/>
          </a:p>
          <a:p>
            <a:pPr lvl="1" fontAlgn="ctr"/>
            <a:r>
              <a:rPr lang="en-IN" sz="2400" dirty="0"/>
              <a:t>Easy </a:t>
            </a:r>
            <a:r>
              <a:rPr lang="en-IN" sz="2400" b="1" dirty="0">
                <a:solidFill>
                  <a:srgbClr val="C00000"/>
                </a:solidFill>
              </a:rPr>
              <a:t>dependency</a:t>
            </a:r>
            <a:r>
              <a:rPr lang="en-IN" sz="2400" b="1" dirty="0"/>
              <a:t> </a:t>
            </a:r>
            <a:r>
              <a:rPr lang="en-IN" sz="2400" b="1" dirty="0">
                <a:solidFill>
                  <a:srgbClr val="C00000"/>
                </a:solidFill>
              </a:rPr>
              <a:t>injection</a:t>
            </a:r>
            <a:endParaRPr lang="en-IN" dirty="0">
              <a:solidFill>
                <a:srgbClr val="C00000"/>
              </a:solidFill>
            </a:endParaRPr>
          </a:p>
          <a:p>
            <a:pPr lvl="1" fontAlgn="ctr"/>
            <a:r>
              <a:rPr lang="en-IN" sz="2400" dirty="0"/>
              <a:t>Declarative, high-level routing</a:t>
            </a:r>
            <a:endParaRPr lang="en-IN" dirty="0"/>
          </a:p>
          <a:p>
            <a:r>
              <a:rPr lang="en-IN" sz="2400" b="1" dirty="0"/>
              <a:t>You’ll Often See This in </a:t>
            </a:r>
            <a:r>
              <a:rPr lang="en-IN" sz="2400" b="1" dirty="0" err="1"/>
              <a:t>FastAPI</a:t>
            </a:r>
            <a:r>
              <a:rPr lang="en-IN" sz="2400" b="1" dirty="0"/>
              <a:t> Projects:</a:t>
            </a:r>
            <a:endParaRPr lang="en-IN" sz="2400" dirty="0"/>
          </a:p>
          <a:p>
            <a:pPr marL="0" indent="0" fontAlgn="ctr">
              <a:buNone/>
            </a:pPr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94FE20-FF05-F374-DAC8-279C5127E8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1777" y="4424216"/>
            <a:ext cx="6026195" cy="1815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2416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B7969-2464-0C61-34C5-D46F853BC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1B932D-AE4A-705B-E61D-3149560CCF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574158"/>
            <a:ext cx="10659110" cy="57841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/>
              <a:t>🏗️ </a:t>
            </a:r>
            <a:r>
              <a:rPr lang="en-IN" sz="2800" b="1" dirty="0" err="1"/>
              <a:t>FastAPI</a:t>
            </a:r>
            <a:r>
              <a:rPr lang="en-IN" sz="2400" b="1" dirty="0"/>
              <a:t> </a:t>
            </a:r>
            <a:r>
              <a:rPr lang="en-IN" sz="3200" b="1" dirty="0"/>
              <a:t>Architecture</a:t>
            </a:r>
            <a:r>
              <a:rPr lang="en-IN" sz="2400" b="1" dirty="0"/>
              <a:t> </a:t>
            </a:r>
            <a:r>
              <a:rPr lang="en-IN" sz="2800" b="1" dirty="0"/>
              <a:t>Overview</a:t>
            </a:r>
            <a:endParaRPr lang="en-IN" sz="2400" dirty="0"/>
          </a:p>
          <a:p>
            <a:pPr marL="0" indent="0">
              <a:buNone/>
            </a:pPr>
            <a:r>
              <a:rPr lang="en-IN" sz="2400" dirty="0" err="1"/>
              <a:t>FastAPI</a:t>
            </a:r>
            <a:r>
              <a:rPr lang="en-IN" sz="2400" dirty="0"/>
              <a:t> is </a:t>
            </a:r>
            <a:r>
              <a:rPr lang="en-IN" sz="2400" b="1" dirty="0">
                <a:solidFill>
                  <a:srgbClr val="C00000"/>
                </a:solidFill>
              </a:rPr>
              <a:t>built on top of </a:t>
            </a:r>
            <a:r>
              <a:rPr lang="en-IN" sz="2800" b="1" dirty="0">
                <a:solidFill>
                  <a:schemeClr val="accent2">
                    <a:lumMod val="75000"/>
                  </a:schemeClr>
                </a:solidFill>
              </a:rPr>
              <a:t>Starlette</a:t>
            </a:r>
            <a:r>
              <a:rPr lang="en-IN" sz="2400" dirty="0"/>
              <a:t> (for the web server) and </a:t>
            </a:r>
            <a:r>
              <a:rPr lang="en-IN" sz="2800" b="1" dirty="0" err="1">
                <a:solidFill>
                  <a:schemeClr val="accent2">
                    <a:lumMod val="75000"/>
                  </a:schemeClr>
                </a:solidFill>
              </a:rPr>
              <a:t>Pydantic</a:t>
            </a:r>
            <a:r>
              <a:rPr lang="en-IN" sz="2400" dirty="0"/>
              <a:t> (for data validation). It’s designed to be </a:t>
            </a:r>
            <a:r>
              <a:rPr lang="en-IN" sz="2400" b="1" dirty="0"/>
              <a:t>fast</a:t>
            </a:r>
            <a:r>
              <a:rPr lang="en-IN" sz="2400" dirty="0"/>
              <a:t>, </a:t>
            </a:r>
            <a:r>
              <a:rPr lang="en-IN" sz="2400" b="1" dirty="0"/>
              <a:t>scalable</a:t>
            </a:r>
            <a:r>
              <a:rPr lang="en-IN" sz="2400" dirty="0"/>
              <a:t>, and </a:t>
            </a:r>
            <a:r>
              <a:rPr lang="en-IN" sz="2400" b="1" dirty="0"/>
              <a:t>easy</a:t>
            </a:r>
            <a:r>
              <a:rPr lang="en-IN" sz="2400" dirty="0"/>
              <a:t> to use with modern Python async features.</a:t>
            </a:r>
          </a:p>
          <a:p>
            <a:pPr marL="0" indent="0">
              <a:buNone/>
            </a:pPr>
            <a:endParaRPr lang="en-IN" sz="800" dirty="0"/>
          </a:p>
          <a:p>
            <a:pPr marL="0" indent="0">
              <a:buNone/>
            </a:pPr>
            <a:r>
              <a:rPr lang="en-IN" sz="2800" b="1" dirty="0"/>
              <a:t>Underlying Tech Stack:</a:t>
            </a:r>
            <a:endParaRPr lang="en-IN" sz="2800" dirty="0"/>
          </a:p>
          <a:p>
            <a:pPr marL="0" indent="0" fontAlgn="ctr">
              <a:buNone/>
            </a:pPr>
            <a:endParaRPr lang="en-IN" sz="28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A8DAE52-8760-31C3-6C68-3A99CCC527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5365994"/>
              </p:ext>
            </p:extLst>
          </p:nvPr>
        </p:nvGraphicFramePr>
        <p:xfrm>
          <a:off x="1279862" y="3067299"/>
          <a:ext cx="9246623" cy="3034368"/>
        </p:xfrm>
        <a:graphic>
          <a:graphicData uri="http://schemas.openxmlformats.org/drawingml/2006/table">
            <a:tbl>
              <a:tblPr/>
              <a:tblGrid>
                <a:gridCol w="2421281">
                  <a:extLst>
                    <a:ext uri="{9D8B030D-6E8A-4147-A177-3AD203B41FA5}">
                      <a16:colId xmlns:a16="http://schemas.microsoft.com/office/drawing/2014/main" val="729142267"/>
                    </a:ext>
                  </a:extLst>
                </a:gridCol>
                <a:gridCol w="6825342">
                  <a:extLst>
                    <a:ext uri="{9D8B030D-6E8A-4147-A177-3AD203B41FA5}">
                      <a16:colId xmlns:a16="http://schemas.microsoft.com/office/drawing/2014/main" val="3081727131"/>
                    </a:ext>
                  </a:extLst>
                </a:gridCol>
              </a:tblGrid>
              <a:tr h="453164"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400" b="1">
                          <a:effectLst/>
                          <a:latin typeface="Aptos" panose="020B0004020202020204" pitchFamily="34" charset="0"/>
                        </a:rPr>
                        <a:t>Layer</a:t>
                      </a:r>
                      <a:endParaRPr lang="en-IN" sz="24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400" b="1">
                          <a:effectLst/>
                          <a:latin typeface="Aptos" panose="020B0004020202020204" pitchFamily="34" charset="0"/>
                        </a:rPr>
                        <a:t>Component</a:t>
                      </a:r>
                      <a:endParaRPr lang="en-IN" sz="24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7513530"/>
                  </a:ext>
                </a:extLst>
              </a:tr>
              <a:tr h="697568"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400" dirty="0">
                          <a:effectLst/>
                          <a:latin typeface="Aptos" panose="020B0004020202020204" pitchFamily="34" charset="0"/>
                        </a:rPr>
                        <a:t>Web server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400" b="1" dirty="0" err="1">
                          <a:effectLst/>
                          <a:latin typeface="Aptos" panose="020B0004020202020204" pitchFamily="34" charset="0"/>
                        </a:rPr>
                        <a:t>Uvicorn</a:t>
                      </a:r>
                      <a:r>
                        <a:rPr lang="en-IN" sz="2400" dirty="0">
                          <a:effectLst/>
                          <a:latin typeface="Aptos" panose="020B0004020202020204" pitchFamily="34" charset="0"/>
                        </a:rPr>
                        <a:t> / </a:t>
                      </a:r>
                      <a:r>
                        <a:rPr lang="en-IN" sz="2400" b="1" dirty="0" err="1">
                          <a:effectLst/>
                          <a:latin typeface="Aptos" panose="020B0004020202020204" pitchFamily="34" charset="0"/>
                        </a:rPr>
                        <a:t>Hypercorn</a:t>
                      </a:r>
                      <a:r>
                        <a:rPr lang="en-IN" sz="2400" dirty="0">
                          <a:effectLst/>
                          <a:latin typeface="Aptos" panose="020B0004020202020204" pitchFamily="34" charset="0"/>
                        </a:rPr>
                        <a:t> (ASGI servers)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489909"/>
                  </a:ext>
                </a:extLst>
              </a:tr>
              <a:tr h="453164"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400" dirty="0">
                          <a:effectLst/>
                          <a:latin typeface="Aptos" panose="020B0004020202020204" pitchFamily="34" charset="0"/>
                        </a:rPr>
                        <a:t>ASGI framework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400" b="1" dirty="0">
                          <a:effectLst/>
                          <a:latin typeface="Aptos" panose="020B0004020202020204" pitchFamily="34" charset="0"/>
                        </a:rPr>
                        <a:t>Starlette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3469695"/>
                  </a:ext>
                </a:extLst>
              </a:tr>
              <a:tr h="453164"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400" dirty="0">
                          <a:effectLst/>
                          <a:latin typeface="Aptos" panose="020B0004020202020204" pitchFamily="34" charset="0"/>
                        </a:rPr>
                        <a:t>Data validation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400" b="1" dirty="0" err="1">
                          <a:effectLst/>
                          <a:latin typeface="Aptos" panose="020B0004020202020204" pitchFamily="34" charset="0"/>
                        </a:rPr>
                        <a:t>Pydantic</a:t>
                      </a:r>
                      <a:endParaRPr lang="en-IN" sz="2400" b="1" dirty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0615518"/>
                  </a:ext>
                </a:extLst>
              </a:tr>
              <a:tr h="453164"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400" dirty="0">
                          <a:effectLst/>
                          <a:latin typeface="Aptos" panose="020B0004020202020204" pitchFamily="34" charset="0"/>
                        </a:rPr>
                        <a:t>Core framework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400" b="1" dirty="0" err="1">
                          <a:effectLst/>
                          <a:latin typeface="Aptos" panose="020B0004020202020204" pitchFamily="34" charset="0"/>
                        </a:rPr>
                        <a:t>FastAPI</a:t>
                      </a:r>
                      <a:endParaRPr lang="en-IN" sz="2400" b="1" dirty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8070477"/>
                  </a:ext>
                </a:extLst>
              </a:tr>
              <a:tr h="453164"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400" dirty="0">
                          <a:effectLst/>
                          <a:latin typeface="Aptos" panose="020B0004020202020204" pitchFamily="34" charset="0"/>
                        </a:rPr>
                        <a:t>Developer tools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400" b="1" dirty="0">
                          <a:effectLst/>
                          <a:latin typeface="Aptos" panose="020B0004020202020204" pitchFamily="34" charset="0"/>
                        </a:rPr>
                        <a:t>Swagger </a:t>
                      </a:r>
                      <a:r>
                        <a:rPr lang="en-IN" sz="2400" b="0" dirty="0">
                          <a:effectLst/>
                          <a:latin typeface="Aptos" panose="020B0004020202020204" pitchFamily="34" charset="0"/>
                        </a:rPr>
                        <a:t>Docs</a:t>
                      </a:r>
                      <a:r>
                        <a:rPr lang="en-IN" sz="2400" dirty="0">
                          <a:effectLst/>
                          <a:latin typeface="Aptos" panose="020B0004020202020204" pitchFamily="34" charset="0"/>
                        </a:rPr>
                        <a:t> (</a:t>
                      </a:r>
                      <a:r>
                        <a:rPr lang="en-IN" sz="2400" dirty="0" err="1">
                          <a:effectLst/>
                          <a:latin typeface="Aptos" panose="020B0004020202020204" pitchFamily="34" charset="0"/>
                        </a:rPr>
                        <a:t>OpenAPI</a:t>
                      </a:r>
                      <a:r>
                        <a:rPr lang="en-IN" sz="2400" dirty="0">
                          <a:effectLst/>
                          <a:latin typeface="Aptos" panose="020B0004020202020204" pitchFamily="34" charset="0"/>
                        </a:rPr>
                        <a:t>), </a:t>
                      </a:r>
                      <a:r>
                        <a:rPr lang="en-IN" sz="2400" dirty="0" err="1">
                          <a:effectLst/>
                          <a:latin typeface="Aptos" panose="020B0004020202020204" pitchFamily="34" charset="0"/>
                        </a:rPr>
                        <a:t>ReDoc</a:t>
                      </a:r>
                      <a:endParaRPr lang="en-IN" sz="2400" dirty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36216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66300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FC0CA-9B0D-B3E5-3E65-2A8C494AC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67ED19-3627-CA0D-83E7-77F1DA251C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574158"/>
            <a:ext cx="10659110" cy="57841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800" b="1" dirty="0"/>
              <a:t>Request-Handling Lifecycle in </a:t>
            </a:r>
            <a:r>
              <a:rPr lang="en-IN" sz="2800" b="1" dirty="0" err="1"/>
              <a:t>FastAPI</a:t>
            </a:r>
            <a:endParaRPr lang="en-IN" sz="2800" dirty="0"/>
          </a:p>
          <a:p>
            <a:pPr marL="0" indent="0">
              <a:buNone/>
            </a:pPr>
            <a:r>
              <a:rPr lang="en-IN" sz="2400" dirty="0"/>
              <a:t>Let’s walk through what happens when a </a:t>
            </a:r>
            <a:r>
              <a:rPr lang="en-IN" sz="2400" b="1" dirty="0"/>
              <a:t>client sends an HTTP request</a:t>
            </a:r>
            <a:r>
              <a:rPr lang="en-IN" sz="2400" dirty="0"/>
              <a:t> to a </a:t>
            </a:r>
            <a:r>
              <a:rPr lang="en-IN" sz="2400" dirty="0" err="1"/>
              <a:t>FastAPI</a:t>
            </a:r>
            <a:r>
              <a:rPr lang="en-IN" sz="2400" dirty="0"/>
              <a:t> app:</a:t>
            </a:r>
          </a:p>
          <a:p>
            <a:pPr marL="0" indent="0">
              <a:buNone/>
            </a:pPr>
            <a:endParaRPr lang="en-IN" sz="800" dirty="0"/>
          </a:p>
          <a:p>
            <a:pPr marL="0" indent="0" fontAlgn="ctr">
              <a:buNone/>
            </a:pPr>
            <a:r>
              <a:rPr lang="en-IN" sz="2400" b="1" dirty="0"/>
              <a:t>1. Client Sends Request</a:t>
            </a:r>
          </a:p>
          <a:p>
            <a:pPr lvl="1" fontAlgn="ctr"/>
            <a:r>
              <a:rPr lang="en-IN" sz="2400" dirty="0"/>
              <a:t>The client (browser, mobile app, Postman, etc.) makes an HTTP request: </a:t>
            </a:r>
            <a:r>
              <a:rPr lang="en-IN" sz="2400" b="1" dirty="0"/>
              <a:t>GET</a:t>
            </a:r>
            <a:r>
              <a:rPr lang="en-IN" sz="2400" dirty="0"/>
              <a:t> </a:t>
            </a:r>
            <a:r>
              <a:rPr lang="en-IN" sz="2400" b="1" dirty="0"/>
              <a:t>/items/42</a:t>
            </a:r>
          </a:p>
          <a:p>
            <a:pPr lvl="1" fontAlgn="ctr"/>
            <a:r>
              <a:rPr lang="en-IN" sz="2400" dirty="0"/>
              <a:t>The request goes to the ASGI web server like </a:t>
            </a:r>
            <a:r>
              <a:rPr lang="en-IN" sz="2400" b="1" dirty="0" err="1"/>
              <a:t>Uvicorn</a:t>
            </a:r>
            <a:r>
              <a:rPr lang="en-IN" sz="2400" dirty="0"/>
              <a:t>.</a:t>
            </a:r>
          </a:p>
          <a:p>
            <a:pPr marL="0" indent="0">
              <a:buNone/>
            </a:pPr>
            <a:r>
              <a:rPr lang="en-IN" dirty="0"/>
              <a:t> </a:t>
            </a:r>
          </a:p>
          <a:p>
            <a:pPr marL="0" indent="0" fontAlgn="ctr">
              <a:buNone/>
            </a:pPr>
            <a:r>
              <a:rPr lang="en-IN" sz="2400" b="1" dirty="0"/>
              <a:t>2. ASGI Server (</a:t>
            </a:r>
            <a:r>
              <a:rPr lang="en-IN" sz="2400" b="1" dirty="0" err="1"/>
              <a:t>Uvicorn</a:t>
            </a:r>
            <a:r>
              <a:rPr lang="en-IN" sz="2400" b="1" dirty="0"/>
              <a:t>)</a:t>
            </a:r>
          </a:p>
          <a:p>
            <a:pPr lvl="1" fontAlgn="ctr"/>
            <a:r>
              <a:rPr lang="en-IN" sz="2400" dirty="0" err="1"/>
              <a:t>Uvicorn</a:t>
            </a:r>
            <a:r>
              <a:rPr lang="en-IN" sz="2400" dirty="0"/>
              <a:t> receives the </a:t>
            </a:r>
            <a:r>
              <a:rPr lang="en-IN" sz="2400" b="1" dirty="0"/>
              <a:t>HTTP request </a:t>
            </a:r>
            <a:r>
              <a:rPr lang="en-IN" sz="2400" dirty="0"/>
              <a:t>and </a:t>
            </a:r>
            <a:r>
              <a:rPr lang="en-IN" sz="2400" b="1" dirty="0">
                <a:solidFill>
                  <a:schemeClr val="accent2">
                    <a:lumMod val="75000"/>
                  </a:schemeClr>
                </a:solidFill>
              </a:rPr>
              <a:t>passes it to the </a:t>
            </a:r>
            <a:r>
              <a:rPr lang="en-IN" sz="2400" b="1" dirty="0" err="1">
                <a:solidFill>
                  <a:schemeClr val="accent2">
                    <a:lumMod val="75000"/>
                  </a:schemeClr>
                </a:solidFill>
              </a:rPr>
              <a:t>FastAPI</a:t>
            </a:r>
            <a:r>
              <a:rPr lang="en-IN" sz="2400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IN" sz="2400" dirty="0"/>
              <a:t>app via the ASGI protocol (Asynchronous Server Gateway Interface).</a:t>
            </a:r>
          </a:p>
          <a:p>
            <a:pPr lvl="1" fontAlgn="ctr"/>
            <a:r>
              <a:rPr lang="en-IN" sz="2400" dirty="0"/>
              <a:t>ASGI allows </a:t>
            </a:r>
            <a:r>
              <a:rPr lang="en-IN" sz="2400" b="1" dirty="0">
                <a:solidFill>
                  <a:schemeClr val="accent2">
                    <a:lumMod val="75000"/>
                  </a:schemeClr>
                </a:solidFill>
              </a:rPr>
              <a:t>async concurrency</a:t>
            </a:r>
            <a:r>
              <a:rPr lang="en-IN" sz="2400" dirty="0"/>
              <a:t>, which is </a:t>
            </a:r>
            <a:r>
              <a:rPr lang="en-IN" sz="2400" b="1" dirty="0">
                <a:solidFill>
                  <a:srgbClr val="C00000"/>
                </a:solidFill>
              </a:rPr>
              <a:t>key</a:t>
            </a:r>
            <a:r>
              <a:rPr lang="en-IN" sz="2400" dirty="0"/>
              <a:t> to </a:t>
            </a:r>
            <a:r>
              <a:rPr lang="en-IN" sz="2400" b="1" dirty="0" err="1"/>
              <a:t>FastAPI’s</a:t>
            </a:r>
            <a:r>
              <a:rPr lang="en-IN" sz="2400" b="1" dirty="0"/>
              <a:t> performance</a:t>
            </a:r>
            <a:r>
              <a:rPr lang="en-IN" sz="2400" dirty="0"/>
              <a:t>.</a:t>
            </a:r>
          </a:p>
          <a:p>
            <a:pPr marL="0" indent="0">
              <a:buNone/>
            </a:pPr>
            <a:r>
              <a:rPr lang="en-IN" dirty="0"/>
              <a:t> </a:t>
            </a:r>
          </a:p>
          <a:p>
            <a:pPr marL="0" indent="0" fontAlgn="ctr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1121727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799B9E-34E0-129E-40C7-C0C59FBFC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1C6B49-F9CC-4267-EF09-3E8555048F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574158"/>
            <a:ext cx="10659110" cy="5784112"/>
          </a:xfrm>
        </p:spPr>
        <p:txBody>
          <a:bodyPr>
            <a:normAutofit/>
          </a:bodyPr>
          <a:lstStyle/>
          <a:p>
            <a:pPr marL="0" indent="0" fontAlgn="ctr">
              <a:buNone/>
            </a:pPr>
            <a:r>
              <a:rPr lang="en-IN" sz="2400" b="1" dirty="0"/>
              <a:t>3. Starlette Handles Core Routing</a:t>
            </a:r>
          </a:p>
          <a:p>
            <a:pPr lvl="1" fontAlgn="ctr"/>
            <a:r>
              <a:rPr lang="en-IN" sz="2400" dirty="0" err="1"/>
              <a:t>FastAPI</a:t>
            </a:r>
            <a:r>
              <a:rPr lang="en-IN" sz="2400" dirty="0"/>
              <a:t> is built on Starlette, which:</a:t>
            </a:r>
          </a:p>
          <a:p>
            <a:pPr lvl="2" fontAlgn="ctr"/>
            <a:r>
              <a:rPr lang="en-IN" sz="2400" dirty="0"/>
              <a:t>Parses the request</a:t>
            </a:r>
          </a:p>
          <a:p>
            <a:pPr lvl="2" fontAlgn="ctr"/>
            <a:r>
              <a:rPr lang="en-IN" sz="2400" dirty="0"/>
              <a:t>Matches the route </a:t>
            </a:r>
            <a:r>
              <a:rPr lang="en-IN" sz="2400" b="1" dirty="0"/>
              <a:t>(/items/{</a:t>
            </a:r>
            <a:r>
              <a:rPr lang="en-IN" sz="2400" b="1" dirty="0" err="1"/>
              <a:t>item_id</a:t>
            </a:r>
            <a:r>
              <a:rPr lang="en-IN" sz="2400" b="1" dirty="0"/>
              <a:t>}) </a:t>
            </a:r>
            <a:r>
              <a:rPr lang="en-IN" sz="2400" dirty="0"/>
              <a:t>using the HTTP method</a:t>
            </a:r>
          </a:p>
          <a:p>
            <a:pPr lvl="2" fontAlgn="ctr"/>
            <a:r>
              <a:rPr lang="en-IN" sz="2400" dirty="0"/>
              <a:t>Prepares the request context (</a:t>
            </a:r>
            <a:r>
              <a:rPr lang="en-IN" sz="2400" b="1" dirty="0"/>
              <a:t>headers</a:t>
            </a:r>
            <a:r>
              <a:rPr lang="en-IN" sz="2400" dirty="0"/>
              <a:t>, </a:t>
            </a:r>
            <a:r>
              <a:rPr lang="en-IN" sz="2400" b="1" dirty="0"/>
              <a:t>query,</a:t>
            </a:r>
            <a:r>
              <a:rPr lang="en-IN" sz="2400" dirty="0"/>
              <a:t> </a:t>
            </a:r>
            <a:r>
              <a:rPr lang="en-IN" sz="2400" b="1" dirty="0"/>
              <a:t>path</a:t>
            </a:r>
            <a:r>
              <a:rPr lang="en-IN" sz="2400" dirty="0"/>
              <a:t>, etc.)</a:t>
            </a:r>
          </a:p>
          <a:p>
            <a:pPr marL="0" indent="0">
              <a:buNone/>
            </a:pPr>
            <a:r>
              <a:rPr lang="en-IN" dirty="0"/>
              <a:t> </a:t>
            </a:r>
          </a:p>
          <a:p>
            <a:pPr marL="0" indent="0" fontAlgn="ctr">
              <a:buNone/>
            </a:pPr>
            <a:r>
              <a:rPr lang="en-IN" sz="2400" b="1" dirty="0"/>
              <a:t>4. </a:t>
            </a:r>
            <a:r>
              <a:rPr lang="en-IN" sz="2400" b="1" dirty="0" err="1"/>
              <a:t>FastAPI</a:t>
            </a:r>
            <a:r>
              <a:rPr lang="en-IN" sz="2400" b="1" dirty="0"/>
              <a:t> Endpoint Matching &amp; Dependency Injection</a:t>
            </a:r>
          </a:p>
          <a:p>
            <a:pPr lvl="1" fontAlgn="ctr"/>
            <a:r>
              <a:rPr lang="en-IN" sz="2400" dirty="0" err="1"/>
              <a:t>FastAPI</a:t>
            </a:r>
            <a:r>
              <a:rPr lang="en-IN" sz="2400" dirty="0"/>
              <a:t> matches the route with a function you defined:</a:t>
            </a:r>
          </a:p>
          <a:p>
            <a:pPr marL="0" indent="0">
              <a:buNone/>
            </a:pPr>
            <a:r>
              <a:rPr lang="en-IN" dirty="0"/>
              <a:t> </a:t>
            </a:r>
          </a:p>
          <a:p>
            <a:pPr marL="0" indent="0" fontAlgn="ctr">
              <a:buNone/>
            </a:pPr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7ED75D-DA32-6564-1CD1-2D8C1F2A32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9996" y="4051719"/>
            <a:ext cx="7245722" cy="1301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6636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27B7C9-DEBD-A5EE-B406-1551A0F9E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661FDC-D3D1-E593-80AA-BB5625E2C1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574158"/>
            <a:ext cx="10659110" cy="5784112"/>
          </a:xfrm>
        </p:spPr>
        <p:txBody>
          <a:bodyPr>
            <a:normAutofit/>
          </a:bodyPr>
          <a:lstStyle/>
          <a:p>
            <a:r>
              <a:rPr lang="en-IN" sz="2800" b="1" dirty="0" err="1"/>
              <a:t>FastAPI</a:t>
            </a:r>
            <a:r>
              <a:rPr lang="en-IN" sz="2800" b="1" dirty="0"/>
              <a:t>:</a:t>
            </a:r>
          </a:p>
          <a:p>
            <a:pPr lvl="1" fontAlgn="ctr"/>
            <a:r>
              <a:rPr lang="en-IN" sz="2400" dirty="0"/>
              <a:t>Extracts </a:t>
            </a:r>
            <a:r>
              <a:rPr lang="en-IN" sz="2400" b="1" dirty="0"/>
              <a:t>path</a:t>
            </a:r>
            <a:r>
              <a:rPr lang="en-IN" sz="2400" dirty="0"/>
              <a:t> and </a:t>
            </a:r>
            <a:r>
              <a:rPr lang="en-IN" sz="2400" b="1" dirty="0"/>
              <a:t>query parameters</a:t>
            </a:r>
            <a:endParaRPr lang="en-IN" sz="2400" dirty="0"/>
          </a:p>
          <a:p>
            <a:pPr lvl="1" fontAlgn="ctr"/>
            <a:r>
              <a:rPr lang="en-IN" sz="2400" dirty="0"/>
              <a:t>Validates them using </a:t>
            </a:r>
            <a:r>
              <a:rPr lang="en-IN" sz="2400" b="1" dirty="0" err="1"/>
              <a:t>Pydantic</a:t>
            </a:r>
            <a:endParaRPr lang="en-IN" sz="2400" dirty="0"/>
          </a:p>
          <a:p>
            <a:pPr lvl="1" fontAlgn="ctr"/>
            <a:r>
              <a:rPr lang="en-IN" sz="2400" dirty="0"/>
              <a:t>Injects them into your function as arguments</a:t>
            </a:r>
          </a:p>
          <a:p>
            <a:pPr lvl="1" fontAlgn="ctr"/>
            <a:r>
              <a:rPr lang="en-IN" sz="2400" dirty="0"/>
              <a:t>Injects other dependencies (e.g., DB session, auth token) if defined</a:t>
            </a:r>
          </a:p>
          <a:p>
            <a:pPr marL="0" indent="0" fontAlgn="ctr">
              <a:buNone/>
            </a:pP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9762425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535CAF-5E4F-FB9A-E355-E2FEB830E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76E4BE-BE3D-AC77-C7A3-BA4EC9F5F2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574158"/>
            <a:ext cx="10659110" cy="5784112"/>
          </a:xfrm>
        </p:spPr>
        <p:txBody>
          <a:bodyPr>
            <a:normAutofit/>
          </a:bodyPr>
          <a:lstStyle/>
          <a:p>
            <a:pPr marL="0" indent="0" fontAlgn="ctr">
              <a:buNone/>
            </a:pPr>
            <a:r>
              <a:rPr lang="en-IN" sz="2400" b="1" dirty="0"/>
              <a:t> 5. Data Validation with </a:t>
            </a:r>
            <a:r>
              <a:rPr lang="en-IN" sz="2400" b="1" dirty="0" err="1"/>
              <a:t>Pydantic</a:t>
            </a:r>
            <a:endParaRPr lang="en-IN" sz="2400" b="1" dirty="0"/>
          </a:p>
          <a:p>
            <a:pPr lvl="1" fontAlgn="ctr"/>
            <a:r>
              <a:rPr lang="en-IN" sz="2400" dirty="0"/>
              <a:t>All request data (</a:t>
            </a:r>
            <a:r>
              <a:rPr lang="en-IN" sz="2400" b="1" dirty="0">
                <a:solidFill>
                  <a:srgbClr val="C00000"/>
                </a:solidFill>
              </a:rPr>
              <a:t>body</a:t>
            </a:r>
            <a:r>
              <a:rPr lang="en-IN" sz="2400" dirty="0"/>
              <a:t>, </a:t>
            </a:r>
            <a:r>
              <a:rPr lang="en-IN" sz="2400" b="1" dirty="0">
                <a:solidFill>
                  <a:srgbClr val="C00000"/>
                </a:solidFill>
              </a:rPr>
              <a:t>query</a:t>
            </a:r>
            <a:r>
              <a:rPr lang="en-IN" sz="2400" dirty="0"/>
              <a:t>, </a:t>
            </a:r>
            <a:r>
              <a:rPr lang="en-IN" sz="2400" b="1" dirty="0">
                <a:solidFill>
                  <a:srgbClr val="C00000"/>
                </a:solidFill>
              </a:rPr>
              <a:t>path</a:t>
            </a:r>
            <a:r>
              <a:rPr lang="en-IN" sz="2400" dirty="0"/>
              <a:t>, </a:t>
            </a:r>
            <a:r>
              <a:rPr lang="en-IN" sz="2400" b="1" dirty="0">
                <a:solidFill>
                  <a:srgbClr val="C00000"/>
                </a:solidFill>
              </a:rPr>
              <a:t>headers</a:t>
            </a:r>
            <a:r>
              <a:rPr lang="en-IN" sz="2400" dirty="0"/>
              <a:t>) is parsed and validated using </a:t>
            </a:r>
            <a:r>
              <a:rPr lang="en-IN" sz="2400" b="1" dirty="0" err="1">
                <a:solidFill>
                  <a:srgbClr val="C00000"/>
                </a:solidFill>
              </a:rPr>
              <a:t>Pydantic</a:t>
            </a:r>
            <a:r>
              <a:rPr lang="en-IN" sz="2400" dirty="0"/>
              <a:t> </a:t>
            </a:r>
            <a:r>
              <a:rPr lang="en-IN" sz="2400" b="1" dirty="0">
                <a:solidFill>
                  <a:srgbClr val="C00000"/>
                </a:solidFill>
              </a:rPr>
              <a:t>models</a:t>
            </a:r>
            <a:r>
              <a:rPr lang="en-IN" sz="2400" dirty="0"/>
              <a:t>.</a:t>
            </a:r>
          </a:p>
          <a:p>
            <a:pPr lvl="1" fontAlgn="ctr"/>
            <a:r>
              <a:rPr lang="en-IN" sz="2400" dirty="0"/>
              <a:t>If validation fails, </a:t>
            </a:r>
            <a:r>
              <a:rPr lang="en-IN" sz="2400" dirty="0" err="1"/>
              <a:t>FastAPI</a:t>
            </a:r>
            <a:r>
              <a:rPr lang="en-IN" sz="2400" dirty="0"/>
              <a:t> returns a </a:t>
            </a:r>
            <a:r>
              <a:rPr lang="en-IN" sz="2400" b="1" dirty="0">
                <a:solidFill>
                  <a:srgbClr val="C00000"/>
                </a:solidFill>
              </a:rPr>
              <a:t>422</a:t>
            </a:r>
            <a:r>
              <a:rPr lang="en-IN" sz="2400" b="1" dirty="0"/>
              <a:t> </a:t>
            </a:r>
            <a:r>
              <a:rPr lang="en-IN" sz="2400" b="1" dirty="0" err="1"/>
              <a:t>Unprocessable</a:t>
            </a:r>
            <a:r>
              <a:rPr lang="en-IN" sz="2400" b="1" dirty="0"/>
              <a:t> Entity error </a:t>
            </a:r>
            <a:r>
              <a:rPr lang="en-IN" sz="2400" dirty="0"/>
              <a:t>with a detailed message.</a:t>
            </a:r>
          </a:p>
          <a:p>
            <a:pPr marL="0" indent="0">
              <a:buNone/>
            </a:pPr>
            <a:r>
              <a:rPr lang="en-IN" dirty="0"/>
              <a:t> </a:t>
            </a:r>
          </a:p>
          <a:p>
            <a:pPr marL="0" indent="0" fontAlgn="ctr">
              <a:buNone/>
            </a:pPr>
            <a:r>
              <a:rPr lang="en-IN" sz="2400" b="1" dirty="0"/>
              <a:t>6. Call the Endpoint Function</a:t>
            </a:r>
          </a:p>
          <a:p>
            <a:pPr lvl="1" fontAlgn="ctr"/>
            <a:r>
              <a:rPr lang="en-IN" sz="2400" dirty="0"/>
              <a:t>Your </a:t>
            </a:r>
            <a:r>
              <a:rPr lang="en-IN" sz="2400" b="1" dirty="0">
                <a:solidFill>
                  <a:srgbClr val="C00000"/>
                </a:solidFill>
              </a:rPr>
              <a:t>route handler function </a:t>
            </a:r>
            <a:r>
              <a:rPr lang="en-IN" sz="2400" dirty="0"/>
              <a:t>is called (async def </a:t>
            </a:r>
            <a:r>
              <a:rPr lang="en-IN" sz="2400" dirty="0" err="1"/>
              <a:t>read_item</a:t>
            </a:r>
            <a:r>
              <a:rPr lang="en-IN" sz="2400" dirty="0"/>
              <a:t>(...))</a:t>
            </a:r>
          </a:p>
          <a:p>
            <a:pPr lvl="1" fontAlgn="ctr"/>
            <a:r>
              <a:rPr lang="en-IN" sz="2400" dirty="0"/>
              <a:t>It may:</a:t>
            </a:r>
          </a:p>
          <a:p>
            <a:pPr lvl="2" fontAlgn="ctr"/>
            <a:r>
              <a:rPr lang="en-IN" sz="2400" dirty="0"/>
              <a:t>Fetch data from a database</a:t>
            </a:r>
          </a:p>
          <a:p>
            <a:pPr lvl="2" fontAlgn="ctr"/>
            <a:r>
              <a:rPr lang="en-IN" sz="2400" dirty="0"/>
              <a:t>Call an external API</a:t>
            </a:r>
          </a:p>
          <a:p>
            <a:pPr lvl="2" fontAlgn="ctr"/>
            <a:r>
              <a:rPr lang="en-IN" sz="2400" dirty="0"/>
              <a:t>Do computation</a:t>
            </a:r>
          </a:p>
          <a:p>
            <a:pPr lvl="2" fontAlgn="ctr"/>
            <a:r>
              <a:rPr lang="en-IN" sz="2400" dirty="0"/>
              <a:t>Return a response</a:t>
            </a:r>
          </a:p>
          <a:p>
            <a:pPr marL="0" indent="0" fontAlgn="ctr">
              <a:buNone/>
            </a:pP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403781650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DDE5B8-4F3B-BC03-E675-8664B52165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7CDD9B-B0C1-C7F0-4721-B7E68E552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574158"/>
            <a:ext cx="10659110" cy="5784112"/>
          </a:xfrm>
        </p:spPr>
        <p:txBody>
          <a:bodyPr>
            <a:normAutofit/>
          </a:bodyPr>
          <a:lstStyle/>
          <a:p>
            <a:pPr marL="0" indent="0" fontAlgn="ctr">
              <a:buNone/>
            </a:pPr>
            <a:r>
              <a:rPr lang="en-IN" sz="2400" b="1" dirty="0"/>
              <a:t>7. Return Response</a:t>
            </a:r>
          </a:p>
          <a:p>
            <a:pPr lvl="1" fontAlgn="ctr"/>
            <a:r>
              <a:rPr lang="en-IN" sz="2400" dirty="0"/>
              <a:t>The response (usually a </a:t>
            </a:r>
            <a:r>
              <a:rPr lang="en-IN" sz="2400" b="1" dirty="0" err="1">
                <a:solidFill>
                  <a:srgbClr val="C00000"/>
                </a:solidFill>
              </a:rPr>
              <a:t>dict</a:t>
            </a:r>
            <a:r>
              <a:rPr lang="en-IN" sz="2400" dirty="0"/>
              <a:t>, </a:t>
            </a:r>
            <a:r>
              <a:rPr lang="en-IN" sz="2400" b="1" dirty="0" err="1">
                <a:solidFill>
                  <a:srgbClr val="C00000"/>
                </a:solidFill>
              </a:rPr>
              <a:t>Pydantic</a:t>
            </a:r>
            <a:r>
              <a:rPr lang="en-IN" sz="2400" dirty="0"/>
              <a:t> </a:t>
            </a:r>
            <a:r>
              <a:rPr lang="en-IN" sz="2400" b="1" dirty="0">
                <a:solidFill>
                  <a:srgbClr val="C00000"/>
                </a:solidFill>
              </a:rPr>
              <a:t>model</a:t>
            </a:r>
            <a:r>
              <a:rPr lang="en-IN" sz="2400" dirty="0"/>
              <a:t>, or </a:t>
            </a:r>
            <a:r>
              <a:rPr lang="en-IN" sz="2400" b="1" dirty="0">
                <a:solidFill>
                  <a:srgbClr val="C00000"/>
                </a:solidFill>
              </a:rPr>
              <a:t>JSON</a:t>
            </a:r>
            <a:r>
              <a:rPr lang="en-IN" sz="2400" dirty="0"/>
              <a:t>) is:</a:t>
            </a:r>
          </a:p>
          <a:p>
            <a:pPr lvl="2" fontAlgn="ctr"/>
            <a:r>
              <a:rPr lang="en-IN" sz="2400" dirty="0"/>
              <a:t>Automatically converted to JSON</a:t>
            </a:r>
          </a:p>
          <a:p>
            <a:pPr lvl="2" fontAlgn="ctr"/>
            <a:r>
              <a:rPr lang="en-IN" sz="2400" dirty="0"/>
              <a:t>Enriched with </a:t>
            </a:r>
            <a:r>
              <a:rPr lang="en-IN" sz="2400" dirty="0" err="1"/>
              <a:t>OpenAPI</a:t>
            </a:r>
            <a:r>
              <a:rPr lang="en-IN" sz="2400" dirty="0"/>
              <a:t>-compatible metadata</a:t>
            </a:r>
          </a:p>
          <a:p>
            <a:pPr lvl="2" fontAlgn="ctr"/>
            <a:r>
              <a:rPr lang="en-IN" sz="2400" dirty="0"/>
              <a:t>Sent back to the client with an appropriate </a:t>
            </a:r>
            <a:r>
              <a:rPr lang="en-IN" sz="2400" b="1" dirty="0">
                <a:solidFill>
                  <a:srgbClr val="C00000"/>
                </a:solidFill>
              </a:rPr>
              <a:t>HTTP status code</a:t>
            </a:r>
          </a:p>
          <a:p>
            <a:pPr marL="0" indent="0">
              <a:buNone/>
            </a:pPr>
            <a:r>
              <a:rPr lang="en-IN" dirty="0"/>
              <a:t> </a:t>
            </a:r>
          </a:p>
          <a:p>
            <a:pPr marL="0" indent="0" fontAlgn="ctr">
              <a:buNone/>
            </a:pPr>
            <a:r>
              <a:rPr lang="en-IN" sz="2400" b="1" dirty="0"/>
              <a:t> 8. Interactive API Docs</a:t>
            </a:r>
          </a:p>
          <a:p>
            <a:pPr lvl="1" fontAlgn="ctr"/>
            <a:r>
              <a:rPr lang="en-IN" sz="2400" dirty="0" err="1"/>
              <a:t>FastAPI</a:t>
            </a:r>
            <a:r>
              <a:rPr lang="en-IN" sz="2400" dirty="0"/>
              <a:t> generates docs at:</a:t>
            </a:r>
          </a:p>
          <a:p>
            <a:pPr lvl="2" fontAlgn="ctr"/>
            <a:r>
              <a:rPr lang="en-IN" sz="2400" dirty="0"/>
              <a:t>/docs → Swagger UI</a:t>
            </a:r>
          </a:p>
          <a:p>
            <a:pPr lvl="2" fontAlgn="ctr"/>
            <a:r>
              <a:rPr lang="en-IN" sz="2400" dirty="0"/>
              <a:t>/</a:t>
            </a:r>
            <a:r>
              <a:rPr lang="en-IN" sz="2400" dirty="0" err="1"/>
              <a:t>redoc</a:t>
            </a:r>
            <a:r>
              <a:rPr lang="en-IN" sz="2400" dirty="0"/>
              <a:t> → </a:t>
            </a:r>
            <a:r>
              <a:rPr lang="en-IN" sz="2400" dirty="0" err="1"/>
              <a:t>ReDoc</a:t>
            </a:r>
            <a:r>
              <a:rPr lang="en-IN" sz="2400" dirty="0"/>
              <a:t> UI</a:t>
            </a:r>
          </a:p>
          <a:p>
            <a:pPr lvl="1" fontAlgn="ctr"/>
            <a:r>
              <a:rPr lang="en-IN" sz="2400" dirty="0"/>
              <a:t>These docs are auto-generated from your path, input/output types, and </a:t>
            </a:r>
            <a:r>
              <a:rPr lang="en-IN" sz="2400" dirty="0" err="1"/>
              <a:t>Pydantic</a:t>
            </a:r>
            <a:r>
              <a:rPr lang="en-IN" sz="2400" dirty="0"/>
              <a:t> models.</a:t>
            </a:r>
          </a:p>
          <a:p>
            <a:pPr marL="0" indent="0" fontAlgn="ctr">
              <a:buNone/>
            </a:pP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91219650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D8C8C-BC9A-A940-FDF7-046108CB8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E7CD1-BCF9-E9FC-07B7-C9EB7A9F30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574158"/>
            <a:ext cx="10659110" cy="5784112"/>
          </a:xfrm>
        </p:spPr>
        <p:txBody>
          <a:bodyPr>
            <a:normAutofit/>
          </a:bodyPr>
          <a:lstStyle/>
          <a:p>
            <a:pPr marL="0" indent="0" fontAlgn="ctr">
              <a:buNone/>
            </a:pPr>
            <a:r>
              <a:rPr lang="en-IN" sz="3200" b="1" dirty="0" err="1">
                <a:solidFill>
                  <a:schemeClr val="accent2">
                    <a:lumMod val="75000"/>
                  </a:schemeClr>
                </a:solidFill>
              </a:rPr>
              <a:t>Pydantic</a:t>
            </a:r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:</a:t>
            </a:r>
          </a:p>
          <a:p>
            <a:pPr fontAlgn="ctr"/>
            <a:r>
              <a:rPr lang="en-US" sz="2800" b="1" dirty="0" err="1"/>
              <a:t>Pydantic</a:t>
            </a:r>
            <a:r>
              <a:rPr lang="en-US" sz="2800" dirty="0"/>
              <a:t> is a Python library used to </a:t>
            </a:r>
            <a:r>
              <a:rPr lang="en-US" sz="2800" b="1" dirty="0"/>
              <a:t>validate and manage data</a:t>
            </a:r>
            <a:r>
              <a:rPr lang="en-US" sz="2800" dirty="0"/>
              <a:t> using </a:t>
            </a:r>
            <a:r>
              <a:rPr lang="en-US" sz="2800" b="1" dirty="0"/>
              <a:t>Python type hints</a:t>
            </a:r>
            <a:r>
              <a:rPr lang="en-US" sz="2800" dirty="0"/>
              <a:t>.</a:t>
            </a:r>
          </a:p>
          <a:p>
            <a:pPr fontAlgn="ctr"/>
            <a:r>
              <a:rPr lang="en-US" sz="2800" dirty="0"/>
              <a:t>It ensures that the data you receive (for example, from user input, API requests, or databases) is of the </a:t>
            </a:r>
            <a:r>
              <a:rPr lang="en-US" sz="2800" b="1" dirty="0"/>
              <a:t>correct type</a:t>
            </a:r>
            <a:r>
              <a:rPr lang="en-US" sz="2800" dirty="0"/>
              <a:t> and </a:t>
            </a:r>
            <a:r>
              <a:rPr lang="en-US" sz="2800" b="1" dirty="0"/>
              <a:t>structure</a:t>
            </a:r>
            <a:r>
              <a:rPr lang="en-US" sz="2800" dirty="0"/>
              <a:t> — automatically converting and validating it.</a:t>
            </a:r>
          </a:p>
          <a:p>
            <a:pPr marL="0" indent="0" fontAlgn="ctr">
              <a:buNone/>
            </a:pPr>
            <a:endParaRPr lang="en-IN" sz="2400" b="1" dirty="0"/>
          </a:p>
          <a:p>
            <a:pPr marL="0" indent="0" fontAlgn="ctr">
              <a:buNone/>
            </a:pPr>
            <a:r>
              <a:rPr lang="en-IN" sz="2400" b="1" dirty="0"/>
              <a:t>Installation:</a:t>
            </a:r>
          </a:p>
          <a:p>
            <a:pPr marL="0" indent="0" fontAlgn="ctr">
              <a:buNone/>
            </a:pPr>
            <a:endParaRPr lang="en-IN" sz="2800" b="1" dirty="0"/>
          </a:p>
          <a:p>
            <a:pPr marL="0" indent="0" fontAlgn="ctr">
              <a:buNone/>
            </a:pPr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4B7278-3CE1-5F0A-3D4A-57146AECC6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6009" y="4373400"/>
            <a:ext cx="4311105" cy="870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629135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8CBC8E-7DBE-AD3B-4ED6-C8BF6E84B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2248A5-B031-375B-AECC-729CABF163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574158"/>
            <a:ext cx="10659110" cy="57841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Why Use </a:t>
            </a:r>
            <a:r>
              <a:rPr lang="en-US" sz="2400" b="1" dirty="0" err="1"/>
              <a:t>Pydantic</a:t>
            </a:r>
            <a:r>
              <a:rPr lang="en-US" sz="2400" b="1" dirty="0"/>
              <a:t>?</a:t>
            </a:r>
          </a:p>
          <a:p>
            <a:r>
              <a:rPr lang="en-US" sz="2400" dirty="0"/>
              <a:t>When writing code (especially APIs or data models), you often receive data like this: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But notice — </a:t>
            </a:r>
            <a:r>
              <a:rPr lang="en-US" dirty="0"/>
              <a:t>"age"</a:t>
            </a:r>
            <a:r>
              <a:rPr lang="en-US" sz="2400" dirty="0"/>
              <a:t> is a </a:t>
            </a:r>
            <a:r>
              <a:rPr lang="en-US" sz="2400" b="1" dirty="0"/>
              <a:t>string</a:t>
            </a:r>
            <a:r>
              <a:rPr lang="en-US" sz="2400" dirty="0"/>
              <a:t>, not an </a:t>
            </a:r>
            <a:r>
              <a:rPr lang="en-US" sz="2400" b="1" dirty="0"/>
              <a:t>integer</a:t>
            </a:r>
            <a:r>
              <a:rPr lang="en-US" sz="2400" dirty="0"/>
              <a:t>.</a:t>
            </a:r>
          </a:p>
          <a:p>
            <a:r>
              <a:rPr lang="en-US" sz="2400" dirty="0"/>
              <a:t>We can manually convert and check types… but that’s tedious.</a:t>
            </a:r>
          </a:p>
          <a:p>
            <a:r>
              <a:rPr lang="en-US" sz="2400" b="1" dirty="0" err="1"/>
              <a:t>Pydantic</a:t>
            </a:r>
            <a:r>
              <a:rPr lang="en-US" sz="2400" b="1" dirty="0"/>
              <a:t> does this </a:t>
            </a:r>
            <a:r>
              <a:rPr lang="en-US" sz="2400" b="1" dirty="0">
                <a:solidFill>
                  <a:srgbClr val="C00000"/>
                </a:solidFill>
              </a:rPr>
              <a:t>automatically</a:t>
            </a:r>
            <a:r>
              <a:rPr lang="en-US" sz="2400" dirty="0"/>
              <a:t> — it will:</a:t>
            </a:r>
          </a:p>
          <a:p>
            <a:pPr lvl="1"/>
            <a:r>
              <a:rPr lang="en-US" sz="2400" dirty="0"/>
              <a:t>Convert data to correct types.</a:t>
            </a:r>
          </a:p>
          <a:p>
            <a:pPr lvl="1"/>
            <a:r>
              <a:rPr lang="en-US" sz="2400" dirty="0"/>
              <a:t>Validate missing or invalid fields.</a:t>
            </a:r>
          </a:p>
          <a:p>
            <a:pPr lvl="1"/>
            <a:r>
              <a:rPr lang="en-US" sz="2400" dirty="0"/>
              <a:t>Raise </a:t>
            </a:r>
            <a:r>
              <a:rPr lang="en-US" sz="2400" b="1" dirty="0"/>
              <a:t>friendly errors </a:t>
            </a:r>
            <a:r>
              <a:rPr lang="en-US" sz="2400" dirty="0"/>
              <a:t>if something’s wrong.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 fontAlgn="ctr">
              <a:buNone/>
            </a:pPr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F900D7-1872-81B2-DDAE-73442650AA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267" y="2081267"/>
            <a:ext cx="9777362" cy="724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55897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E30B8F-0C81-1810-7510-262AA3F92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8E3DD-AAA6-B500-A102-4FA4311B1A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574158"/>
            <a:ext cx="10659110" cy="5784112"/>
          </a:xfrm>
        </p:spPr>
        <p:txBody>
          <a:bodyPr>
            <a:normAutofit/>
          </a:bodyPr>
          <a:lstStyle/>
          <a:p>
            <a:pPr marL="0" indent="0" fontAlgn="ctr">
              <a:buNone/>
            </a:pPr>
            <a:r>
              <a:rPr lang="en-IN" sz="2400" b="1" dirty="0"/>
              <a:t>Basic Example:</a:t>
            </a:r>
          </a:p>
          <a:p>
            <a:pPr marL="0" indent="0" fontAlgn="ctr">
              <a:buNone/>
            </a:pPr>
            <a:endParaRPr lang="en-IN" sz="24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D683237-DB3C-3DA8-7F45-D8919FD613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952" y="1289580"/>
            <a:ext cx="10238095" cy="486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02541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F52BB0-192B-AFF5-58B8-142E71F01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D1AC90-2FA8-5CDA-104A-63BCA52BC6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574158"/>
            <a:ext cx="10659110" cy="5784112"/>
          </a:xfrm>
        </p:spPr>
        <p:txBody>
          <a:bodyPr>
            <a:normAutofit/>
          </a:bodyPr>
          <a:lstStyle/>
          <a:p>
            <a:pPr marL="0" indent="0" fontAlgn="ctr">
              <a:buNone/>
            </a:pPr>
            <a:r>
              <a:rPr lang="en-US" sz="2800" dirty="0"/>
              <a:t>Now,</a:t>
            </a:r>
          </a:p>
          <a:p>
            <a:pPr marL="0" indent="0" fontAlgn="ctr">
              <a:buNone/>
            </a:pPr>
            <a:endParaRPr lang="en-US" sz="2800" dirty="0"/>
          </a:p>
          <a:p>
            <a:pPr marL="0" indent="0" fontAlgn="ctr">
              <a:buNone/>
            </a:pPr>
            <a:endParaRPr lang="en-US" sz="2800" dirty="0"/>
          </a:p>
          <a:p>
            <a:pPr marL="0" indent="0" fontAlgn="ctr">
              <a:buNone/>
            </a:pPr>
            <a:endParaRPr lang="en-US" sz="2800" dirty="0"/>
          </a:p>
          <a:p>
            <a:pPr marL="0" indent="0" fontAlgn="ctr">
              <a:buNone/>
            </a:pPr>
            <a:endParaRPr lang="en-US" sz="2800" dirty="0"/>
          </a:p>
          <a:p>
            <a:pPr marL="0" indent="0" fontAlgn="ctr">
              <a:buNone/>
            </a:pPr>
            <a:endParaRPr lang="en-US" sz="2800" dirty="0"/>
          </a:p>
          <a:p>
            <a:pPr marL="0" indent="0" fontAlgn="ctr">
              <a:buNone/>
            </a:pPr>
            <a:endParaRPr lang="en-US" sz="2800" dirty="0"/>
          </a:p>
          <a:p>
            <a:pPr fontAlgn="ctr"/>
            <a:r>
              <a:rPr lang="en-US" sz="2800" dirty="0"/>
              <a:t>Notice that </a:t>
            </a:r>
            <a:r>
              <a:rPr lang="en-US" sz="2400" dirty="0"/>
              <a:t>"</a:t>
            </a:r>
            <a:r>
              <a:rPr lang="en-US" sz="2400" b="1" dirty="0"/>
              <a:t>age</a:t>
            </a:r>
            <a:r>
              <a:rPr lang="en-US" sz="2400" dirty="0"/>
              <a:t>"</a:t>
            </a:r>
            <a:r>
              <a:rPr lang="en-US" sz="2800" dirty="0"/>
              <a:t> was automatically converted to an integer!.</a:t>
            </a:r>
          </a:p>
          <a:p>
            <a:pPr fontAlgn="ctr"/>
            <a:r>
              <a:rPr lang="en-US" sz="2800" dirty="0"/>
              <a:t>That’s </a:t>
            </a:r>
            <a:r>
              <a:rPr lang="en-US" sz="2800" b="1" dirty="0"/>
              <a:t>data parsing and validation</a:t>
            </a:r>
            <a:r>
              <a:rPr lang="en-US" sz="2800" dirty="0"/>
              <a:t> in action. </a:t>
            </a:r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85B6A8-7441-97AD-A18E-4D2F77EB41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6371" y="1273005"/>
            <a:ext cx="4492771" cy="1915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52847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B2D538-16B3-EB99-945F-0B9600AD8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9330E4-B0DC-167A-A5ED-4C0C32C9F5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574158"/>
            <a:ext cx="10659110" cy="5784112"/>
          </a:xfrm>
        </p:spPr>
        <p:txBody>
          <a:bodyPr>
            <a:normAutofit/>
          </a:bodyPr>
          <a:lstStyle/>
          <a:p>
            <a:pPr marL="0" indent="0" fontAlgn="ctr">
              <a:buNone/>
            </a:pPr>
            <a:r>
              <a:rPr lang="en-IN" sz="2800" b="1" dirty="0"/>
              <a:t>Handling Invalid Data:</a:t>
            </a:r>
          </a:p>
          <a:p>
            <a:pPr marL="0" indent="0" fontAlgn="ctr">
              <a:buNone/>
            </a:pPr>
            <a:endParaRPr lang="en-IN" sz="2800" b="1" dirty="0"/>
          </a:p>
          <a:p>
            <a:pPr marL="0" indent="0" fontAlgn="ctr">
              <a:buNone/>
            </a:pPr>
            <a:endParaRPr lang="en-IN" sz="2800" b="1" dirty="0"/>
          </a:p>
          <a:p>
            <a:pPr marL="0" indent="0" fontAlgn="ctr">
              <a:buNone/>
            </a:pPr>
            <a:endParaRPr lang="en-IN" sz="2800" b="1" dirty="0"/>
          </a:p>
          <a:p>
            <a:pPr marL="0" indent="0" fontAlgn="ctr">
              <a:buNone/>
            </a:pPr>
            <a:endParaRPr lang="en-IN" sz="2800" b="1" dirty="0"/>
          </a:p>
          <a:p>
            <a:pPr marL="0" indent="0" fontAlgn="ctr">
              <a:buNone/>
            </a:pPr>
            <a:endParaRPr lang="en-IN" sz="2800" b="1" dirty="0"/>
          </a:p>
          <a:p>
            <a:pPr marL="0" indent="0" fontAlgn="ctr">
              <a:buNone/>
            </a:pPr>
            <a:endParaRPr lang="en-IN" sz="2800" b="1" dirty="0"/>
          </a:p>
          <a:p>
            <a:pPr marL="0" indent="0" fontAlgn="ctr">
              <a:buNone/>
            </a:pPr>
            <a:r>
              <a:rPr lang="en-IN" sz="2400" b="1" dirty="0"/>
              <a:t>Output: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7F9A5C-8CEF-45C2-3747-08915750D3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535150"/>
            <a:ext cx="10163115" cy="18938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E414150-9C55-A982-4FB0-F6931A3FBB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2256" y="4833322"/>
            <a:ext cx="7535627" cy="1450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075652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DC8EB-2798-150D-6D64-2C1337E39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8F23D9-42A5-63B0-6CEA-BA43EC2077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990600"/>
            <a:ext cx="10659110" cy="5367670"/>
          </a:xfrm>
        </p:spPr>
        <p:txBody>
          <a:bodyPr>
            <a:normAutofit/>
          </a:bodyPr>
          <a:lstStyle/>
          <a:p>
            <a:pPr marL="0" indent="0" fontAlgn="ctr">
              <a:buNone/>
            </a:pPr>
            <a:r>
              <a:rPr lang="en-IN" sz="2800" b="1" dirty="0" err="1"/>
              <a:t>BaseModel</a:t>
            </a:r>
            <a:r>
              <a:rPr lang="en-IN" sz="2800" b="1" dirty="0"/>
              <a:t>:</a:t>
            </a:r>
          </a:p>
          <a:p>
            <a:pPr marL="0" indent="0">
              <a:buNone/>
            </a:pPr>
            <a:r>
              <a:rPr lang="en-US" sz="2800" dirty="0" err="1"/>
              <a:t>BaseModel</a:t>
            </a:r>
            <a:r>
              <a:rPr lang="en-US" sz="2800" dirty="0"/>
              <a:t> is a </a:t>
            </a:r>
            <a:r>
              <a:rPr lang="en-US" sz="2800" b="1" dirty="0"/>
              <a:t>class provided by </a:t>
            </a:r>
            <a:r>
              <a:rPr lang="en-US" sz="2800" b="1" dirty="0" err="1"/>
              <a:t>Pydantic</a:t>
            </a:r>
            <a:r>
              <a:rPr lang="en-US" sz="2800" dirty="0"/>
              <a:t> that allows you to define Python classes where</a:t>
            </a:r>
            <a:r>
              <a:rPr lang="en-US" sz="2400" dirty="0"/>
              <a:t>:</a:t>
            </a:r>
          </a:p>
          <a:p>
            <a:pPr lvl="1"/>
            <a:r>
              <a:rPr lang="en-US" sz="2800" dirty="0"/>
              <a:t>Each attribute has a </a:t>
            </a:r>
            <a:r>
              <a:rPr lang="en-US" sz="2800" b="1" dirty="0"/>
              <a:t>type annotation</a:t>
            </a:r>
            <a:r>
              <a:rPr lang="en-US" sz="2800" dirty="0"/>
              <a:t> </a:t>
            </a:r>
            <a:r>
              <a:rPr lang="en-US" sz="2400" dirty="0"/>
              <a:t>(like </a:t>
            </a:r>
            <a:r>
              <a:rPr lang="en-US" sz="2000" b="1" dirty="0"/>
              <a:t>str</a:t>
            </a:r>
            <a:r>
              <a:rPr lang="en-US" sz="2400" dirty="0"/>
              <a:t>, </a:t>
            </a:r>
            <a:r>
              <a:rPr lang="en-US" sz="2000" b="1" dirty="0"/>
              <a:t>int</a:t>
            </a:r>
            <a:r>
              <a:rPr lang="en-US" sz="2400" dirty="0"/>
              <a:t>, </a:t>
            </a:r>
            <a:r>
              <a:rPr lang="en-US" sz="2000" b="1" dirty="0"/>
              <a:t>float</a:t>
            </a:r>
            <a:r>
              <a:rPr lang="en-US" sz="2400" dirty="0"/>
              <a:t>, etc.)</a:t>
            </a:r>
          </a:p>
          <a:p>
            <a:pPr lvl="1"/>
            <a:r>
              <a:rPr lang="en-US" sz="2800" dirty="0" err="1"/>
              <a:t>Pydantic</a:t>
            </a:r>
            <a:r>
              <a:rPr lang="en-US" sz="2800" dirty="0"/>
              <a:t> automatically </a:t>
            </a:r>
            <a:r>
              <a:rPr lang="en-US" sz="2800" b="1" dirty="0"/>
              <a:t>validates</a:t>
            </a:r>
            <a:r>
              <a:rPr lang="en-US" sz="2800" dirty="0"/>
              <a:t> that data assigned to those attributes matches the expected types.</a:t>
            </a:r>
          </a:p>
          <a:p>
            <a:pPr lvl="1"/>
            <a:r>
              <a:rPr lang="en-US" sz="2800" dirty="0"/>
              <a:t>You get </a:t>
            </a:r>
            <a:r>
              <a:rPr lang="en-US" sz="2800" b="1" dirty="0"/>
              <a:t>automatic conversion</a:t>
            </a:r>
            <a:r>
              <a:rPr lang="en-US" sz="2800" dirty="0"/>
              <a:t>, </a:t>
            </a:r>
            <a:r>
              <a:rPr lang="en-US" sz="2800" b="1" dirty="0"/>
              <a:t>error handling</a:t>
            </a:r>
            <a:r>
              <a:rPr lang="en-US" sz="2800" dirty="0"/>
              <a:t>, and </a:t>
            </a:r>
            <a:r>
              <a:rPr lang="en-US" sz="2800" b="1" dirty="0"/>
              <a:t>JSON serialization</a:t>
            </a:r>
            <a:r>
              <a:rPr lang="en-US" sz="2800" dirty="0"/>
              <a:t> for free.</a:t>
            </a:r>
          </a:p>
          <a:p>
            <a:pPr marL="0" indent="0" fontAlgn="ctr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66806270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2C2F76-DD52-6B88-DCA0-10A086B4B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BD950C-DB41-C584-047D-58DA2F007A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574158"/>
            <a:ext cx="10659110" cy="57841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Why Use It?</a:t>
            </a:r>
          </a:p>
          <a:p>
            <a:r>
              <a:rPr lang="en-US" sz="2400" dirty="0"/>
              <a:t>Because Python alone doesn’t enforce types at runtime because Python is Dynamically Typed.</a:t>
            </a:r>
            <a:br>
              <a:rPr lang="en-US" sz="2400" dirty="0"/>
            </a:br>
            <a:endParaRPr lang="en-US" sz="2400" dirty="0"/>
          </a:p>
          <a:p>
            <a:r>
              <a:rPr lang="en-US" sz="2400" dirty="0"/>
              <a:t>For example:</a:t>
            </a:r>
          </a:p>
          <a:p>
            <a:pPr marL="0" indent="0" fontAlgn="ctr">
              <a:buNone/>
            </a:pPr>
            <a:endParaRPr lang="en-IN" sz="2400" dirty="0"/>
          </a:p>
          <a:p>
            <a:pPr marL="0" indent="0" fontAlgn="ctr">
              <a:buNone/>
            </a:pPr>
            <a:endParaRPr lang="en-IN" sz="2400" dirty="0"/>
          </a:p>
          <a:p>
            <a:pPr marL="0" indent="0" fontAlgn="ctr">
              <a:buNone/>
            </a:pPr>
            <a:endParaRPr lang="en-IN" sz="2400" dirty="0"/>
          </a:p>
          <a:p>
            <a:pPr marL="0" indent="0" fontAlgn="ctr">
              <a:buNone/>
            </a:pPr>
            <a:endParaRPr lang="en-IN" sz="2400" dirty="0"/>
          </a:p>
          <a:p>
            <a:pPr fontAlgn="ctr"/>
            <a:r>
              <a:rPr lang="en-US" sz="2400" dirty="0"/>
              <a:t>But </a:t>
            </a:r>
            <a:r>
              <a:rPr lang="en-US" sz="2400" dirty="0" err="1"/>
              <a:t>Pydantic</a:t>
            </a:r>
            <a:r>
              <a:rPr lang="en-US" sz="2400" dirty="0"/>
              <a:t> </a:t>
            </a:r>
            <a:r>
              <a:rPr lang="en-US" sz="2400" b="1" dirty="0"/>
              <a:t>will catch such mistakes</a:t>
            </a:r>
            <a:r>
              <a:rPr lang="en-US" sz="2400" dirty="0"/>
              <a:t> at runtime and raise a </a:t>
            </a:r>
            <a:r>
              <a:rPr lang="en-US" sz="2400" b="1" dirty="0" err="1">
                <a:solidFill>
                  <a:srgbClr val="C00000"/>
                </a:solidFill>
              </a:rPr>
              <a:t>ValidationError</a:t>
            </a:r>
            <a:r>
              <a:rPr lang="en-US" sz="2400" dirty="0"/>
              <a:t>.</a:t>
            </a:r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C3EAB5-815E-1A5C-8FBD-DCE4C83151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440" y="3132339"/>
            <a:ext cx="10820400" cy="667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16217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DE557-D4C9-4BD2-092C-0FEFC1A90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D02728-909D-A8D7-132C-3E3F4FF884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574158"/>
            <a:ext cx="10659110" cy="57841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Extra Features of </a:t>
            </a:r>
            <a:r>
              <a:rPr lang="en-US" sz="2800" b="1" dirty="0" err="1"/>
              <a:t>BaseModel</a:t>
            </a:r>
            <a:endParaRPr lang="en-US" sz="2800" b="1" dirty="0"/>
          </a:p>
          <a:p>
            <a:pPr marL="457200" indent="-457200">
              <a:buFont typeface="+mj-lt"/>
              <a:buAutoNum type="arabicPeriod"/>
            </a:pPr>
            <a:r>
              <a:rPr lang="en-US" sz="2400" b="1" dirty="0"/>
              <a:t>.</a:t>
            </a:r>
            <a:r>
              <a:rPr lang="en-US" sz="2400" b="1" dirty="0" err="1"/>
              <a:t>dict</a:t>
            </a:r>
            <a:r>
              <a:rPr lang="en-US" b="1" dirty="0"/>
              <a:t>()</a:t>
            </a:r>
            <a:r>
              <a:rPr lang="en-US" sz="2800" dirty="0"/>
              <a:t> </a:t>
            </a:r>
            <a:r>
              <a:rPr lang="en-US" sz="2400" dirty="0"/>
              <a:t>→ Converts model to a Python dictionary: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/>
          </a:p>
          <a:p>
            <a:pPr marL="457200" indent="-457200">
              <a:buFont typeface="+mj-lt"/>
              <a:buAutoNum type="arabicPeriod"/>
            </a:pPr>
            <a:endParaRPr lang="en-US" sz="2400" dirty="0"/>
          </a:p>
          <a:p>
            <a:pPr marL="457200" indent="-457200">
              <a:buFont typeface="+mj-lt"/>
              <a:buAutoNum type="arabicPeriod"/>
            </a:pPr>
            <a:r>
              <a:rPr lang="en-US" sz="2400" b="1" dirty="0"/>
              <a:t>.</a:t>
            </a:r>
            <a:r>
              <a:rPr lang="en-US" sz="2400" b="1" dirty="0" err="1"/>
              <a:t>json</a:t>
            </a:r>
            <a:r>
              <a:rPr lang="en-US" sz="2400" b="1" dirty="0"/>
              <a:t>()</a:t>
            </a:r>
            <a:r>
              <a:rPr lang="en-US" sz="2800" dirty="0"/>
              <a:t> </a:t>
            </a:r>
            <a:r>
              <a:rPr lang="en-US" sz="2400" dirty="0"/>
              <a:t>→ Converts model to a JSON string: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/>
          </a:p>
          <a:p>
            <a:pPr marL="457200" indent="-457200">
              <a:buFont typeface="+mj-lt"/>
              <a:buAutoNum type="arabicPeriod"/>
            </a:pPr>
            <a:endParaRPr lang="en-US" sz="2400" dirty="0"/>
          </a:p>
          <a:p>
            <a:pPr marL="457200" indent="-457200">
              <a:buFont typeface="+mj-lt"/>
              <a:buAutoNum type="arabicPeriod"/>
            </a:pPr>
            <a:endParaRPr lang="en-US" sz="2400" dirty="0"/>
          </a:p>
          <a:p>
            <a:pPr marL="457200" indent="-457200">
              <a:buFont typeface="+mj-lt"/>
              <a:buAutoNum type="arabicPeriod"/>
            </a:pPr>
            <a:r>
              <a:rPr lang="en-US" sz="2400" b="1" dirty="0"/>
              <a:t>.</a:t>
            </a:r>
            <a:r>
              <a:rPr lang="en-US" sz="2400" b="1" dirty="0" err="1"/>
              <a:t>model_dump</a:t>
            </a:r>
            <a:r>
              <a:rPr lang="en-US" sz="2400" b="1" dirty="0"/>
              <a:t>() </a:t>
            </a:r>
            <a:r>
              <a:rPr lang="en-US" sz="2400" dirty="0"/>
              <a:t>and </a:t>
            </a:r>
            <a:r>
              <a:rPr lang="en-US" sz="2400" b="1" dirty="0"/>
              <a:t>.</a:t>
            </a:r>
            <a:r>
              <a:rPr lang="en-US" sz="2400" b="1" dirty="0" err="1"/>
              <a:t>model_dump_json</a:t>
            </a:r>
            <a:r>
              <a:rPr lang="en-US" sz="2400" b="1" dirty="0"/>
              <a:t>() </a:t>
            </a:r>
            <a:r>
              <a:rPr lang="en-US" sz="2400" dirty="0"/>
              <a:t>→ (</a:t>
            </a:r>
            <a:r>
              <a:rPr lang="en-US" sz="2400" dirty="0" err="1"/>
              <a:t>Pydantic</a:t>
            </a:r>
            <a:r>
              <a:rPr lang="en-US" sz="2400" dirty="0"/>
              <a:t> v2 equivalents)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/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Validation and Error handling → </a:t>
            </a:r>
            <a:r>
              <a:rPr lang="en-US" sz="2400" b="1" dirty="0" err="1">
                <a:solidFill>
                  <a:srgbClr val="C00000"/>
                </a:solidFill>
              </a:rPr>
              <a:t>ValidationError</a:t>
            </a:r>
            <a:r>
              <a:rPr lang="en-US" sz="2400" dirty="0"/>
              <a:t> helps catch bad data cleanly.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endParaRPr lang="en-US" sz="2400" dirty="0"/>
          </a:p>
          <a:p>
            <a:pPr marL="0" indent="0" fontAlgn="ctr">
              <a:buNone/>
            </a:pPr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D5D7C9-3DBF-C02D-7F2B-37710BACAA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866" y="1744486"/>
            <a:ext cx="2476352" cy="6645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0479120-729F-A96F-C946-AC479B570F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866" y="3122580"/>
            <a:ext cx="2476350" cy="654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09919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53F87-36E8-9FFE-1358-AEF5E59C7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49D20D-C1FE-2E43-B437-7EBDEFC2FB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574158"/>
            <a:ext cx="10659110" cy="5784112"/>
          </a:xfrm>
        </p:spPr>
        <p:txBody>
          <a:bodyPr>
            <a:normAutofit/>
          </a:bodyPr>
          <a:lstStyle/>
          <a:p>
            <a:pPr marL="0" indent="0" fontAlgn="ctr">
              <a:buNone/>
            </a:pPr>
            <a:r>
              <a:rPr lang="en-US" sz="2400" b="1" dirty="0"/>
              <a:t>Default Values and Optional Fields:</a:t>
            </a:r>
          </a:p>
          <a:p>
            <a:pPr marL="0" indent="0" fontAlgn="ctr">
              <a:buNone/>
            </a:pPr>
            <a:endParaRPr lang="en-IN" sz="24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5991A1-3B59-F68E-F9FB-76C4601E1A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3810" y="1230682"/>
            <a:ext cx="8291562" cy="5053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91812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73627A-1E12-2984-0798-7D1D38A60A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1E3A01-F8BA-B470-8BD0-352A6D6F84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574158"/>
            <a:ext cx="10659110" cy="57841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/>
              <a:t>Data Conversion</a:t>
            </a:r>
          </a:p>
          <a:p>
            <a:r>
              <a:rPr lang="en-IN" sz="2400" dirty="0" err="1"/>
              <a:t>Pydantic</a:t>
            </a:r>
            <a:r>
              <a:rPr lang="en-IN" sz="2400" dirty="0"/>
              <a:t> can </a:t>
            </a:r>
            <a:r>
              <a:rPr lang="en-IN" sz="2400" b="1" dirty="0"/>
              <a:t>coerce</a:t>
            </a:r>
            <a:r>
              <a:rPr lang="en-IN" sz="2400" dirty="0"/>
              <a:t> (convert) compatible data types automatically.</a:t>
            </a:r>
          </a:p>
          <a:p>
            <a:pPr marL="0" indent="0" fontAlgn="ctr">
              <a:buNone/>
            </a:pPr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2B84F4-ACC3-B628-6EF6-79321F4EAB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382" y="1694382"/>
            <a:ext cx="7483420" cy="4283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90913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5EB005-1E86-BF08-B605-33494F374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BB3553-7570-769D-0191-273CAB451B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574158"/>
            <a:ext cx="10659110" cy="57841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Validation with Custom Logic: </a:t>
            </a:r>
          </a:p>
          <a:p>
            <a:r>
              <a:rPr lang="en-US" sz="2400" dirty="0"/>
              <a:t>You can define </a:t>
            </a:r>
            <a:r>
              <a:rPr lang="en-US" sz="2400" b="1" dirty="0">
                <a:solidFill>
                  <a:srgbClr val="C00000"/>
                </a:solidFill>
              </a:rPr>
              <a:t>validators</a:t>
            </a:r>
            <a:r>
              <a:rPr lang="en-US" sz="2400" dirty="0"/>
              <a:t> to add your own rules.</a:t>
            </a:r>
          </a:p>
          <a:p>
            <a:pPr marL="0" indent="0" fontAlgn="ctr">
              <a:buNone/>
            </a:pPr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6C21A8-3522-6053-7EF3-CF952B4F0C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4771" y="1514825"/>
            <a:ext cx="9056914" cy="4946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55718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7CB6C9-E383-B123-D769-DE92224FC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65D3AB-45C5-4B96-588C-500B466F40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574158"/>
            <a:ext cx="10659110" cy="57841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Nested Models</a:t>
            </a:r>
          </a:p>
          <a:p>
            <a:r>
              <a:rPr lang="en-US" sz="2400" dirty="0" err="1"/>
              <a:t>Pydantic</a:t>
            </a:r>
            <a:r>
              <a:rPr lang="en-US" sz="2400" dirty="0"/>
              <a:t> models can be nested (useful for JSON-like data).</a:t>
            </a:r>
          </a:p>
          <a:p>
            <a:pPr marL="0" indent="0" fontAlgn="ctr">
              <a:buNone/>
            </a:pPr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E24701-F3D4-9FEB-F4D5-E4B1EB36ED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3971" y="1614913"/>
            <a:ext cx="6708514" cy="4668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19769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953EFE-D567-300D-3FEA-20AB64835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156EB7-C1B5-D782-E7FA-9865194111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6445" y="536944"/>
            <a:ext cx="10659110" cy="5784112"/>
          </a:xfrm>
        </p:spPr>
        <p:txBody>
          <a:bodyPr>
            <a:normAutofit/>
          </a:bodyPr>
          <a:lstStyle/>
          <a:p>
            <a:pPr marL="0" indent="0" fontAlgn="ctr">
              <a:buNone/>
            </a:pPr>
            <a:endParaRPr lang="en-US" sz="2800" dirty="0"/>
          </a:p>
          <a:p>
            <a:pPr marL="0" indent="0" fontAlgn="ctr">
              <a:buNone/>
            </a:pPr>
            <a:endParaRPr lang="en-US" sz="2800" dirty="0"/>
          </a:p>
          <a:p>
            <a:pPr marL="0" indent="0" fontAlgn="ctr">
              <a:buNone/>
            </a:pPr>
            <a:endParaRPr lang="en-US" sz="2800" dirty="0"/>
          </a:p>
          <a:p>
            <a:pPr marL="0" indent="0" fontAlgn="ctr">
              <a:buNone/>
            </a:pPr>
            <a:endParaRPr lang="en-US" sz="2800" dirty="0"/>
          </a:p>
          <a:p>
            <a:pPr marL="0" indent="0" fontAlgn="ctr">
              <a:buNone/>
            </a:pPr>
            <a:endParaRPr lang="en-US" sz="2800" dirty="0"/>
          </a:p>
          <a:p>
            <a:pPr marL="0" indent="0" fontAlgn="ctr">
              <a:buNone/>
            </a:pPr>
            <a:endParaRPr lang="en-IN" sz="2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C0C552-E9B3-4C58-A8FA-4384EF05DA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221" y="1109073"/>
            <a:ext cx="10853148" cy="1475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57566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76F0C9-0F14-9401-9CDE-6C8355A40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144146-02E9-F2E9-8E92-7F25EF4CC9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96686"/>
            <a:ext cx="10659110" cy="548027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647842385"/>
      </p:ext>
    </p:extLst>
  </p:cSld>
  <p:clrMapOvr>
    <a:masterClrMapping/>
  </p:clrMapOvr>
</p:sld>
</file>

<file path=ppt/theme/theme1.xml><?xml version="1.0" encoding="utf-8"?>
<a:theme xmlns:a="http://schemas.openxmlformats.org/drawingml/2006/main" name="ConfettiVTI">
  <a:themeElements>
    <a:clrScheme name="Custom 30">
      <a:dk1>
        <a:sysClr val="windowText" lastClr="000000"/>
      </a:dk1>
      <a:lt1>
        <a:sysClr val="window" lastClr="FFFFFF"/>
      </a:lt1>
      <a:dk2>
        <a:srgbClr val="420023"/>
      </a:dk2>
      <a:lt2>
        <a:srgbClr val="FDFBF9"/>
      </a:lt2>
      <a:accent1>
        <a:srgbClr val="97446E"/>
      </a:accent1>
      <a:accent2>
        <a:srgbClr val="A40056"/>
      </a:accent2>
      <a:accent3>
        <a:srgbClr val="24BEEE"/>
      </a:accent3>
      <a:accent4>
        <a:srgbClr val="91274F"/>
      </a:accent4>
      <a:accent5>
        <a:srgbClr val="F39E29"/>
      </a:accent5>
      <a:accent6>
        <a:srgbClr val="E87450"/>
      </a:accent6>
      <a:hlink>
        <a:srgbClr val="F55D5D"/>
      </a:hlink>
      <a:folHlink>
        <a:srgbClr val="EA3A60"/>
      </a:folHlink>
    </a:clrScheme>
    <a:fontScheme name="Custom 10">
      <a:majorFont>
        <a:latin typeface="Gill Sans Nova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nfettiVTI" id="{B5618F7C-B4F0-4D28-83B4-440D0519681F}" vid="{5F84EFDF-E14E-48C6-955C-990A32085A7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9629</TotalTime>
  <Words>2507</Words>
  <Application>Microsoft Office PowerPoint</Application>
  <PresentationFormat>Widescreen</PresentationFormat>
  <Paragraphs>410</Paragraphs>
  <Slides>45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1" baseType="lpstr">
      <vt:lpstr>Aptos</vt:lpstr>
      <vt:lpstr>Arial</vt:lpstr>
      <vt:lpstr>Calibri</vt:lpstr>
      <vt:lpstr>Courier New</vt:lpstr>
      <vt:lpstr>Gill Sans Nova</vt:lpstr>
      <vt:lpstr>ConfettiVTI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PRAMOD NAIK</dc:creator>
  <cp:lastModifiedBy>Pramod Naik</cp:lastModifiedBy>
  <cp:revision>225</cp:revision>
  <dcterms:created xsi:type="dcterms:W3CDTF">2024-11-25T17:19:06Z</dcterms:created>
  <dcterms:modified xsi:type="dcterms:W3CDTF">2025-10-26T05:53:52Z</dcterms:modified>
</cp:coreProperties>
</file>