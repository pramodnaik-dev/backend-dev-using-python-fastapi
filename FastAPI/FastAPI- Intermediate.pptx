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68"/>
  </p:notesMasterIdLst>
  <p:sldIdLst>
    <p:sldId id="531" r:id="rId2"/>
    <p:sldId id="306" r:id="rId3"/>
    <p:sldId id="309" r:id="rId4"/>
    <p:sldId id="310" r:id="rId5"/>
    <p:sldId id="312" r:id="rId6"/>
    <p:sldId id="313" r:id="rId7"/>
    <p:sldId id="314" r:id="rId8"/>
    <p:sldId id="315" r:id="rId9"/>
    <p:sldId id="320" r:id="rId10"/>
    <p:sldId id="555" r:id="rId11"/>
    <p:sldId id="532" r:id="rId12"/>
    <p:sldId id="533" r:id="rId13"/>
    <p:sldId id="534" r:id="rId14"/>
    <p:sldId id="535" r:id="rId15"/>
    <p:sldId id="536" r:id="rId16"/>
    <p:sldId id="541" r:id="rId17"/>
    <p:sldId id="542" r:id="rId18"/>
    <p:sldId id="543" r:id="rId19"/>
    <p:sldId id="544" r:id="rId20"/>
    <p:sldId id="537" r:id="rId21"/>
    <p:sldId id="538" r:id="rId22"/>
    <p:sldId id="539" r:id="rId23"/>
    <p:sldId id="540" r:id="rId24"/>
    <p:sldId id="545" r:id="rId25"/>
    <p:sldId id="546" r:id="rId26"/>
    <p:sldId id="547" r:id="rId27"/>
    <p:sldId id="549" r:id="rId28"/>
    <p:sldId id="550" r:id="rId29"/>
    <p:sldId id="551" r:id="rId30"/>
    <p:sldId id="552" r:id="rId31"/>
    <p:sldId id="553" r:id="rId32"/>
    <p:sldId id="548" r:id="rId33"/>
    <p:sldId id="554" r:id="rId34"/>
    <p:sldId id="556" r:id="rId35"/>
    <p:sldId id="557" r:id="rId36"/>
    <p:sldId id="558" r:id="rId37"/>
    <p:sldId id="559" r:id="rId38"/>
    <p:sldId id="560" r:id="rId39"/>
    <p:sldId id="561" r:id="rId40"/>
    <p:sldId id="562" r:id="rId41"/>
    <p:sldId id="564" r:id="rId42"/>
    <p:sldId id="563" r:id="rId43"/>
    <p:sldId id="565" r:id="rId44"/>
    <p:sldId id="567" r:id="rId45"/>
    <p:sldId id="568" r:id="rId46"/>
    <p:sldId id="566" r:id="rId47"/>
    <p:sldId id="569" r:id="rId48"/>
    <p:sldId id="570" r:id="rId49"/>
    <p:sldId id="571" r:id="rId50"/>
    <p:sldId id="572" r:id="rId51"/>
    <p:sldId id="573" r:id="rId52"/>
    <p:sldId id="575" r:id="rId53"/>
    <p:sldId id="576" r:id="rId54"/>
    <p:sldId id="577" r:id="rId55"/>
    <p:sldId id="578" r:id="rId56"/>
    <p:sldId id="579" r:id="rId57"/>
    <p:sldId id="580" r:id="rId58"/>
    <p:sldId id="581" r:id="rId59"/>
    <p:sldId id="582" r:id="rId60"/>
    <p:sldId id="583" r:id="rId61"/>
    <p:sldId id="584" r:id="rId62"/>
    <p:sldId id="585" r:id="rId63"/>
    <p:sldId id="586" r:id="rId64"/>
    <p:sldId id="587" r:id="rId65"/>
    <p:sldId id="588" r:id="rId66"/>
    <p:sldId id="589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A747A9-39C3-436E-A3AC-34027D23E8DE}" v="190" dt="2025-11-01T14:24:57.0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mod Naik" userId="ceb6df04-ef15-4d9b-a141-998a03559d75" providerId="ADAL" clId="{D1D4E302-CA95-476B-B320-79C7EBDE6899}"/>
    <pc:docChg chg="undo custSel addSld delSld modSld">
      <pc:chgData name="Pramod Naik" userId="ceb6df04-ef15-4d9b-a141-998a03559d75" providerId="ADAL" clId="{D1D4E302-CA95-476B-B320-79C7EBDE6899}" dt="2025-09-04T20:26:20.323" v="8" actId="47"/>
      <pc:docMkLst>
        <pc:docMk/>
      </pc:docMkLst>
      <pc:sldChg chg="modSp">
        <pc:chgData name="Pramod Naik" userId="ceb6df04-ef15-4d9b-a141-998a03559d75" providerId="ADAL" clId="{D1D4E302-CA95-476B-B320-79C7EBDE6899}" dt="2025-09-04T20:26:07.698" v="4" actId="1036"/>
        <pc:sldMkLst>
          <pc:docMk/>
          <pc:sldMk cId="3886295808" sldId="538"/>
        </pc:sldMkLst>
      </pc:sldChg>
      <pc:sldChg chg="del">
        <pc:chgData name="Pramod Naik" userId="ceb6df04-ef15-4d9b-a141-998a03559d75" providerId="ADAL" clId="{D1D4E302-CA95-476B-B320-79C7EBDE6899}" dt="2025-09-04T20:26:19.563" v="7" actId="47"/>
        <pc:sldMkLst>
          <pc:docMk/>
          <pc:sldMk cId="2303070927" sldId="539"/>
        </pc:sldMkLst>
      </pc:sldChg>
      <pc:sldChg chg="add del">
        <pc:chgData name="Pramod Naik" userId="ceb6df04-ef15-4d9b-a141-998a03559d75" providerId="ADAL" clId="{D1D4E302-CA95-476B-B320-79C7EBDE6899}" dt="2025-09-04T20:26:20.323" v="8" actId="47"/>
        <pc:sldMkLst>
          <pc:docMk/>
          <pc:sldMk cId="2173694948" sldId="540"/>
        </pc:sldMkLst>
      </pc:sldChg>
    </pc:docChg>
  </pc:docChgLst>
  <pc:docChgLst>
    <pc:chgData name="Pramod Naik" userId="ceb6df04-ef15-4d9b-a141-998a03559d75" providerId="ADAL" clId="{2BBA8E63-1F83-4096-B685-F0D4199669C1}"/>
    <pc:docChg chg="undo custSel addSld delSld modSld sldOrd">
      <pc:chgData name="Pramod Naik" userId="ceb6df04-ef15-4d9b-a141-998a03559d75" providerId="ADAL" clId="{2BBA8E63-1F83-4096-B685-F0D4199669C1}" dt="2025-06-27T12:11:23.952" v="56" actId="1076"/>
      <pc:docMkLst>
        <pc:docMk/>
      </pc:docMkLst>
      <pc:sldChg chg="addSp delSp modSp mod">
        <pc:chgData name="Pramod Naik" userId="ceb6df04-ef15-4d9b-a141-998a03559d75" providerId="ADAL" clId="{2BBA8E63-1F83-4096-B685-F0D4199669C1}" dt="2025-06-27T12:08:58.224" v="15" actId="1076"/>
        <pc:sldMkLst>
          <pc:docMk/>
          <pc:sldMk cId="2805087750" sldId="369"/>
        </pc:sldMkLst>
      </pc:sldChg>
      <pc:sldChg chg="add">
        <pc:chgData name="Pramod Naik" userId="ceb6df04-ef15-4d9b-a141-998a03559d75" providerId="ADAL" clId="{2BBA8E63-1F83-4096-B685-F0D4199669C1}" dt="2025-06-27T12:07:21.871" v="0"/>
        <pc:sldMkLst>
          <pc:docMk/>
          <pc:sldMk cId="1961164702" sldId="536"/>
        </pc:sldMkLst>
      </pc:sldChg>
      <pc:sldChg chg="addSp delSp modSp add mod setBg">
        <pc:chgData name="Pramod Naik" userId="ceb6df04-ef15-4d9b-a141-998a03559d75" providerId="ADAL" clId="{2BBA8E63-1F83-4096-B685-F0D4199669C1}" dt="2025-06-27T12:11:23.952" v="56" actId="1076"/>
        <pc:sldMkLst>
          <pc:docMk/>
          <pc:sldMk cId="2190670439" sldId="537"/>
        </pc:sldMkLst>
      </pc:sldChg>
      <pc:sldChg chg="addSp delSp modSp add mod ord">
        <pc:chgData name="Pramod Naik" userId="ceb6df04-ef15-4d9b-a141-998a03559d75" providerId="ADAL" clId="{2BBA8E63-1F83-4096-B685-F0D4199669C1}" dt="2025-06-27T12:10:16.046" v="40"/>
        <pc:sldMkLst>
          <pc:docMk/>
          <pc:sldMk cId="3886295808" sldId="538"/>
        </pc:sldMkLst>
      </pc:sldChg>
      <pc:sldChg chg="add">
        <pc:chgData name="Pramod Naik" userId="ceb6df04-ef15-4d9b-a141-998a03559d75" providerId="ADAL" clId="{2BBA8E63-1F83-4096-B685-F0D4199669C1}" dt="2025-06-27T12:10:18.134" v="41"/>
        <pc:sldMkLst>
          <pc:docMk/>
          <pc:sldMk cId="2303070927" sldId="539"/>
        </pc:sldMkLst>
      </pc:sldChg>
      <pc:sldChg chg="add del">
        <pc:chgData name="Pramod Naik" userId="ceb6df04-ef15-4d9b-a141-998a03559d75" providerId="ADAL" clId="{2BBA8E63-1F83-4096-B685-F0D4199669C1}" dt="2025-06-27T12:09:53.990" v="35"/>
        <pc:sldMkLst>
          <pc:docMk/>
          <pc:sldMk cId="4238638134" sldId="539"/>
        </pc:sldMkLst>
      </pc:sldChg>
      <pc:sldChg chg="add">
        <pc:chgData name="Pramod Naik" userId="ceb6df04-ef15-4d9b-a141-998a03559d75" providerId="ADAL" clId="{2BBA8E63-1F83-4096-B685-F0D4199669C1}" dt="2025-06-27T12:10:18.332" v="42"/>
        <pc:sldMkLst>
          <pc:docMk/>
          <pc:sldMk cId="2173694948" sldId="540"/>
        </pc:sldMkLst>
      </pc:sldChg>
    </pc:docChg>
  </pc:docChgLst>
  <pc:docChgLst>
    <pc:chgData name="Pramod Naik" userId="ceb6df04-ef15-4d9b-a141-998a03559d75" providerId="ADAL" clId="{62E9B5AE-779D-4001-92D3-8FF830A8A9C1}"/>
    <pc:docChg chg="undo custSel addSld delSld modSld sldOrd">
      <pc:chgData name="Pramod Naik" userId="ceb6df04-ef15-4d9b-a141-998a03559d75" providerId="ADAL" clId="{62E9B5AE-779D-4001-92D3-8FF830A8A9C1}" dt="2025-11-01T14:25:04.390" v="4053" actId="5793"/>
      <pc:docMkLst>
        <pc:docMk/>
      </pc:docMkLst>
      <pc:sldChg chg="del">
        <pc:chgData name="Pramod Naik" userId="ceb6df04-ef15-4d9b-a141-998a03559d75" providerId="ADAL" clId="{62E9B5AE-779D-4001-92D3-8FF830A8A9C1}" dt="2025-09-20T10:19:06.094" v="0" actId="47"/>
        <pc:sldMkLst>
          <pc:docMk/>
          <pc:sldMk cId="3536530834" sldId="281"/>
        </pc:sldMkLst>
      </pc:sldChg>
      <pc:sldChg chg="del">
        <pc:chgData name="Pramod Naik" userId="ceb6df04-ef15-4d9b-a141-998a03559d75" providerId="ADAL" clId="{62E9B5AE-779D-4001-92D3-8FF830A8A9C1}" dt="2025-09-20T10:39:37.669" v="178" actId="47"/>
        <pc:sldMkLst>
          <pc:docMk/>
          <pc:sldMk cId="3871635132" sldId="282"/>
        </pc:sldMkLst>
      </pc:sldChg>
      <pc:sldChg chg="del">
        <pc:chgData name="Pramod Naik" userId="ceb6df04-ef15-4d9b-a141-998a03559d75" providerId="ADAL" clId="{62E9B5AE-779D-4001-92D3-8FF830A8A9C1}" dt="2025-09-20T10:39:39.497" v="179" actId="47"/>
        <pc:sldMkLst>
          <pc:docMk/>
          <pc:sldMk cId="98249899" sldId="283"/>
        </pc:sldMkLst>
      </pc:sldChg>
      <pc:sldChg chg="del">
        <pc:chgData name="Pramod Naik" userId="ceb6df04-ef15-4d9b-a141-998a03559d75" providerId="ADAL" clId="{62E9B5AE-779D-4001-92D3-8FF830A8A9C1}" dt="2025-09-20T10:39:43.232" v="181" actId="47"/>
        <pc:sldMkLst>
          <pc:docMk/>
          <pc:sldMk cId="1725153903" sldId="284"/>
        </pc:sldMkLst>
      </pc:sldChg>
      <pc:sldChg chg="del">
        <pc:chgData name="Pramod Naik" userId="ceb6df04-ef15-4d9b-a141-998a03559d75" providerId="ADAL" clId="{62E9B5AE-779D-4001-92D3-8FF830A8A9C1}" dt="2025-09-20T10:40:12.729" v="185" actId="47"/>
        <pc:sldMkLst>
          <pc:docMk/>
          <pc:sldMk cId="1206189811" sldId="287"/>
        </pc:sldMkLst>
      </pc:sldChg>
      <pc:sldChg chg="del">
        <pc:chgData name="Pramod Naik" userId="ceb6df04-ef15-4d9b-a141-998a03559d75" providerId="ADAL" clId="{62E9B5AE-779D-4001-92D3-8FF830A8A9C1}" dt="2025-09-20T10:40:26.333" v="187" actId="47"/>
        <pc:sldMkLst>
          <pc:docMk/>
          <pc:sldMk cId="1887283550" sldId="289"/>
        </pc:sldMkLst>
      </pc:sldChg>
      <pc:sldChg chg="del">
        <pc:chgData name="Pramod Naik" userId="ceb6df04-ef15-4d9b-a141-998a03559d75" providerId="ADAL" clId="{62E9B5AE-779D-4001-92D3-8FF830A8A9C1}" dt="2025-09-20T10:41:54.927" v="216" actId="47"/>
        <pc:sldMkLst>
          <pc:docMk/>
          <pc:sldMk cId="2706642426" sldId="305"/>
        </pc:sldMkLst>
      </pc:sldChg>
      <pc:sldChg chg="modSp add del mod">
        <pc:chgData name="Pramod Naik" userId="ceb6df04-ef15-4d9b-a141-998a03559d75" providerId="ADAL" clId="{62E9B5AE-779D-4001-92D3-8FF830A8A9C1}" dt="2025-10-26T05:53:46.492" v="2529"/>
        <pc:sldMkLst>
          <pc:docMk/>
          <pc:sldMk cId="3332929625" sldId="306"/>
        </pc:sldMkLst>
      </pc:sldChg>
      <pc:sldChg chg="del">
        <pc:chgData name="Pramod Naik" userId="ceb6df04-ef15-4d9b-a141-998a03559d75" providerId="ADAL" clId="{62E9B5AE-779D-4001-92D3-8FF830A8A9C1}" dt="2025-09-20T10:41:56.127" v="217" actId="47"/>
        <pc:sldMkLst>
          <pc:docMk/>
          <pc:sldMk cId="73976908" sldId="307"/>
        </pc:sldMkLst>
      </pc:sldChg>
      <pc:sldChg chg="del">
        <pc:chgData name="Pramod Naik" userId="ceb6df04-ef15-4d9b-a141-998a03559d75" providerId="ADAL" clId="{62E9B5AE-779D-4001-92D3-8FF830A8A9C1}" dt="2025-09-20T10:41:52.968" v="215" actId="47"/>
        <pc:sldMkLst>
          <pc:docMk/>
          <pc:sldMk cId="2788973060" sldId="308"/>
        </pc:sldMkLst>
      </pc:sldChg>
      <pc:sldChg chg="modSp add del mod">
        <pc:chgData name="Pramod Naik" userId="ceb6df04-ef15-4d9b-a141-998a03559d75" providerId="ADAL" clId="{62E9B5AE-779D-4001-92D3-8FF830A8A9C1}" dt="2025-10-27T06:47:51.196" v="2997" actId="20578"/>
        <pc:sldMkLst>
          <pc:docMk/>
          <pc:sldMk cId="2300769400" sldId="309"/>
        </pc:sldMkLst>
        <pc:spChg chg="mod">
          <ac:chgData name="Pramod Naik" userId="ceb6df04-ef15-4d9b-a141-998a03559d75" providerId="ADAL" clId="{62E9B5AE-779D-4001-92D3-8FF830A8A9C1}" dt="2025-10-27T06:47:51.196" v="2997" actId="20578"/>
          <ac:spMkLst>
            <pc:docMk/>
            <pc:sldMk cId="2300769400" sldId="309"/>
            <ac:spMk id="3" creationId="{B3E740B7-3016-3ABF-8912-284FC640E81B}"/>
          </ac:spMkLst>
        </pc:spChg>
      </pc:sldChg>
      <pc:sldChg chg="addSp delSp modSp add del mod">
        <pc:chgData name="Pramod Naik" userId="ceb6df04-ef15-4d9b-a141-998a03559d75" providerId="ADAL" clId="{62E9B5AE-779D-4001-92D3-8FF830A8A9C1}" dt="2025-10-26T05:53:46.492" v="2529"/>
        <pc:sldMkLst>
          <pc:docMk/>
          <pc:sldMk cId="1739931258" sldId="310"/>
        </pc:sldMkLst>
      </pc:sldChg>
      <pc:sldChg chg="add del">
        <pc:chgData name="Pramod Naik" userId="ceb6df04-ef15-4d9b-a141-998a03559d75" providerId="ADAL" clId="{62E9B5AE-779D-4001-92D3-8FF830A8A9C1}" dt="2025-10-11T09:19:43.258" v="582" actId="47"/>
        <pc:sldMkLst>
          <pc:docMk/>
          <pc:sldMk cId="2838800158" sldId="311"/>
        </pc:sldMkLst>
      </pc:sldChg>
      <pc:sldChg chg="modSp add del mod">
        <pc:chgData name="Pramod Naik" userId="ceb6df04-ef15-4d9b-a141-998a03559d75" providerId="ADAL" clId="{62E9B5AE-779D-4001-92D3-8FF830A8A9C1}" dt="2025-10-26T05:53:46.492" v="2529"/>
        <pc:sldMkLst>
          <pc:docMk/>
          <pc:sldMk cId="3279370306" sldId="312"/>
        </pc:sldMkLst>
      </pc:sldChg>
      <pc:sldChg chg="addSp delSp modSp add del mod">
        <pc:chgData name="Pramod Naik" userId="ceb6df04-ef15-4d9b-a141-998a03559d75" providerId="ADAL" clId="{62E9B5AE-779D-4001-92D3-8FF830A8A9C1}" dt="2025-10-27T06:49:17.452" v="3003" actId="20577"/>
        <pc:sldMkLst>
          <pc:docMk/>
          <pc:sldMk cId="1417320102" sldId="313"/>
        </pc:sldMkLst>
        <pc:spChg chg="mod">
          <ac:chgData name="Pramod Naik" userId="ceb6df04-ef15-4d9b-a141-998a03559d75" providerId="ADAL" clId="{62E9B5AE-779D-4001-92D3-8FF830A8A9C1}" dt="2025-10-27T06:49:17.452" v="3003" actId="20577"/>
          <ac:spMkLst>
            <pc:docMk/>
            <pc:sldMk cId="1417320102" sldId="313"/>
            <ac:spMk id="3" creationId="{5A8A250C-3D0F-0849-B09B-2A4A159E4F65}"/>
          </ac:spMkLst>
        </pc:spChg>
      </pc:sldChg>
      <pc:sldChg chg="addSp delSp modSp add del mod">
        <pc:chgData name="Pramod Naik" userId="ceb6df04-ef15-4d9b-a141-998a03559d75" providerId="ADAL" clId="{62E9B5AE-779D-4001-92D3-8FF830A8A9C1}" dt="2025-10-26T05:53:46.492" v="2529"/>
        <pc:sldMkLst>
          <pc:docMk/>
          <pc:sldMk cId="4187949477" sldId="314"/>
        </pc:sldMkLst>
      </pc:sldChg>
      <pc:sldChg chg="modSp add del mod">
        <pc:chgData name="Pramod Naik" userId="ceb6df04-ef15-4d9b-a141-998a03559d75" providerId="ADAL" clId="{62E9B5AE-779D-4001-92D3-8FF830A8A9C1}" dt="2025-10-27T06:56:21.357" v="3014" actId="6549"/>
        <pc:sldMkLst>
          <pc:docMk/>
          <pc:sldMk cId="250238104" sldId="315"/>
        </pc:sldMkLst>
        <pc:spChg chg="mod">
          <ac:chgData name="Pramod Naik" userId="ceb6df04-ef15-4d9b-a141-998a03559d75" providerId="ADAL" clId="{62E9B5AE-779D-4001-92D3-8FF830A8A9C1}" dt="2025-10-27T06:56:21.357" v="3014" actId="6549"/>
          <ac:spMkLst>
            <pc:docMk/>
            <pc:sldMk cId="250238104" sldId="315"/>
            <ac:spMk id="3" creationId="{B7F95E68-7228-F472-D99B-68B070A9BCA7}"/>
          </ac:spMkLst>
        </pc:spChg>
      </pc:sldChg>
      <pc:sldChg chg="add del">
        <pc:chgData name="Pramod Naik" userId="ceb6df04-ef15-4d9b-a141-998a03559d75" providerId="ADAL" clId="{62E9B5AE-779D-4001-92D3-8FF830A8A9C1}" dt="2025-10-11T09:27:23.701" v="797" actId="47"/>
        <pc:sldMkLst>
          <pc:docMk/>
          <pc:sldMk cId="171001743" sldId="316"/>
        </pc:sldMkLst>
      </pc:sldChg>
      <pc:sldChg chg="add del">
        <pc:chgData name="Pramod Naik" userId="ceb6df04-ef15-4d9b-a141-998a03559d75" providerId="ADAL" clId="{62E9B5AE-779D-4001-92D3-8FF830A8A9C1}" dt="2025-10-11T09:27:25.660" v="798" actId="47"/>
        <pc:sldMkLst>
          <pc:docMk/>
          <pc:sldMk cId="246652789" sldId="317"/>
        </pc:sldMkLst>
      </pc:sldChg>
      <pc:sldChg chg="del">
        <pc:chgData name="Pramod Naik" userId="ceb6df04-ef15-4d9b-a141-998a03559d75" providerId="ADAL" clId="{62E9B5AE-779D-4001-92D3-8FF830A8A9C1}" dt="2025-09-20T10:42:05.839" v="229" actId="47"/>
        <pc:sldMkLst>
          <pc:docMk/>
          <pc:sldMk cId="2446682609" sldId="318"/>
        </pc:sldMkLst>
      </pc:sldChg>
      <pc:sldChg chg="del">
        <pc:chgData name="Pramod Naik" userId="ceb6df04-ef15-4d9b-a141-998a03559d75" providerId="ADAL" clId="{62E9B5AE-779D-4001-92D3-8FF830A8A9C1}" dt="2025-09-20T10:42:06.390" v="230" actId="47"/>
        <pc:sldMkLst>
          <pc:docMk/>
          <pc:sldMk cId="4040775561" sldId="319"/>
        </pc:sldMkLst>
      </pc:sldChg>
      <pc:sldChg chg="addSp delSp modSp add del mod">
        <pc:chgData name="Pramod Naik" userId="ceb6df04-ef15-4d9b-a141-998a03559d75" providerId="ADAL" clId="{62E9B5AE-779D-4001-92D3-8FF830A8A9C1}" dt="2025-10-27T06:57:54.582" v="3021" actId="14100"/>
        <pc:sldMkLst>
          <pc:docMk/>
          <pc:sldMk cId="3306552090" sldId="320"/>
        </pc:sldMkLst>
        <pc:picChg chg="add mod">
          <ac:chgData name="Pramod Naik" userId="ceb6df04-ef15-4d9b-a141-998a03559d75" providerId="ADAL" clId="{62E9B5AE-779D-4001-92D3-8FF830A8A9C1}" dt="2025-10-27T06:57:54.582" v="3021" actId="14100"/>
          <ac:picMkLst>
            <pc:docMk/>
            <pc:sldMk cId="3306552090" sldId="320"/>
            <ac:picMk id="4" creationId="{179E9F93-B544-6459-D770-A2C538F04700}"/>
          </ac:picMkLst>
        </pc:picChg>
        <pc:picChg chg="mod">
          <ac:chgData name="Pramod Naik" userId="ceb6df04-ef15-4d9b-a141-998a03559d75" providerId="ADAL" clId="{62E9B5AE-779D-4001-92D3-8FF830A8A9C1}" dt="2025-10-27T06:56:54.442" v="3017" actId="1076"/>
          <ac:picMkLst>
            <pc:docMk/>
            <pc:sldMk cId="3306552090" sldId="320"/>
            <ac:picMk id="6" creationId="{AC525010-61D2-60D1-1669-58F08CACBC88}"/>
          </ac:picMkLst>
        </pc:picChg>
        <pc:picChg chg="mod">
          <ac:chgData name="Pramod Naik" userId="ceb6df04-ef15-4d9b-a141-998a03559d75" providerId="ADAL" clId="{62E9B5AE-779D-4001-92D3-8FF830A8A9C1}" dt="2025-10-27T06:56:55.969" v="3018" actId="1076"/>
          <ac:picMkLst>
            <pc:docMk/>
            <pc:sldMk cId="3306552090" sldId="320"/>
            <ac:picMk id="9" creationId="{48D8ADC6-7662-1F3B-FDAC-9080CF7CD0B8}"/>
          </ac:picMkLst>
        </pc:picChg>
        <pc:picChg chg="mod">
          <ac:chgData name="Pramod Naik" userId="ceb6df04-ef15-4d9b-a141-998a03559d75" providerId="ADAL" clId="{62E9B5AE-779D-4001-92D3-8FF830A8A9C1}" dt="2025-10-27T06:56:50.140" v="3016" actId="1076"/>
          <ac:picMkLst>
            <pc:docMk/>
            <pc:sldMk cId="3306552090" sldId="320"/>
            <ac:picMk id="11" creationId="{D425886E-A48C-411D-63E6-05E692E0CD12}"/>
          </ac:picMkLst>
        </pc:picChg>
      </pc:sldChg>
      <pc:sldChg chg="del">
        <pc:chgData name="Pramod Naik" userId="ceb6df04-ef15-4d9b-a141-998a03559d75" providerId="ADAL" clId="{62E9B5AE-779D-4001-92D3-8FF830A8A9C1}" dt="2025-09-20T10:43:09.139" v="247" actId="47"/>
        <pc:sldMkLst>
          <pc:docMk/>
          <pc:sldMk cId="146059141" sldId="338"/>
        </pc:sldMkLst>
      </pc:sldChg>
      <pc:sldChg chg="add del">
        <pc:chgData name="Pramod Naik" userId="ceb6df04-ef15-4d9b-a141-998a03559d75" providerId="ADAL" clId="{62E9B5AE-779D-4001-92D3-8FF830A8A9C1}" dt="2025-09-20T10:43:11.843" v="249" actId="47"/>
        <pc:sldMkLst>
          <pc:docMk/>
          <pc:sldMk cId="158852200" sldId="340"/>
        </pc:sldMkLst>
      </pc:sldChg>
      <pc:sldChg chg="modSp mod">
        <pc:chgData name="Pramod Naik" userId="ceb6df04-ef15-4d9b-a141-998a03559d75" providerId="ADAL" clId="{62E9B5AE-779D-4001-92D3-8FF830A8A9C1}" dt="2025-10-09T19:24:22.440" v="251" actId="20577"/>
        <pc:sldMkLst>
          <pc:docMk/>
          <pc:sldMk cId="799624097" sldId="376"/>
        </pc:sldMkLst>
      </pc:sldChg>
      <pc:sldChg chg="del">
        <pc:chgData name="Pramod Naik" userId="ceb6df04-ef15-4d9b-a141-998a03559d75" providerId="ADAL" clId="{62E9B5AE-779D-4001-92D3-8FF830A8A9C1}" dt="2025-09-20T10:40:10.297" v="184" actId="47"/>
        <pc:sldMkLst>
          <pc:docMk/>
          <pc:sldMk cId="1872001849" sldId="424"/>
        </pc:sldMkLst>
      </pc:sldChg>
      <pc:sldChg chg="del">
        <pc:chgData name="Pramod Naik" userId="ceb6df04-ef15-4d9b-a141-998a03559d75" providerId="ADAL" clId="{62E9B5AE-779D-4001-92D3-8FF830A8A9C1}" dt="2025-09-20T10:39:45.221" v="182" actId="47"/>
        <pc:sldMkLst>
          <pc:docMk/>
          <pc:sldMk cId="3198652846" sldId="445"/>
        </pc:sldMkLst>
      </pc:sldChg>
      <pc:sldChg chg="modSp mod">
        <pc:chgData name="Pramod Naik" userId="ceb6df04-ef15-4d9b-a141-998a03559d75" providerId="ADAL" clId="{62E9B5AE-779D-4001-92D3-8FF830A8A9C1}" dt="2025-09-20T10:19:25.122" v="17" actId="113"/>
        <pc:sldMkLst>
          <pc:docMk/>
          <pc:sldMk cId="3180435471" sldId="447"/>
        </pc:sldMkLst>
      </pc:sldChg>
      <pc:sldChg chg="del">
        <pc:chgData name="Pramod Naik" userId="ceb6df04-ef15-4d9b-a141-998a03559d75" providerId="ADAL" clId="{62E9B5AE-779D-4001-92D3-8FF830A8A9C1}" dt="2025-09-20T10:40:04.627" v="183" actId="47"/>
        <pc:sldMkLst>
          <pc:docMk/>
          <pc:sldMk cId="3528794914" sldId="450"/>
        </pc:sldMkLst>
      </pc:sldChg>
      <pc:sldChg chg="del">
        <pc:chgData name="Pramod Naik" userId="ceb6df04-ef15-4d9b-a141-998a03559d75" providerId="ADAL" clId="{62E9B5AE-779D-4001-92D3-8FF830A8A9C1}" dt="2025-09-20T10:40:14.542" v="186" actId="47"/>
        <pc:sldMkLst>
          <pc:docMk/>
          <pc:sldMk cId="2507663823" sldId="467"/>
        </pc:sldMkLst>
      </pc:sldChg>
      <pc:sldChg chg="modSp mod">
        <pc:chgData name="Pramod Naik" userId="ceb6df04-ef15-4d9b-a141-998a03559d75" providerId="ADAL" clId="{62E9B5AE-779D-4001-92D3-8FF830A8A9C1}" dt="2025-10-09T19:32:10.966" v="286"/>
        <pc:sldMkLst>
          <pc:docMk/>
          <pc:sldMk cId="490608734" sldId="491"/>
        </pc:sldMkLst>
      </pc:sldChg>
      <pc:sldChg chg="del">
        <pc:chgData name="Pramod Naik" userId="ceb6df04-ef15-4d9b-a141-998a03559d75" providerId="ADAL" clId="{62E9B5AE-779D-4001-92D3-8FF830A8A9C1}" dt="2025-09-20T10:40:27.766" v="188" actId="47"/>
        <pc:sldMkLst>
          <pc:docMk/>
          <pc:sldMk cId="2533904343" sldId="493"/>
        </pc:sldMkLst>
      </pc:sldChg>
      <pc:sldChg chg="modSp mod">
        <pc:chgData name="Pramod Naik" userId="ceb6df04-ef15-4d9b-a141-998a03559d75" providerId="ADAL" clId="{62E9B5AE-779D-4001-92D3-8FF830A8A9C1}" dt="2025-10-09T19:32:57.044" v="295" actId="207"/>
        <pc:sldMkLst>
          <pc:docMk/>
          <pc:sldMk cId="1149732589" sldId="494"/>
        </pc:sldMkLst>
      </pc:sldChg>
      <pc:sldChg chg="del">
        <pc:chgData name="Pramod Naik" userId="ceb6df04-ef15-4d9b-a141-998a03559d75" providerId="ADAL" clId="{62E9B5AE-779D-4001-92D3-8FF830A8A9C1}" dt="2025-09-20T10:40:38.992" v="189" actId="47"/>
        <pc:sldMkLst>
          <pc:docMk/>
          <pc:sldMk cId="1703640570" sldId="495"/>
        </pc:sldMkLst>
      </pc:sldChg>
      <pc:sldChg chg="del">
        <pc:chgData name="Pramod Naik" userId="ceb6df04-ef15-4d9b-a141-998a03559d75" providerId="ADAL" clId="{62E9B5AE-779D-4001-92D3-8FF830A8A9C1}" dt="2025-09-20T10:40:40.015" v="190" actId="47"/>
        <pc:sldMkLst>
          <pc:docMk/>
          <pc:sldMk cId="3225806142" sldId="496"/>
        </pc:sldMkLst>
      </pc:sldChg>
      <pc:sldChg chg="del">
        <pc:chgData name="Pramod Naik" userId="ceb6df04-ef15-4d9b-a141-998a03559d75" providerId="ADAL" clId="{62E9B5AE-779D-4001-92D3-8FF830A8A9C1}" dt="2025-09-20T10:40:40.970" v="191" actId="47"/>
        <pc:sldMkLst>
          <pc:docMk/>
          <pc:sldMk cId="1532476392" sldId="497"/>
        </pc:sldMkLst>
      </pc:sldChg>
      <pc:sldChg chg="del">
        <pc:chgData name="Pramod Naik" userId="ceb6df04-ef15-4d9b-a141-998a03559d75" providerId="ADAL" clId="{62E9B5AE-779D-4001-92D3-8FF830A8A9C1}" dt="2025-09-20T10:40:41.967" v="192" actId="47"/>
        <pc:sldMkLst>
          <pc:docMk/>
          <pc:sldMk cId="3314440347" sldId="498"/>
        </pc:sldMkLst>
      </pc:sldChg>
      <pc:sldChg chg="del">
        <pc:chgData name="Pramod Naik" userId="ceb6df04-ef15-4d9b-a141-998a03559d75" providerId="ADAL" clId="{62E9B5AE-779D-4001-92D3-8FF830A8A9C1}" dt="2025-09-20T10:41:44.490" v="211" actId="47"/>
        <pc:sldMkLst>
          <pc:docMk/>
          <pc:sldMk cId="3801089534" sldId="499"/>
        </pc:sldMkLst>
      </pc:sldChg>
      <pc:sldChg chg="del">
        <pc:chgData name="Pramod Naik" userId="ceb6df04-ef15-4d9b-a141-998a03559d75" providerId="ADAL" clId="{62E9B5AE-779D-4001-92D3-8FF830A8A9C1}" dt="2025-09-20T10:41:45.709" v="212" actId="47"/>
        <pc:sldMkLst>
          <pc:docMk/>
          <pc:sldMk cId="4115866621" sldId="500"/>
        </pc:sldMkLst>
      </pc:sldChg>
      <pc:sldChg chg="modSp mod">
        <pc:chgData name="Pramod Naik" userId="ceb6df04-ef15-4d9b-a141-998a03559d75" providerId="ADAL" clId="{62E9B5AE-779D-4001-92D3-8FF830A8A9C1}" dt="2025-09-20T10:41:32.668" v="210" actId="20577"/>
        <pc:sldMkLst>
          <pc:docMk/>
          <pc:sldMk cId="3930951075" sldId="501"/>
        </pc:sldMkLst>
      </pc:sldChg>
      <pc:sldChg chg="add del">
        <pc:chgData name="Pramod Naik" userId="ceb6df04-ef15-4d9b-a141-998a03559d75" providerId="ADAL" clId="{62E9B5AE-779D-4001-92D3-8FF830A8A9C1}" dt="2025-10-09T19:55:13.363" v="380" actId="47"/>
        <pc:sldMkLst>
          <pc:docMk/>
          <pc:sldMk cId="1158287235" sldId="502"/>
        </pc:sldMkLst>
      </pc:sldChg>
      <pc:sldChg chg="modSp add del mod">
        <pc:chgData name="Pramod Naik" userId="ceb6df04-ef15-4d9b-a141-998a03559d75" providerId="ADAL" clId="{62E9B5AE-779D-4001-92D3-8FF830A8A9C1}" dt="2025-10-09T19:55:38.333" v="382" actId="47"/>
        <pc:sldMkLst>
          <pc:docMk/>
          <pc:sldMk cId="1197408662" sldId="503"/>
        </pc:sldMkLst>
      </pc:sldChg>
      <pc:sldChg chg="modSp mod">
        <pc:chgData name="Pramod Naik" userId="ceb6df04-ef15-4d9b-a141-998a03559d75" providerId="ADAL" clId="{62E9B5AE-779D-4001-92D3-8FF830A8A9C1}" dt="2025-09-20T10:41:24.786" v="209" actId="20577"/>
        <pc:sldMkLst>
          <pc:docMk/>
          <pc:sldMk cId="3356209475" sldId="504"/>
        </pc:sldMkLst>
      </pc:sldChg>
      <pc:sldChg chg="modSp mod">
        <pc:chgData name="Pramod Naik" userId="ceb6df04-ef15-4d9b-a141-998a03559d75" providerId="ADAL" clId="{62E9B5AE-779D-4001-92D3-8FF830A8A9C1}" dt="2025-09-20T10:41:16.944" v="206" actId="20577"/>
        <pc:sldMkLst>
          <pc:docMk/>
          <pc:sldMk cId="1145778209" sldId="505"/>
        </pc:sldMkLst>
      </pc:sldChg>
      <pc:sldChg chg="del">
        <pc:chgData name="Pramod Naik" userId="ceb6df04-ef15-4d9b-a141-998a03559d75" providerId="ADAL" clId="{62E9B5AE-779D-4001-92D3-8FF830A8A9C1}" dt="2025-09-20T10:41:48.110" v="214" actId="47"/>
        <pc:sldMkLst>
          <pc:docMk/>
          <pc:sldMk cId="2951932448" sldId="506"/>
        </pc:sldMkLst>
      </pc:sldChg>
      <pc:sldChg chg="modSp mod">
        <pc:chgData name="Pramod Naik" userId="ceb6df04-ef15-4d9b-a141-998a03559d75" providerId="ADAL" clId="{62E9B5AE-779D-4001-92D3-8FF830A8A9C1}" dt="2025-09-20T10:42:22.165" v="232" actId="20577"/>
        <pc:sldMkLst>
          <pc:docMk/>
          <pc:sldMk cId="2224253486" sldId="512"/>
        </pc:sldMkLst>
      </pc:sldChg>
      <pc:sldChg chg="modSp mod">
        <pc:chgData name="Pramod Naik" userId="ceb6df04-ef15-4d9b-a141-998a03559d75" providerId="ADAL" clId="{62E9B5AE-779D-4001-92D3-8FF830A8A9C1}" dt="2025-09-20T10:42:25.203" v="233" actId="20577"/>
        <pc:sldMkLst>
          <pc:docMk/>
          <pc:sldMk cId="3986850537" sldId="513"/>
        </pc:sldMkLst>
      </pc:sldChg>
      <pc:sldChg chg="modSp mod">
        <pc:chgData name="Pramod Naik" userId="ceb6df04-ef15-4d9b-a141-998a03559d75" providerId="ADAL" clId="{62E9B5AE-779D-4001-92D3-8FF830A8A9C1}" dt="2025-09-20T10:42:33.958" v="235" actId="20577"/>
        <pc:sldMkLst>
          <pc:docMk/>
          <pc:sldMk cId="3495308794" sldId="515"/>
        </pc:sldMkLst>
      </pc:sldChg>
      <pc:sldChg chg="modSp mod">
        <pc:chgData name="Pramod Naik" userId="ceb6df04-ef15-4d9b-a141-998a03559d75" providerId="ADAL" clId="{62E9B5AE-779D-4001-92D3-8FF830A8A9C1}" dt="2025-09-20T10:42:39.845" v="237" actId="20577"/>
        <pc:sldMkLst>
          <pc:docMk/>
          <pc:sldMk cId="2056910270" sldId="516"/>
        </pc:sldMkLst>
      </pc:sldChg>
      <pc:sldChg chg="modSp mod">
        <pc:chgData name="Pramod Naik" userId="ceb6df04-ef15-4d9b-a141-998a03559d75" providerId="ADAL" clId="{62E9B5AE-779D-4001-92D3-8FF830A8A9C1}" dt="2025-09-20T10:42:43.495" v="238" actId="20577"/>
        <pc:sldMkLst>
          <pc:docMk/>
          <pc:sldMk cId="2880699123" sldId="517"/>
        </pc:sldMkLst>
      </pc:sldChg>
      <pc:sldChg chg="del">
        <pc:chgData name="Pramod Naik" userId="ceb6df04-ef15-4d9b-a141-998a03559d75" providerId="ADAL" clId="{62E9B5AE-779D-4001-92D3-8FF830A8A9C1}" dt="2025-09-20T10:42:49.455" v="239" actId="47"/>
        <pc:sldMkLst>
          <pc:docMk/>
          <pc:sldMk cId="3598008498" sldId="518"/>
        </pc:sldMkLst>
      </pc:sldChg>
      <pc:sldChg chg="del">
        <pc:chgData name="Pramod Naik" userId="ceb6df04-ef15-4d9b-a141-998a03559d75" providerId="ADAL" clId="{62E9B5AE-779D-4001-92D3-8FF830A8A9C1}" dt="2025-09-20T10:42:50.319" v="240" actId="47"/>
        <pc:sldMkLst>
          <pc:docMk/>
          <pc:sldMk cId="1340291649" sldId="519"/>
        </pc:sldMkLst>
      </pc:sldChg>
      <pc:sldChg chg="del">
        <pc:chgData name="Pramod Naik" userId="ceb6df04-ef15-4d9b-a141-998a03559d75" providerId="ADAL" clId="{62E9B5AE-779D-4001-92D3-8FF830A8A9C1}" dt="2025-09-20T10:42:51.840" v="241" actId="47"/>
        <pc:sldMkLst>
          <pc:docMk/>
          <pc:sldMk cId="1427375454" sldId="520"/>
        </pc:sldMkLst>
      </pc:sldChg>
      <pc:sldChg chg="del">
        <pc:chgData name="Pramod Naik" userId="ceb6df04-ef15-4d9b-a141-998a03559d75" providerId="ADAL" clId="{62E9B5AE-779D-4001-92D3-8FF830A8A9C1}" dt="2025-09-20T10:42:53.187" v="242" actId="47"/>
        <pc:sldMkLst>
          <pc:docMk/>
          <pc:sldMk cId="644800703" sldId="521"/>
        </pc:sldMkLst>
      </pc:sldChg>
      <pc:sldChg chg="del">
        <pc:chgData name="Pramod Naik" userId="ceb6df04-ef15-4d9b-a141-998a03559d75" providerId="ADAL" clId="{62E9B5AE-779D-4001-92D3-8FF830A8A9C1}" dt="2025-09-20T10:42:54.012" v="243" actId="47"/>
        <pc:sldMkLst>
          <pc:docMk/>
          <pc:sldMk cId="2697665067" sldId="522"/>
        </pc:sldMkLst>
      </pc:sldChg>
      <pc:sldChg chg="del">
        <pc:chgData name="Pramod Naik" userId="ceb6df04-ef15-4d9b-a141-998a03559d75" providerId="ADAL" clId="{62E9B5AE-779D-4001-92D3-8FF830A8A9C1}" dt="2025-09-20T10:42:54.896" v="244" actId="47"/>
        <pc:sldMkLst>
          <pc:docMk/>
          <pc:sldMk cId="2715239674" sldId="523"/>
        </pc:sldMkLst>
      </pc:sldChg>
      <pc:sldChg chg="del">
        <pc:chgData name="Pramod Naik" userId="ceb6df04-ef15-4d9b-a141-998a03559d75" providerId="ADAL" clId="{62E9B5AE-779D-4001-92D3-8FF830A8A9C1}" dt="2025-09-20T10:42:55.867" v="245" actId="47"/>
        <pc:sldMkLst>
          <pc:docMk/>
          <pc:sldMk cId="3502240012" sldId="524"/>
        </pc:sldMkLst>
      </pc:sldChg>
      <pc:sldChg chg="del">
        <pc:chgData name="Pramod Naik" userId="ceb6df04-ef15-4d9b-a141-998a03559d75" providerId="ADAL" clId="{62E9B5AE-779D-4001-92D3-8FF830A8A9C1}" dt="2025-09-20T10:42:57.183" v="246" actId="47"/>
        <pc:sldMkLst>
          <pc:docMk/>
          <pc:sldMk cId="3857195804" sldId="525"/>
        </pc:sldMkLst>
      </pc:sldChg>
      <pc:sldChg chg="del">
        <pc:chgData name="Pramod Naik" userId="ceb6df04-ef15-4d9b-a141-998a03559d75" providerId="ADAL" clId="{62E9B5AE-779D-4001-92D3-8FF830A8A9C1}" dt="2025-10-26T05:52:59.120" v="2460" actId="47"/>
        <pc:sldMkLst>
          <pc:docMk/>
          <pc:sldMk cId="2663992815" sldId="526"/>
        </pc:sldMkLst>
      </pc:sldChg>
      <pc:sldChg chg="modSp del mod">
        <pc:chgData name="Pramod Naik" userId="ceb6df04-ef15-4d9b-a141-998a03559d75" providerId="ADAL" clId="{62E9B5AE-779D-4001-92D3-8FF830A8A9C1}" dt="2025-10-26T05:52:59.627" v="2461" actId="47"/>
        <pc:sldMkLst>
          <pc:docMk/>
          <pc:sldMk cId="228400106" sldId="527"/>
        </pc:sldMkLst>
      </pc:sldChg>
      <pc:sldChg chg="modSp mod">
        <pc:chgData name="Pramod Naik" userId="ceb6df04-ef15-4d9b-a141-998a03559d75" providerId="ADAL" clId="{62E9B5AE-779D-4001-92D3-8FF830A8A9C1}" dt="2025-09-20T10:21:30.688" v="31" actId="20577"/>
        <pc:sldMkLst>
          <pc:docMk/>
          <pc:sldMk cId="1792152373" sldId="527"/>
        </pc:sldMkLst>
      </pc:sldChg>
      <pc:sldChg chg="modSp mod">
        <pc:chgData name="Pramod Naik" userId="ceb6df04-ef15-4d9b-a141-998a03559d75" providerId="ADAL" clId="{62E9B5AE-779D-4001-92D3-8FF830A8A9C1}" dt="2025-09-20T10:21:41.887" v="35" actId="6549"/>
        <pc:sldMkLst>
          <pc:docMk/>
          <pc:sldMk cId="273061064" sldId="528"/>
        </pc:sldMkLst>
      </pc:sldChg>
      <pc:sldChg chg="addSp delSp modSp del mod">
        <pc:chgData name="Pramod Naik" userId="ceb6df04-ef15-4d9b-a141-998a03559d75" providerId="ADAL" clId="{62E9B5AE-779D-4001-92D3-8FF830A8A9C1}" dt="2025-10-26T05:52:59.669" v="2462" actId="47"/>
        <pc:sldMkLst>
          <pc:docMk/>
          <pc:sldMk cId="645782176" sldId="528"/>
        </pc:sldMkLst>
      </pc:sldChg>
      <pc:sldChg chg="modSp mod">
        <pc:chgData name="Pramod Naik" userId="ceb6df04-ef15-4d9b-a141-998a03559d75" providerId="ADAL" clId="{62E9B5AE-779D-4001-92D3-8FF830A8A9C1}" dt="2025-09-20T10:20:46.149" v="27" actId="403"/>
        <pc:sldMkLst>
          <pc:docMk/>
          <pc:sldMk cId="315074426" sldId="529"/>
        </pc:sldMkLst>
      </pc:sldChg>
      <pc:sldChg chg="modSp del mod">
        <pc:chgData name="Pramod Naik" userId="ceb6df04-ef15-4d9b-a141-998a03559d75" providerId="ADAL" clId="{62E9B5AE-779D-4001-92D3-8FF830A8A9C1}" dt="2025-10-26T05:52:59.692" v="2463" actId="47"/>
        <pc:sldMkLst>
          <pc:docMk/>
          <pc:sldMk cId="661470129" sldId="529"/>
        </pc:sldMkLst>
      </pc:sldChg>
      <pc:sldChg chg="del">
        <pc:chgData name="Pramod Naik" userId="ceb6df04-ef15-4d9b-a141-998a03559d75" providerId="ADAL" clId="{62E9B5AE-779D-4001-92D3-8FF830A8A9C1}" dt="2025-10-24T05:14:48.062" v="2374" actId="47"/>
        <pc:sldMkLst>
          <pc:docMk/>
          <pc:sldMk cId="3183652202" sldId="530"/>
        </pc:sldMkLst>
      </pc:sldChg>
      <pc:sldChg chg="addSp delSp modSp add del mod">
        <pc:chgData name="Pramod Naik" userId="ceb6df04-ef15-4d9b-a141-998a03559d75" providerId="ADAL" clId="{62E9B5AE-779D-4001-92D3-8FF830A8A9C1}" dt="2025-10-26T05:57:24.704" v="2546" actId="164"/>
        <pc:sldMkLst>
          <pc:docMk/>
          <pc:sldMk cId="2647842385" sldId="531"/>
        </pc:sldMkLst>
        <pc:grpChg chg="add mod">
          <ac:chgData name="Pramod Naik" userId="ceb6df04-ef15-4d9b-a141-998a03559d75" providerId="ADAL" clId="{62E9B5AE-779D-4001-92D3-8FF830A8A9C1}" dt="2025-10-26T05:57:24.704" v="2546" actId="164"/>
          <ac:grpSpMkLst>
            <pc:docMk/>
            <pc:sldMk cId="2647842385" sldId="531"/>
            <ac:grpSpMk id="6" creationId="{BA1704FD-B516-EE21-9AAE-763C14BDCAB8}"/>
          </ac:grpSpMkLst>
        </pc:grpChg>
        <pc:picChg chg="add mod">
          <ac:chgData name="Pramod Naik" userId="ceb6df04-ef15-4d9b-a141-998a03559d75" providerId="ADAL" clId="{62E9B5AE-779D-4001-92D3-8FF830A8A9C1}" dt="2025-10-26T05:57:24.704" v="2546" actId="164"/>
          <ac:picMkLst>
            <pc:docMk/>
            <pc:sldMk cId="2647842385" sldId="531"/>
            <ac:picMk id="4" creationId="{E588FFAC-F124-4F59-B487-448036F724E2}"/>
          </ac:picMkLst>
        </pc:picChg>
        <pc:picChg chg="add mod ord">
          <ac:chgData name="Pramod Naik" userId="ceb6df04-ef15-4d9b-a141-998a03559d75" providerId="ADAL" clId="{62E9B5AE-779D-4001-92D3-8FF830A8A9C1}" dt="2025-10-26T05:57:24.704" v="2546" actId="164"/>
          <ac:picMkLst>
            <pc:docMk/>
            <pc:sldMk cId="2647842385" sldId="531"/>
            <ac:picMk id="5" creationId="{65B56F89-435B-72C8-10A0-8CCEAD3D6873}"/>
          </ac:picMkLst>
        </pc:picChg>
        <pc:picChg chg="add mod">
          <ac:chgData name="Pramod Naik" userId="ceb6df04-ef15-4d9b-a141-998a03559d75" providerId="ADAL" clId="{62E9B5AE-779D-4001-92D3-8FF830A8A9C1}" dt="2025-10-26T05:57:24.704" v="2546" actId="164"/>
          <ac:picMkLst>
            <pc:docMk/>
            <pc:sldMk cId="2647842385" sldId="531"/>
            <ac:picMk id="1026" creationId="{617A063E-D0B3-4CC2-5607-890A9596C360}"/>
          </ac:picMkLst>
        </pc:picChg>
      </pc:sldChg>
      <pc:sldChg chg="del">
        <pc:chgData name="Pramod Naik" userId="ceb6df04-ef15-4d9b-a141-998a03559d75" providerId="ADAL" clId="{62E9B5AE-779D-4001-92D3-8FF830A8A9C1}" dt="2025-09-20T10:39:41.716" v="180" actId="47"/>
        <pc:sldMkLst>
          <pc:docMk/>
          <pc:sldMk cId="3157512093" sldId="531"/>
        </pc:sldMkLst>
      </pc:sldChg>
      <pc:sldChg chg="modSp mod">
        <pc:chgData name="Pramod Naik" userId="ceb6df04-ef15-4d9b-a141-998a03559d75" providerId="ADAL" clId="{62E9B5AE-779D-4001-92D3-8FF830A8A9C1}" dt="2025-10-09T19:29:32.538" v="280" actId="14100"/>
        <pc:sldMkLst>
          <pc:docMk/>
          <pc:sldMk cId="535661125" sldId="532"/>
        </pc:sldMkLst>
      </pc:sldChg>
      <pc:sldChg chg="modSp add mod">
        <pc:chgData name="Pramod Naik" userId="ceb6df04-ef15-4d9b-a141-998a03559d75" providerId="ADAL" clId="{62E9B5AE-779D-4001-92D3-8FF830A8A9C1}" dt="2025-10-30T05:47:28.659" v="3530" actId="113"/>
        <pc:sldMkLst>
          <pc:docMk/>
          <pc:sldMk cId="1542586166" sldId="532"/>
        </pc:sldMkLst>
        <pc:spChg chg="mod">
          <ac:chgData name="Pramod Naik" userId="ceb6df04-ef15-4d9b-a141-998a03559d75" providerId="ADAL" clId="{62E9B5AE-779D-4001-92D3-8FF830A8A9C1}" dt="2025-10-30T05:47:28.659" v="3530" actId="113"/>
          <ac:spMkLst>
            <pc:docMk/>
            <pc:sldMk cId="1542586166" sldId="532"/>
            <ac:spMk id="3" creationId="{84954DEB-2EA5-ACB5-0BDB-FAA75E67485B}"/>
          </ac:spMkLst>
        </pc:spChg>
      </pc:sldChg>
      <pc:sldChg chg="add del">
        <pc:chgData name="Pramod Naik" userId="ceb6df04-ef15-4d9b-a141-998a03559d75" providerId="ADAL" clId="{62E9B5AE-779D-4001-92D3-8FF830A8A9C1}" dt="2025-10-26T05:51:04.411" v="2459" actId="47"/>
        <pc:sldMkLst>
          <pc:docMk/>
          <pc:sldMk cId="3892924958" sldId="532"/>
        </pc:sldMkLst>
      </pc:sldChg>
      <pc:sldChg chg="add del">
        <pc:chgData name="Pramod Naik" userId="ceb6df04-ef15-4d9b-a141-998a03559d75" providerId="ADAL" clId="{62E9B5AE-779D-4001-92D3-8FF830A8A9C1}" dt="2025-10-26T05:51:03.218" v="2458" actId="47"/>
        <pc:sldMkLst>
          <pc:docMk/>
          <pc:sldMk cId="208792046" sldId="533"/>
        </pc:sldMkLst>
      </pc:sldChg>
      <pc:sldChg chg="addSp modSp add mod">
        <pc:chgData name="Pramod Naik" userId="ceb6df04-ef15-4d9b-a141-998a03559d75" providerId="ADAL" clId="{62E9B5AE-779D-4001-92D3-8FF830A8A9C1}" dt="2025-10-26T06:14:34.888" v="2653" actId="20577"/>
        <pc:sldMkLst>
          <pc:docMk/>
          <pc:sldMk cId="297277313" sldId="533"/>
        </pc:sldMkLst>
        <pc:spChg chg="mod">
          <ac:chgData name="Pramod Naik" userId="ceb6df04-ef15-4d9b-a141-998a03559d75" providerId="ADAL" clId="{62E9B5AE-779D-4001-92D3-8FF830A8A9C1}" dt="2025-10-26T06:14:34.888" v="2653" actId="20577"/>
          <ac:spMkLst>
            <pc:docMk/>
            <pc:sldMk cId="297277313" sldId="533"/>
            <ac:spMk id="3" creationId="{9FFEE490-F3FF-5A19-462E-D8A274E84D08}"/>
          </ac:spMkLst>
        </pc:spChg>
        <pc:picChg chg="add mod">
          <ac:chgData name="Pramod Naik" userId="ceb6df04-ef15-4d9b-a141-998a03559d75" providerId="ADAL" clId="{62E9B5AE-779D-4001-92D3-8FF830A8A9C1}" dt="2025-10-26T06:13:25.302" v="2628" actId="1076"/>
          <ac:picMkLst>
            <pc:docMk/>
            <pc:sldMk cId="297277313" sldId="533"/>
            <ac:picMk id="4" creationId="{C2D72113-B219-DCA8-16C7-0E8A1906CFF2}"/>
          </ac:picMkLst>
        </pc:picChg>
      </pc:sldChg>
      <pc:sldChg chg="del">
        <pc:chgData name="Pramod Naik" userId="ceb6df04-ef15-4d9b-a141-998a03559d75" providerId="ADAL" clId="{62E9B5AE-779D-4001-92D3-8FF830A8A9C1}" dt="2025-09-20T10:41:46.678" v="213" actId="47"/>
        <pc:sldMkLst>
          <pc:docMk/>
          <pc:sldMk cId="813065072" sldId="534"/>
        </pc:sldMkLst>
      </pc:sldChg>
      <pc:sldChg chg="add del">
        <pc:chgData name="Pramod Naik" userId="ceb6df04-ef15-4d9b-a141-998a03559d75" providerId="ADAL" clId="{62E9B5AE-779D-4001-92D3-8FF830A8A9C1}" dt="2025-10-26T05:51:02.666" v="2457" actId="47"/>
        <pc:sldMkLst>
          <pc:docMk/>
          <pc:sldMk cId="948425043" sldId="534"/>
        </pc:sldMkLst>
      </pc:sldChg>
      <pc:sldChg chg="addSp modSp add mod">
        <pc:chgData name="Pramod Naik" userId="ceb6df04-ef15-4d9b-a141-998a03559d75" providerId="ADAL" clId="{62E9B5AE-779D-4001-92D3-8FF830A8A9C1}" dt="2025-10-30T05:50:36.545" v="3531" actId="403"/>
        <pc:sldMkLst>
          <pc:docMk/>
          <pc:sldMk cId="1574124982" sldId="534"/>
        </pc:sldMkLst>
        <pc:spChg chg="mod">
          <ac:chgData name="Pramod Naik" userId="ceb6df04-ef15-4d9b-a141-998a03559d75" providerId="ADAL" clId="{62E9B5AE-779D-4001-92D3-8FF830A8A9C1}" dt="2025-10-30T05:50:36.545" v="3531" actId="403"/>
          <ac:spMkLst>
            <pc:docMk/>
            <pc:sldMk cId="1574124982" sldId="534"/>
            <ac:spMk id="3" creationId="{958ABE57-FDE6-6552-1BFD-6C8B87B26F6B}"/>
          </ac:spMkLst>
        </pc:spChg>
        <pc:picChg chg="add mod">
          <ac:chgData name="Pramod Naik" userId="ceb6df04-ef15-4d9b-a141-998a03559d75" providerId="ADAL" clId="{62E9B5AE-779D-4001-92D3-8FF830A8A9C1}" dt="2025-10-26T06:19:57.084" v="2685" actId="1076"/>
          <ac:picMkLst>
            <pc:docMk/>
            <pc:sldMk cId="1574124982" sldId="534"/>
            <ac:picMk id="4" creationId="{856E24A2-00AC-04D7-C093-1D0B417BF428}"/>
          </ac:picMkLst>
        </pc:picChg>
      </pc:sldChg>
      <pc:sldChg chg="add del">
        <pc:chgData name="Pramod Naik" userId="ceb6df04-ef15-4d9b-a141-998a03559d75" providerId="ADAL" clId="{62E9B5AE-779D-4001-92D3-8FF830A8A9C1}" dt="2025-10-26T05:51:01.972" v="2456" actId="47"/>
        <pc:sldMkLst>
          <pc:docMk/>
          <pc:sldMk cId="2261098285" sldId="535"/>
        </pc:sldMkLst>
      </pc:sldChg>
      <pc:sldChg chg="addSp modSp add mod">
        <pc:chgData name="Pramod Naik" userId="ceb6df04-ef15-4d9b-a141-998a03559d75" providerId="ADAL" clId="{62E9B5AE-779D-4001-92D3-8FF830A8A9C1}" dt="2025-10-26T06:22:15.243" v="2723" actId="1076"/>
        <pc:sldMkLst>
          <pc:docMk/>
          <pc:sldMk cId="2289789579" sldId="535"/>
        </pc:sldMkLst>
        <pc:spChg chg="mod">
          <ac:chgData name="Pramod Naik" userId="ceb6df04-ef15-4d9b-a141-998a03559d75" providerId="ADAL" clId="{62E9B5AE-779D-4001-92D3-8FF830A8A9C1}" dt="2025-10-26T06:22:10.969" v="2722" actId="20577"/>
          <ac:spMkLst>
            <pc:docMk/>
            <pc:sldMk cId="2289789579" sldId="535"/>
            <ac:spMk id="3" creationId="{F19CE76A-F451-0FD6-0A0A-E6D356594726}"/>
          </ac:spMkLst>
        </pc:spChg>
        <pc:picChg chg="add mod">
          <ac:chgData name="Pramod Naik" userId="ceb6df04-ef15-4d9b-a141-998a03559d75" providerId="ADAL" clId="{62E9B5AE-779D-4001-92D3-8FF830A8A9C1}" dt="2025-10-26T06:22:15.243" v="2723" actId="1076"/>
          <ac:picMkLst>
            <pc:docMk/>
            <pc:sldMk cId="2289789579" sldId="535"/>
            <ac:picMk id="4" creationId="{55A6E68E-25CA-99A8-9330-F9264A760036}"/>
          </ac:picMkLst>
        </pc:picChg>
      </pc:sldChg>
      <pc:sldChg chg="del">
        <pc:chgData name="Pramod Naik" userId="ceb6df04-ef15-4d9b-a141-998a03559d75" providerId="ADAL" clId="{62E9B5AE-779D-4001-92D3-8FF830A8A9C1}" dt="2025-09-20T10:40:43.960" v="193" actId="47"/>
        <pc:sldMkLst>
          <pc:docMk/>
          <pc:sldMk cId="2713829649" sldId="535"/>
        </pc:sldMkLst>
      </pc:sldChg>
      <pc:sldChg chg="modSp add del mod">
        <pc:chgData name="Pramod Naik" userId="ceb6df04-ef15-4d9b-a141-998a03559d75" providerId="ADAL" clId="{62E9B5AE-779D-4001-92D3-8FF830A8A9C1}" dt="2025-10-26T05:52:59.727" v="2464" actId="47"/>
        <pc:sldMkLst>
          <pc:docMk/>
          <pc:sldMk cId="1692959063" sldId="536"/>
        </pc:sldMkLst>
      </pc:sldChg>
      <pc:sldChg chg="addSp modSp add mod">
        <pc:chgData name="Pramod Naik" userId="ceb6df04-ef15-4d9b-a141-998a03559d75" providerId="ADAL" clId="{62E9B5AE-779D-4001-92D3-8FF830A8A9C1}" dt="2025-10-26T06:23:41.194" v="2754" actId="113"/>
        <pc:sldMkLst>
          <pc:docMk/>
          <pc:sldMk cId="2194351071" sldId="536"/>
        </pc:sldMkLst>
        <pc:spChg chg="mod">
          <ac:chgData name="Pramod Naik" userId="ceb6df04-ef15-4d9b-a141-998a03559d75" providerId="ADAL" clId="{62E9B5AE-779D-4001-92D3-8FF830A8A9C1}" dt="2025-10-26T06:23:41.194" v="2754" actId="113"/>
          <ac:spMkLst>
            <pc:docMk/>
            <pc:sldMk cId="2194351071" sldId="536"/>
            <ac:spMk id="3" creationId="{9D1C0689-1BDD-F8AF-7598-6285D19C8E7F}"/>
          </ac:spMkLst>
        </pc:spChg>
        <pc:picChg chg="add mod">
          <ac:chgData name="Pramod Naik" userId="ceb6df04-ef15-4d9b-a141-998a03559d75" providerId="ADAL" clId="{62E9B5AE-779D-4001-92D3-8FF830A8A9C1}" dt="2025-10-26T06:23:20.067" v="2745" actId="1076"/>
          <ac:picMkLst>
            <pc:docMk/>
            <pc:sldMk cId="2194351071" sldId="536"/>
            <ac:picMk id="4" creationId="{6BDF50A3-627B-87DE-ED7E-BFC37FB07B1F}"/>
          </ac:picMkLst>
        </pc:picChg>
      </pc:sldChg>
      <pc:sldChg chg="modSp add del mod">
        <pc:chgData name="Pramod Naik" userId="ceb6df04-ef15-4d9b-a141-998a03559d75" providerId="ADAL" clId="{62E9B5AE-779D-4001-92D3-8FF830A8A9C1}" dt="2025-10-11T09:23:35.077" v="651" actId="2696"/>
        <pc:sldMkLst>
          <pc:docMk/>
          <pc:sldMk cId="2231447491" sldId="536"/>
        </pc:sldMkLst>
      </pc:sldChg>
      <pc:sldChg chg="modSp add del mod">
        <pc:chgData name="Pramod Naik" userId="ceb6df04-ef15-4d9b-a141-998a03559d75" providerId="ADAL" clId="{62E9B5AE-779D-4001-92D3-8FF830A8A9C1}" dt="2025-10-26T05:52:59.787" v="2465" actId="47"/>
        <pc:sldMkLst>
          <pc:docMk/>
          <pc:sldMk cId="3011003526" sldId="537"/>
        </pc:sldMkLst>
      </pc:sldChg>
      <pc:sldChg chg="addSp modSp add mod">
        <pc:chgData name="Pramod Naik" userId="ceb6df04-ef15-4d9b-a141-998a03559d75" providerId="ADAL" clId="{62E9B5AE-779D-4001-92D3-8FF830A8A9C1}" dt="2025-10-26T06:41:52.356" v="2894" actId="20577"/>
        <pc:sldMkLst>
          <pc:docMk/>
          <pc:sldMk cId="4138878849" sldId="537"/>
        </pc:sldMkLst>
        <pc:spChg chg="mod">
          <ac:chgData name="Pramod Naik" userId="ceb6df04-ef15-4d9b-a141-998a03559d75" providerId="ADAL" clId="{62E9B5AE-779D-4001-92D3-8FF830A8A9C1}" dt="2025-10-26T06:41:52.356" v="2894" actId="20577"/>
          <ac:spMkLst>
            <pc:docMk/>
            <pc:sldMk cId="4138878849" sldId="537"/>
            <ac:spMk id="3" creationId="{DA967A93-DAD0-7AF9-E400-EAC833792B89}"/>
          </ac:spMkLst>
        </pc:spChg>
        <pc:picChg chg="add mod">
          <ac:chgData name="Pramod Naik" userId="ceb6df04-ef15-4d9b-a141-998a03559d75" providerId="ADAL" clId="{62E9B5AE-779D-4001-92D3-8FF830A8A9C1}" dt="2025-10-26T06:24:56.187" v="2762" actId="14100"/>
          <ac:picMkLst>
            <pc:docMk/>
            <pc:sldMk cId="4138878849" sldId="537"/>
            <ac:picMk id="4" creationId="{B065461B-C5A9-B96A-D924-724D5048823F}"/>
          </ac:picMkLst>
        </pc:picChg>
      </pc:sldChg>
      <pc:sldChg chg="addSp modSp add del mod">
        <pc:chgData name="Pramod Naik" userId="ceb6df04-ef15-4d9b-a141-998a03559d75" providerId="ADAL" clId="{62E9B5AE-779D-4001-92D3-8FF830A8A9C1}" dt="2025-10-26T05:53:00.697" v="2480" actId="47"/>
        <pc:sldMkLst>
          <pc:docMk/>
          <pc:sldMk cId="1663416122" sldId="538"/>
        </pc:sldMkLst>
      </pc:sldChg>
      <pc:sldChg chg="modSp">
        <pc:chgData name="Pramod Naik" userId="ceb6df04-ef15-4d9b-a141-998a03559d75" providerId="ADAL" clId="{62E9B5AE-779D-4001-92D3-8FF830A8A9C1}" dt="2025-09-20T10:19:55.680" v="20" actId="1036"/>
        <pc:sldMkLst>
          <pc:docMk/>
          <pc:sldMk cId="3886295808" sldId="538"/>
        </pc:sldMkLst>
      </pc:sldChg>
      <pc:sldChg chg="addSp modSp add mod">
        <pc:chgData name="Pramod Naik" userId="ceb6df04-ef15-4d9b-a141-998a03559d75" providerId="ADAL" clId="{62E9B5AE-779D-4001-92D3-8FF830A8A9C1}" dt="2025-10-26T06:26:11.724" v="2789" actId="207"/>
        <pc:sldMkLst>
          <pc:docMk/>
          <pc:sldMk cId="4226129508" sldId="538"/>
        </pc:sldMkLst>
        <pc:spChg chg="mod">
          <ac:chgData name="Pramod Naik" userId="ceb6df04-ef15-4d9b-a141-998a03559d75" providerId="ADAL" clId="{62E9B5AE-779D-4001-92D3-8FF830A8A9C1}" dt="2025-10-26T06:26:11.724" v="2789" actId="207"/>
          <ac:spMkLst>
            <pc:docMk/>
            <pc:sldMk cId="4226129508" sldId="538"/>
            <ac:spMk id="3" creationId="{4C9173AC-408A-85E3-7099-CA01C60859DC}"/>
          </ac:spMkLst>
        </pc:spChg>
        <pc:picChg chg="add mod">
          <ac:chgData name="Pramod Naik" userId="ceb6df04-ef15-4d9b-a141-998a03559d75" providerId="ADAL" clId="{62E9B5AE-779D-4001-92D3-8FF830A8A9C1}" dt="2025-10-26T06:25:28.250" v="2772" actId="1076"/>
          <ac:picMkLst>
            <pc:docMk/>
            <pc:sldMk cId="4226129508" sldId="538"/>
            <ac:picMk id="4" creationId="{E47012A6-B7BC-E638-D806-BAA35DFB430A}"/>
          </ac:picMkLst>
        </pc:picChg>
      </pc:sldChg>
      <pc:sldChg chg="addSp modSp add mod">
        <pc:chgData name="Pramod Naik" userId="ceb6df04-ef15-4d9b-a141-998a03559d75" providerId="ADAL" clId="{62E9B5AE-779D-4001-92D3-8FF830A8A9C1}" dt="2025-10-26T06:42:02.529" v="2899" actId="20577"/>
        <pc:sldMkLst>
          <pc:docMk/>
          <pc:sldMk cId="71007364" sldId="539"/>
        </pc:sldMkLst>
        <pc:spChg chg="mod">
          <ac:chgData name="Pramod Naik" userId="ceb6df04-ef15-4d9b-a141-998a03559d75" providerId="ADAL" clId="{62E9B5AE-779D-4001-92D3-8FF830A8A9C1}" dt="2025-10-26T06:42:02.529" v="2899" actId="20577"/>
          <ac:spMkLst>
            <pc:docMk/>
            <pc:sldMk cId="71007364" sldId="539"/>
            <ac:spMk id="3" creationId="{062B8C83-587D-4D06-EB95-F9DBBBED0F33}"/>
          </ac:spMkLst>
        </pc:spChg>
        <pc:picChg chg="add mod">
          <ac:chgData name="Pramod Naik" userId="ceb6df04-ef15-4d9b-a141-998a03559d75" providerId="ADAL" clId="{62E9B5AE-779D-4001-92D3-8FF830A8A9C1}" dt="2025-10-26T06:27:29.083" v="2794" actId="1076"/>
          <ac:picMkLst>
            <pc:docMk/>
            <pc:sldMk cId="71007364" sldId="539"/>
            <ac:picMk id="4" creationId="{D36DDF8E-8B38-AEFE-05CE-1CC2457DD2D7}"/>
          </ac:picMkLst>
        </pc:picChg>
      </pc:sldChg>
      <pc:sldChg chg="addSp modSp add del mod">
        <pc:chgData name="Pramod Naik" userId="ceb6df04-ef15-4d9b-a141-998a03559d75" providerId="ADAL" clId="{62E9B5AE-779D-4001-92D3-8FF830A8A9C1}" dt="2025-10-26T05:53:01.195" v="2481" actId="47"/>
        <pc:sldMkLst>
          <pc:docMk/>
          <pc:sldMk cId="1058796560" sldId="539"/>
        </pc:sldMkLst>
      </pc:sldChg>
      <pc:sldChg chg="addSp delSp modSp new mod">
        <pc:chgData name="Pramod Naik" userId="ceb6df04-ef15-4d9b-a141-998a03559d75" providerId="ADAL" clId="{62E9B5AE-779D-4001-92D3-8FF830A8A9C1}" dt="2025-10-09T19:25:24.225" v="256" actId="113"/>
        <pc:sldMkLst>
          <pc:docMk/>
          <pc:sldMk cId="4048674660" sldId="539"/>
        </pc:sldMkLst>
      </pc:sldChg>
      <pc:sldChg chg="addSp modSp add del mod">
        <pc:chgData name="Pramod Naik" userId="ceb6df04-ef15-4d9b-a141-998a03559d75" providerId="ADAL" clId="{62E9B5AE-779D-4001-92D3-8FF830A8A9C1}" dt="2025-10-26T05:53:01.237" v="2482" actId="47"/>
        <pc:sldMkLst>
          <pc:docMk/>
          <pc:sldMk cId="792488442" sldId="540"/>
        </pc:sldMkLst>
      </pc:sldChg>
      <pc:sldChg chg="delSp modSp new mod">
        <pc:chgData name="Pramod Naik" userId="ceb6df04-ef15-4d9b-a141-998a03559d75" providerId="ADAL" clId="{62E9B5AE-779D-4001-92D3-8FF830A8A9C1}" dt="2025-09-20T10:35:29.201" v="86" actId="113"/>
        <pc:sldMkLst>
          <pc:docMk/>
          <pc:sldMk cId="1151027427" sldId="540"/>
        </pc:sldMkLst>
      </pc:sldChg>
      <pc:sldChg chg="addSp modSp add mod">
        <pc:chgData name="Pramod Naik" userId="ceb6df04-ef15-4d9b-a141-998a03559d75" providerId="ADAL" clId="{62E9B5AE-779D-4001-92D3-8FF830A8A9C1}" dt="2025-10-26T06:28:32.638" v="2822" actId="113"/>
        <pc:sldMkLst>
          <pc:docMk/>
          <pc:sldMk cId="2763923668" sldId="540"/>
        </pc:sldMkLst>
        <pc:spChg chg="mod">
          <ac:chgData name="Pramod Naik" userId="ceb6df04-ef15-4d9b-a141-998a03559d75" providerId="ADAL" clId="{62E9B5AE-779D-4001-92D3-8FF830A8A9C1}" dt="2025-10-26T06:28:32.638" v="2822" actId="113"/>
          <ac:spMkLst>
            <pc:docMk/>
            <pc:sldMk cId="2763923668" sldId="540"/>
            <ac:spMk id="3" creationId="{3FCB765D-2F4E-315F-ABFF-91AF83104818}"/>
          </ac:spMkLst>
        </pc:spChg>
      </pc:sldChg>
      <pc:sldChg chg="modSp add del mod">
        <pc:chgData name="Pramod Naik" userId="ceb6df04-ef15-4d9b-a141-998a03559d75" providerId="ADAL" clId="{62E9B5AE-779D-4001-92D3-8FF830A8A9C1}" dt="2025-10-26T06:41:27.026" v="2885" actId="2696"/>
        <pc:sldMkLst>
          <pc:docMk/>
          <pc:sldMk cId="1799605924" sldId="541"/>
        </pc:sldMkLst>
      </pc:sldChg>
      <pc:sldChg chg="modSp add mod">
        <pc:chgData name="Pramod Naik" userId="ceb6df04-ef15-4d9b-a141-998a03559d75" providerId="ADAL" clId="{62E9B5AE-779D-4001-92D3-8FF830A8A9C1}" dt="2025-10-26T06:41:43.034" v="2891" actId="20577"/>
        <pc:sldMkLst>
          <pc:docMk/>
          <pc:sldMk cId="1871337710" sldId="541"/>
        </pc:sldMkLst>
        <pc:spChg chg="mod">
          <ac:chgData name="Pramod Naik" userId="ceb6df04-ef15-4d9b-a141-998a03559d75" providerId="ADAL" clId="{62E9B5AE-779D-4001-92D3-8FF830A8A9C1}" dt="2025-10-26T06:41:43.034" v="2891" actId="20577"/>
          <ac:spMkLst>
            <pc:docMk/>
            <pc:sldMk cId="1871337710" sldId="541"/>
            <ac:spMk id="3" creationId="{51D5AA5B-BEEC-E988-5601-C597134EE162}"/>
          </ac:spMkLst>
        </pc:spChg>
      </pc:sldChg>
      <pc:sldChg chg="addSp delSp modSp add del mod">
        <pc:chgData name="Pramod Naik" userId="ceb6df04-ef15-4d9b-a141-998a03559d75" providerId="ADAL" clId="{62E9B5AE-779D-4001-92D3-8FF830A8A9C1}" dt="2025-09-20T10:38:54.170" v="164" actId="47"/>
        <pc:sldMkLst>
          <pc:docMk/>
          <pc:sldMk cId="3878971267" sldId="541"/>
        </pc:sldMkLst>
      </pc:sldChg>
      <pc:sldChg chg="addSp modSp add del mod">
        <pc:chgData name="Pramod Naik" userId="ceb6df04-ef15-4d9b-a141-998a03559d75" providerId="ADAL" clId="{62E9B5AE-779D-4001-92D3-8FF830A8A9C1}" dt="2025-10-26T05:53:01.369" v="2483" actId="47"/>
        <pc:sldMkLst>
          <pc:docMk/>
          <pc:sldMk cId="3987673880" sldId="541"/>
        </pc:sldMkLst>
      </pc:sldChg>
      <pc:sldChg chg="modSp add mod">
        <pc:chgData name="Pramod Naik" userId="ceb6df04-ef15-4d9b-a141-998a03559d75" providerId="ADAL" clId="{62E9B5AE-779D-4001-92D3-8FF830A8A9C1}" dt="2025-10-29T06:45:59.562" v="3027" actId="403"/>
        <pc:sldMkLst>
          <pc:docMk/>
          <pc:sldMk cId="1246240379" sldId="542"/>
        </pc:sldMkLst>
        <pc:spChg chg="mod">
          <ac:chgData name="Pramod Naik" userId="ceb6df04-ef15-4d9b-a141-998a03559d75" providerId="ADAL" clId="{62E9B5AE-779D-4001-92D3-8FF830A8A9C1}" dt="2025-10-29T06:45:59.562" v="3027" actId="403"/>
          <ac:spMkLst>
            <pc:docMk/>
            <pc:sldMk cId="1246240379" sldId="542"/>
            <ac:spMk id="3" creationId="{16F99938-04B2-18EF-CB76-B49128814016}"/>
          </ac:spMkLst>
        </pc:spChg>
      </pc:sldChg>
      <pc:sldChg chg="addSp delSp modSp new mod">
        <pc:chgData name="Pramod Naik" userId="ceb6df04-ef15-4d9b-a141-998a03559d75" providerId="ADAL" clId="{62E9B5AE-779D-4001-92D3-8FF830A8A9C1}" dt="2025-10-09T19:26:54.859" v="271" actId="27636"/>
        <pc:sldMkLst>
          <pc:docMk/>
          <pc:sldMk cId="2854140960" sldId="542"/>
        </pc:sldMkLst>
      </pc:sldChg>
      <pc:sldChg chg="addSp modSp add del mod">
        <pc:chgData name="Pramod Naik" userId="ceb6df04-ef15-4d9b-a141-998a03559d75" providerId="ADAL" clId="{62E9B5AE-779D-4001-92D3-8FF830A8A9C1}" dt="2025-10-26T05:53:01.889" v="2484" actId="47"/>
        <pc:sldMkLst>
          <pc:docMk/>
          <pc:sldMk cId="3002241645" sldId="542"/>
        </pc:sldMkLst>
      </pc:sldChg>
      <pc:sldChg chg="addSp modSp add del mod">
        <pc:chgData name="Pramod Naik" userId="ceb6df04-ef15-4d9b-a141-998a03559d75" providerId="ADAL" clId="{62E9B5AE-779D-4001-92D3-8FF830A8A9C1}" dt="2025-10-26T06:41:27.026" v="2885" actId="2696"/>
        <pc:sldMkLst>
          <pc:docMk/>
          <pc:sldMk cId="4202198839" sldId="542"/>
        </pc:sldMkLst>
      </pc:sldChg>
      <pc:sldChg chg="modSp add mod">
        <pc:chgData name="Pramod Naik" userId="ceb6df04-ef15-4d9b-a141-998a03559d75" providerId="ADAL" clId="{62E9B5AE-779D-4001-92D3-8FF830A8A9C1}" dt="2025-10-29T06:51:48.191" v="3030" actId="207"/>
        <pc:sldMkLst>
          <pc:docMk/>
          <pc:sldMk cId="432416882" sldId="543"/>
        </pc:sldMkLst>
        <pc:spChg chg="mod">
          <ac:chgData name="Pramod Naik" userId="ceb6df04-ef15-4d9b-a141-998a03559d75" providerId="ADAL" clId="{62E9B5AE-779D-4001-92D3-8FF830A8A9C1}" dt="2025-10-29T06:51:48.191" v="3030" actId="207"/>
          <ac:spMkLst>
            <pc:docMk/>
            <pc:sldMk cId="432416882" sldId="543"/>
            <ac:spMk id="3" creationId="{4900D9B0-1C8C-8D53-CBBB-97D6771E2FF1}"/>
          </ac:spMkLst>
        </pc:spChg>
      </pc:sldChg>
      <pc:sldChg chg="addSp modSp add del mod">
        <pc:chgData name="Pramod Naik" userId="ceb6df04-ef15-4d9b-a141-998a03559d75" providerId="ADAL" clId="{62E9B5AE-779D-4001-92D3-8FF830A8A9C1}" dt="2025-10-26T05:53:01.949" v="2485" actId="47"/>
        <pc:sldMkLst>
          <pc:docMk/>
          <pc:sldMk cId="1636630037" sldId="543"/>
        </pc:sldMkLst>
      </pc:sldChg>
      <pc:sldChg chg="delSp modSp new mod">
        <pc:chgData name="Pramod Naik" userId="ceb6df04-ef15-4d9b-a141-998a03559d75" providerId="ADAL" clId="{62E9B5AE-779D-4001-92D3-8FF830A8A9C1}" dt="2025-10-09T19:28:03.812" v="276"/>
        <pc:sldMkLst>
          <pc:docMk/>
          <pc:sldMk cId="3110123514" sldId="543"/>
        </pc:sldMkLst>
      </pc:sldChg>
      <pc:sldChg chg="modSp add del mod">
        <pc:chgData name="Pramod Naik" userId="ceb6df04-ef15-4d9b-a141-998a03559d75" providerId="ADAL" clId="{62E9B5AE-779D-4001-92D3-8FF830A8A9C1}" dt="2025-10-26T06:41:27.026" v="2885" actId="2696"/>
        <pc:sldMkLst>
          <pc:docMk/>
          <pc:sldMk cId="3323561692" sldId="543"/>
        </pc:sldMkLst>
      </pc:sldChg>
      <pc:sldChg chg="addSp modSp add del mod">
        <pc:chgData name="Pramod Naik" userId="ceb6df04-ef15-4d9b-a141-998a03559d75" providerId="ADAL" clId="{62E9B5AE-779D-4001-92D3-8FF830A8A9C1}" dt="2025-10-26T05:53:01.967" v="2486" actId="47"/>
        <pc:sldMkLst>
          <pc:docMk/>
          <pc:sldMk cId="3112172767" sldId="544"/>
        </pc:sldMkLst>
      </pc:sldChg>
      <pc:sldChg chg="addSp modSp add del mod">
        <pc:chgData name="Pramod Naik" userId="ceb6df04-ef15-4d9b-a141-998a03559d75" providerId="ADAL" clId="{62E9B5AE-779D-4001-92D3-8FF830A8A9C1}" dt="2025-10-26T06:41:27.026" v="2885" actId="2696"/>
        <pc:sldMkLst>
          <pc:docMk/>
          <pc:sldMk cId="3270327816" sldId="544"/>
        </pc:sldMkLst>
      </pc:sldChg>
      <pc:sldChg chg="add">
        <pc:chgData name="Pramod Naik" userId="ceb6df04-ef15-4d9b-a141-998a03559d75" providerId="ADAL" clId="{62E9B5AE-779D-4001-92D3-8FF830A8A9C1}" dt="2025-10-26T06:41:33.094" v="2886"/>
        <pc:sldMkLst>
          <pc:docMk/>
          <pc:sldMk cId="3813780875" sldId="544"/>
        </pc:sldMkLst>
      </pc:sldChg>
      <pc:sldChg chg="delSp modSp new mod">
        <pc:chgData name="Pramod Naik" userId="ceb6df04-ef15-4d9b-a141-998a03559d75" providerId="ADAL" clId="{62E9B5AE-779D-4001-92D3-8FF830A8A9C1}" dt="2025-10-09T19:34:28.822" v="323" actId="403"/>
        <pc:sldMkLst>
          <pc:docMk/>
          <pc:sldMk cId="3900606193" sldId="544"/>
        </pc:sldMkLst>
      </pc:sldChg>
      <pc:sldChg chg="delSp modSp new mod">
        <pc:chgData name="Pramod Naik" userId="ceb6df04-ef15-4d9b-a141-998a03559d75" providerId="ADAL" clId="{62E9B5AE-779D-4001-92D3-8FF830A8A9C1}" dt="2025-10-09T19:36:05.739" v="342" actId="113"/>
        <pc:sldMkLst>
          <pc:docMk/>
          <pc:sldMk cId="1280191467" sldId="545"/>
        </pc:sldMkLst>
      </pc:sldChg>
      <pc:sldChg chg="addSp modSp add del mod">
        <pc:chgData name="Pramod Naik" userId="ceb6df04-ef15-4d9b-a141-998a03559d75" providerId="ADAL" clId="{62E9B5AE-779D-4001-92D3-8FF830A8A9C1}" dt="2025-10-26T05:53:01.967" v="2487" actId="47"/>
        <pc:sldMkLst>
          <pc:docMk/>
          <pc:sldMk cId="1701663649" sldId="545"/>
        </pc:sldMkLst>
      </pc:sldChg>
      <pc:sldChg chg="modSp add mod">
        <pc:chgData name="Pramod Naik" userId="ceb6df04-ef15-4d9b-a141-998a03559d75" providerId="ADAL" clId="{62E9B5AE-779D-4001-92D3-8FF830A8A9C1}" dt="2025-10-29T17:50:52.228" v="3058" actId="403"/>
        <pc:sldMkLst>
          <pc:docMk/>
          <pc:sldMk cId="3943781873" sldId="545"/>
        </pc:sldMkLst>
        <pc:spChg chg="mod">
          <ac:chgData name="Pramod Naik" userId="ceb6df04-ef15-4d9b-a141-998a03559d75" providerId="ADAL" clId="{62E9B5AE-779D-4001-92D3-8FF830A8A9C1}" dt="2025-10-29T17:50:52.228" v="3058" actId="403"/>
          <ac:spMkLst>
            <pc:docMk/>
            <pc:sldMk cId="3943781873" sldId="545"/>
            <ac:spMk id="3" creationId="{669DABD5-A332-1082-442E-90E31E84F908}"/>
          </ac:spMkLst>
        </pc:spChg>
      </pc:sldChg>
      <pc:sldChg chg="modSp add mod">
        <pc:chgData name="Pramod Naik" userId="ceb6df04-ef15-4d9b-a141-998a03559d75" providerId="ADAL" clId="{62E9B5AE-779D-4001-92D3-8FF830A8A9C1}" dt="2025-10-29T17:55:36.782" v="3120" actId="14100"/>
        <pc:sldMkLst>
          <pc:docMk/>
          <pc:sldMk cId="36506538" sldId="546"/>
        </pc:sldMkLst>
        <pc:spChg chg="mod">
          <ac:chgData name="Pramod Naik" userId="ceb6df04-ef15-4d9b-a141-998a03559d75" providerId="ADAL" clId="{62E9B5AE-779D-4001-92D3-8FF830A8A9C1}" dt="2025-10-29T17:55:36.782" v="3120" actId="14100"/>
          <ac:spMkLst>
            <pc:docMk/>
            <pc:sldMk cId="36506538" sldId="546"/>
            <ac:spMk id="3" creationId="{8746F807-C77E-7DAD-5038-EDDF5C8B83E2}"/>
          </ac:spMkLst>
        </pc:spChg>
      </pc:sldChg>
      <pc:sldChg chg="modSp add del mod">
        <pc:chgData name="Pramod Naik" userId="ceb6df04-ef15-4d9b-a141-998a03559d75" providerId="ADAL" clId="{62E9B5AE-779D-4001-92D3-8FF830A8A9C1}" dt="2025-10-26T05:53:02.017" v="2488" actId="47"/>
        <pc:sldMkLst>
          <pc:docMk/>
          <pc:sldMk cId="976242571" sldId="546"/>
        </pc:sldMkLst>
      </pc:sldChg>
      <pc:sldChg chg="modSp add mod">
        <pc:chgData name="Pramod Naik" userId="ceb6df04-ef15-4d9b-a141-998a03559d75" providerId="ADAL" clId="{62E9B5AE-779D-4001-92D3-8FF830A8A9C1}" dt="2025-10-09T19:54:08.503" v="378" actId="113"/>
        <pc:sldMkLst>
          <pc:docMk/>
          <pc:sldMk cId="3146542634" sldId="546"/>
        </pc:sldMkLst>
      </pc:sldChg>
      <pc:sldChg chg="addSp delSp modSp add mod">
        <pc:chgData name="Pramod Naik" userId="ceb6df04-ef15-4d9b-a141-998a03559d75" providerId="ADAL" clId="{62E9B5AE-779D-4001-92D3-8FF830A8A9C1}" dt="2025-10-29T17:59:48.507" v="3158" actId="113"/>
        <pc:sldMkLst>
          <pc:docMk/>
          <pc:sldMk cId="1075547662" sldId="547"/>
        </pc:sldMkLst>
        <pc:spChg chg="mod">
          <ac:chgData name="Pramod Naik" userId="ceb6df04-ef15-4d9b-a141-998a03559d75" providerId="ADAL" clId="{62E9B5AE-779D-4001-92D3-8FF830A8A9C1}" dt="2025-10-29T17:59:48.507" v="3158" actId="113"/>
          <ac:spMkLst>
            <pc:docMk/>
            <pc:sldMk cId="1075547662" sldId="547"/>
            <ac:spMk id="3" creationId="{05E5B31D-0E10-7D2E-BC2A-F96D16287DA7}"/>
          </ac:spMkLst>
        </pc:spChg>
        <pc:picChg chg="add mod">
          <ac:chgData name="Pramod Naik" userId="ceb6df04-ef15-4d9b-a141-998a03559d75" providerId="ADAL" clId="{62E9B5AE-779D-4001-92D3-8FF830A8A9C1}" dt="2025-10-29T17:57:05.429" v="3142" actId="1076"/>
          <ac:picMkLst>
            <pc:docMk/>
            <pc:sldMk cId="1075547662" sldId="547"/>
            <ac:picMk id="4" creationId="{591D0356-8DE7-CE59-71BE-E3781041A58D}"/>
          </ac:picMkLst>
        </pc:picChg>
      </pc:sldChg>
      <pc:sldChg chg="addSp delSp modSp new del mod">
        <pc:chgData name="Pramod Naik" userId="ceb6df04-ef15-4d9b-a141-998a03559d75" providerId="ADAL" clId="{62E9B5AE-779D-4001-92D3-8FF830A8A9C1}" dt="2025-10-26T05:52:59.807" v="2466" actId="47"/>
        <pc:sldMkLst>
          <pc:docMk/>
          <pc:sldMk cId="1743501250" sldId="547"/>
        </pc:sldMkLst>
      </pc:sldChg>
      <pc:sldChg chg="new">
        <pc:chgData name="Pramod Naik" userId="ceb6df04-ef15-4d9b-a141-998a03559d75" providerId="ADAL" clId="{62E9B5AE-779D-4001-92D3-8FF830A8A9C1}" dt="2025-10-09T19:56:03.711" v="383" actId="680"/>
        <pc:sldMkLst>
          <pc:docMk/>
          <pc:sldMk cId="2914679485" sldId="547"/>
        </pc:sldMkLst>
      </pc:sldChg>
      <pc:sldChg chg="addSp delSp modSp new del mod">
        <pc:chgData name="Pramod Naik" userId="ceb6df04-ef15-4d9b-a141-998a03559d75" providerId="ADAL" clId="{62E9B5AE-779D-4001-92D3-8FF830A8A9C1}" dt="2025-10-26T05:52:59.830" v="2467" actId="47"/>
        <pc:sldMkLst>
          <pc:docMk/>
          <pc:sldMk cId="2217804995" sldId="548"/>
        </pc:sldMkLst>
      </pc:sldChg>
      <pc:sldChg chg="addSp modSp add del mod ord">
        <pc:chgData name="Pramod Naik" userId="ceb6df04-ef15-4d9b-a141-998a03559d75" providerId="ADAL" clId="{62E9B5AE-779D-4001-92D3-8FF830A8A9C1}" dt="2025-10-29T18:16:20.876" v="3375"/>
        <pc:sldMkLst>
          <pc:docMk/>
          <pc:sldMk cId="4070054215" sldId="548"/>
        </pc:sldMkLst>
        <pc:spChg chg="mod">
          <ac:chgData name="Pramod Naik" userId="ceb6df04-ef15-4d9b-a141-998a03559d75" providerId="ADAL" clId="{62E9B5AE-779D-4001-92D3-8FF830A8A9C1}" dt="2025-10-29T17:59:30.277" v="3146" actId="20577"/>
          <ac:spMkLst>
            <pc:docMk/>
            <pc:sldMk cId="4070054215" sldId="548"/>
            <ac:spMk id="3" creationId="{AB66216B-06F6-82F1-5605-A4216249DAB7}"/>
          </ac:spMkLst>
        </pc:spChg>
        <pc:picChg chg="add">
          <ac:chgData name="Pramod Naik" userId="ceb6df04-ef15-4d9b-a141-998a03559d75" providerId="ADAL" clId="{62E9B5AE-779D-4001-92D3-8FF830A8A9C1}" dt="2025-10-29T17:59:30.752" v="3147" actId="22"/>
          <ac:picMkLst>
            <pc:docMk/>
            <pc:sldMk cId="4070054215" sldId="548"/>
            <ac:picMk id="4" creationId="{5A8BD139-D089-F0CB-A7C3-D1C0D5CE971A}"/>
          </ac:picMkLst>
        </pc:picChg>
      </pc:sldChg>
      <pc:sldChg chg="addSp delSp modSp new del mod">
        <pc:chgData name="Pramod Naik" userId="ceb6df04-ef15-4d9b-a141-998a03559d75" providerId="ADAL" clId="{62E9B5AE-779D-4001-92D3-8FF830A8A9C1}" dt="2025-10-26T05:52:59.843" v="2468" actId="47"/>
        <pc:sldMkLst>
          <pc:docMk/>
          <pc:sldMk cId="52434813" sldId="549"/>
        </pc:sldMkLst>
      </pc:sldChg>
      <pc:sldChg chg="addSp modSp add mod ord">
        <pc:chgData name="Pramod Naik" userId="ceb6df04-ef15-4d9b-a141-998a03559d75" providerId="ADAL" clId="{62E9B5AE-779D-4001-92D3-8FF830A8A9C1}" dt="2025-10-29T18:04:08.843" v="3197" actId="207"/>
        <pc:sldMkLst>
          <pc:docMk/>
          <pc:sldMk cId="2542508812" sldId="549"/>
        </pc:sldMkLst>
        <pc:spChg chg="mod">
          <ac:chgData name="Pramod Naik" userId="ceb6df04-ef15-4d9b-a141-998a03559d75" providerId="ADAL" clId="{62E9B5AE-779D-4001-92D3-8FF830A8A9C1}" dt="2025-10-29T18:04:08.843" v="3197" actId="207"/>
          <ac:spMkLst>
            <pc:docMk/>
            <pc:sldMk cId="2542508812" sldId="549"/>
            <ac:spMk id="3" creationId="{5EE72B67-D2F2-0834-C25D-97B016B19520}"/>
          </ac:spMkLst>
        </pc:spChg>
        <pc:picChg chg="add mod">
          <ac:chgData name="Pramod Naik" userId="ceb6df04-ef15-4d9b-a141-998a03559d75" providerId="ADAL" clId="{62E9B5AE-779D-4001-92D3-8FF830A8A9C1}" dt="2025-10-29T18:03:57.040" v="3178" actId="1076"/>
          <ac:picMkLst>
            <pc:docMk/>
            <pc:sldMk cId="2542508812" sldId="549"/>
            <ac:picMk id="4" creationId="{4CB49D6B-9CE2-8494-29CC-C78D472A4345}"/>
          </ac:picMkLst>
        </pc:picChg>
      </pc:sldChg>
      <pc:sldChg chg="addSp modSp add mod ord">
        <pc:chgData name="Pramod Naik" userId="ceb6df04-ef15-4d9b-a141-998a03559d75" providerId="ADAL" clId="{62E9B5AE-779D-4001-92D3-8FF830A8A9C1}" dt="2025-10-29T18:10:34.408" v="3228" actId="1076"/>
        <pc:sldMkLst>
          <pc:docMk/>
          <pc:sldMk cId="1926645783" sldId="550"/>
        </pc:sldMkLst>
        <pc:spChg chg="mod">
          <ac:chgData name="Pramod Naik" userId="ceb6df04-ef15-4d9b-a141-998a03559d75" providerId="ADAL" clId="{62E9B5AE-779D-4001-92D3-8FF830A8A9C1}" dt="2025-10-29T18:10:28.462" v="3227" actId="403"/>
          <ac:spMkLst>
            <pc:docMk/>
            <pc:sldMk cId="1926645783" sldId="550"/>
            <ac:spMk id="3" creationId="{6A3750CF-38F0-DD0B-0F8A-C583D6389F8E}"/>
          </ac:spMkLst>
        </pc:spChg>
        <pc:picChg chg="add mod">
          <ac:chgData name="Pramod Naik" userId="ceb6df04-ef15-4d9b-a141-998a03559d75" providerId="ADAL" clId="{62E9B5AE-779D-4001-92D3-8FF830A8A9C1}" dt="2025-10-29T18:10:34.408" v="3228" actId="1076"/>
          <ac:picMkLst>
            <pc:docMk/>
            <pc:sldMk cId="1926645783" sldId="550"/>
            <ac:picMk id="4" creationId="{1EE2C232-DC0C-4366-AB84-8B5AB96DCB2B}"/>
          </ac:picMkLst>
        </pc:picChg>
      </pc:sldChg>
      <pc:sldChg chg="addSp delSp modSp add del mod">
        <pc:chgData name="Pramod Naik" userId="ceb6df04-ef15-4d9b-a141-998a03559d75" providerId="ADAL" clId="{62E9B5AE-779D-4001-92D3-8FF830A8A9C1}" dt="2025-10-26T05:52:59.879" v="2469" actId="47"/>
        <pc:sldMkLst>
          <pc:docMk/>
          <pc:sldMk cId="3742978219" sldId="550"/>
        </pc:sldMkLst>
      </pc:sldChg>
      <pc:sldChg chg="modSp add del mod">
        <pc:chgData name="Pramod Naik" userId="ceb6df04-ef15-4d9b-a141-998a03559d75" providerId="ADAL" clId="{62E9B5AE-779D-4001-92D3-8FF830A8A9C1}" dt="2025-10-26T05:52:59.917" v="2470" actId="47"/>
        <pc:sldMkLst>
          <pc:docMk/>
          <pc:sldMk cId="1299490774" sldId="551"/>
        </pc:sldMkLst>
      </pc:sldChg>
      <pc:sldChg chg="addSp modSp add mod ord">
        <pc:chgData name="Pramod Naik" userId="ceb6df04-ef15-4d9b-a141-998a03559d75" providerId="ADAL" clId="{62E9B5AE-779D-4001-92D3-8FF830A8A9C1}" dt="2025-10-29T18:12:44.200" v="3283" actId="14100"/>
        <pc:sldMkLst>
          <pc:docMk/>
          <pc:sldMk cId="3077920898" sldId="551"/>
        </pc:sldMkLst>
        <pc:spChg chg="mod">
          <ac:chgData name="Pramod Naik" userId="ceb6df04-ef15-4d9b-a141-998a03559d75" providerId="ADAL" clId="{62E9B5AE-779D-4001-92D3-8FF830A8A9C1}" dt="2025-10-29T18:12:44.200" v="3283" actId="14100"/>
          <ac:spMkLst>
            <pc:docMk/>
            <pc:sldMk cId="3077920898" sldId="551"/>
            <ac:spMk id="3" creationId="{AA11C33D-7267-21DD-E537-2FC9F908BECC}"/>
          </ac:spMkLst>
        </pc:spChg>
        <pc:picChg chg="add mod">
          <ac:chgData name="Pramod Naik" userId="ceb6df04-ef15-4d9b-a141-998a03559d75" providerId="ADAL" clId="{62E9B5AE-779D-4001-92D3-8FF830A8A9C1}" dt="2025-10-29T18:12:43.517" v="3282" actId="1076"/>
          <ac:picMkLst>
            <pc:docMk/>
            <pc:sldMk cId="3077920898" sldId="551"/>
            <ac:picMk id="4" creationId="{51B211C8-2BF3-F3F5-4EAC-5CB0D85BFE57}"/>
          </ac:picMkLst>
        </pc:picChg>
      </pc:sldChg>
      <pc:sldChg chg="addSp modSp add del mod">
        <pc:chgData name="Pramod Naik" userId="ceb6df04-ef15-4d9b-a141-998a03559d75" providerId="ADAL" clId="{62E9B5AE-779D-4001-92D3-8FF830A8A9C1}" dt="2025-10-26T05:52:59.951" v="2471" actId="47"/>
        <pc:sldMkLst>
          <pc:docMk/>
          <pc:sldMk cId="865861587" sldId="552"/>
        </pc:sldMkLst>
      </pc:sldChg>
      <pc:sldChg chg="addSp delSp modSp add mod ord">
        <pc:chgData name="Pramod Naik" userId="ceb6df04-ef15-4d9b-a141-998a03559d75" providerId="ADAL" clId="{62E9B5AE-779D-4001-92D3-8FF830A8A9C1}" dt="2025-10-29T18:13:37.325" v="3287" actId="1076"/>
        <pc:sldMkLst>
          <pc:docMk/>
          <pc:sldMk cId="3305929081" sldId="552"/>
        </pc:sldMkLst>
        <pc:picChg chg="add mod">
          <ac:chgData name="Pramod Naik" userId="ceb6df04-ef15-4d9b-a141-998a03559d75" providerId="ADAL" clId="{62E9B5AE-779D-4001-92D3-8FF830A8A9C1}" dt="2025-10-29T18:13:37.325" v="3287" actId="1076"/>
          <ac:picMkLst>
            <pc:docMk/>
            <pc:sldMk cId="3305929081" sldId="552"/>
            <ac:picMk id="4" creationId="{03EE35BF-0C44-6347-FE65-D08F0820B278}"/>
          </ac:picMkLst>
        </pc:picChg>
      </pc:sldChg>
      <pc:sldChg chg="addSp delSp modSp add del mod">
        <pc:chgData name="Pramod Naik" userId="ceb6df04-ef15-4d9b-a141-998a03559d75" providerId="ADAL" clId="{62E9B5AE-779D-4001-92D3-8FF830A8A9C1}" dt="2025-10-26T05:52:59.990" v="2472" actId="47"/>
        <pc:sldMkLst>
          <pc:docMk/>
          <pc:sldMk cId="319971518" sldId="553"/>
        </pc:sldMkLst>
      </pc:sldChg>
      <pc:sldChg chg="modSp add mod">
        <pc:chgData name="Pramod Naik" userId="ceb6df04-ef15-4d9b-a141-998a03559d75" providerId="ADAL" clId="{62E9B5AE-779D-4001-92D3-8FF830A8A9C1}" dt="2025-10-29T18:16:39.307" v="3402" actId="113"/>
        <pc:sldMkLst>
          <pc:docMk/>
          <pc:sldMk cId="1895132841" sldId="553"/>
        </pc:sldMkLst>
        <pc:spChg chg="mod">
          <ac:chgData name="Pramod Naik" userId="ceb6df04-ef15-4d9b-a141-998a03559d75" providerId="ADAL" clId="{62E9B5AE-779D-4001-92D3-8FF830A8A9C1}" dt="2025-10-29T18:16:39.307" v="3402" actId="113"/>
          <ac:spMkLst>
            <pc:docMk/>
            <pc:sldMk cId="1895132841" sldId="553"/>
            <ac:spMk id="3" creationId="{BBABF3DF-1412-1262-0B45-131BB51E219D}"/>
          </ac:spMkLst>
        </pc:spChg>
      </pc:sldChg>
      <pc:sldChg chg="addSp delSp modSp add del mod">
        <pc:chgData name="Pramod Naik" userId="ceb6df04-ef15-4d9b-a141-998a03559d75" providerId="ADAL" clId="{62E9B5AE-779D-4001-92D3-8FF830A8A9C1}" dt="2025-10-26T05:53:00.025" v="2473" actId="47"/>
        <pc:sldMkLst>
          <pc:docMk/>
          <pc:sldMk cId="1986494582" sldId="554"/>
        </pc:sldMkLst>
      </pc:sldChg>
      <pc:sldChg chg="addSp modSp add mod">
        <pc:chgData name="Pramod Naik" userId="ceb6df04-ef15-4d9b-a141-998a03559d75" providerId="ADAL" clId="{62E9B5AE-779D-4001-92D3-8FF830A8A9C1}" dt="2025-10-29T18:17:36.949" v="3412" actId="1076"/>
        <pc:sldMkLst>
          <pc:docMk/>
          <pc:sldMk cId="2406591720" sldId="554"/>
        </pc:sldMkLst>
        <pc:spChg chg="mod">
          <ac:chgData name="Pramod Naik" userId="ceb6df04-ef15-4d9b-a141-998a03559d75" providerId="ADAL" clId="{62E9B5AE-779D-4001-92D3-8FF830A8A9C1}" dt="2025-10-29T18:17:07.229" v="3408" actId="12"/>
          <ac:spMkLst>
            <pc:docMk/>
            <pc:sldMk cId="2406591720" sldId="554"/>
            <ac:spMk id="3" creationId="{297A44BC-D9AD-0CB8-D7A7-9091B63F9A04}"/>
          </ac:spMkLst>
        </pc:spChg>
        <pc:picChg chg="add mod">
          <ac:chgData name="Pramod Naik" userId="ceb6df04-ef15-4d9b-a141-998a03559d75" providerId="ADAL" clId="{62E9B5AE-779D-4001-92D3-8FF830A8A9C1}" dt="2025-10-29T18:17:36.949" v="3412" actId="1076"/>
          <ac:picMkLst>
            <pc:docMk/>
            <pc:sldMk cId="2406591720" sldId="554"/>
            <ac:picMk id="4" creationId="{D873B4A7-D299-DCCD-7F79-2A64AF17F7E0}"/>
          </ac:picMkLst>
        </pc:picChg>
      </pc:sldChg>
      <pc:sldChg chg="addSp delSp modSp new mod ord">
        <pc:chgData name="Pramod Naik" userId="ceb6df04-ef15-4d9b-a141-998a03559d75" providerId="ADAL" clId="{62E9B5AE-779D-4001-92D3-8FF830A8A9C1}" dt="2025-10-27T05:48:49.273" v="2993" actId="1076"/>
        <pc:sldMkLst>
          <pc:docMk/>
          <pc:sldMk cId="2633946043" sldId="555"/>
        </pc:sldMkLst>
        <pc:spChg chg="add mod">
          <ac:chgData name="Pramod Naik" userId="ceb6df04-ef15-4d9b-a141-998a03559d75" providerId="ADAL" clId="{62E9B5AE-779D-4001-92D3-8FF830A8A9C1}" dt="2025-10-27T05:48:49.273" v="2993" actId="1076"/>
          <ac:spMkLst>
            <pc:docMk/>
            <pc:sldMk cId="2633946043" sldId="555"/>
            <ac:spMk id="10" creationId="{57D60E8E-E4EA-8BC2-BC63-DD933256A14C}"/>
          </ac:spMkLst>
        </pc:spChg>
        <pc:grpChg chg="add mod">
          <ac:chgData name="Pramod Naik" userId="ceb6df04-ef15-4d9b-a141-998a03559d75" providerId="ADAL" clId="{62E9B5AE-779D-4001-92D3-8FF830A8A9C1}" dt="2025-10-27T05:47:48.203" v="2958" actId="164"/>
          <ac:grpSpMkLst>
            <pc:docMk/>
            <pc:sldMk cId="2633946043" sldId="555"/>
            <ac:grpSpMk id="7" creationId="{2065756A-A698-393E-89A6-518E3AB852CC}"/>
          </ac:grpSpMkLst>
        </pc:grpChg>
        <pc:grpChg chg="add mod">
          <ac:chgData name="Pramod Naik" userId="ceb6df04-ef15-4d9b-a141-998a03559d75" providerId="ADAL" clId="{62E9B5AE-779D-4001-92D3-8FF830A8A9C1}" dt="2025-10-27T05:47:48.203" v="2958" actId="164"/>
          <ac:grpSpMkLst>
            <pc:docMk/>
            <pc:sldMk cId="2633946043" sldId="555"/>
            <ac:grpSpMk id="9" creationId="{93EB1FD5-AA15-8914-ACFA-513B792B6755}"/>
          </ac:grpSpMkLst>
        </pc:grpChg>
        <pc:picChg chg="add mod">
          <ac:chgData name="Pramod Naik" userId="ceb6df04-ef15-4d9b-a141-998a03559d75" providerId="ADAL" clId="{62E9B5AE-779D-4001-92D3-8FF830A8A9C1}" dt="2025-10-27T05:46:59.832" v="2950" actId="164"/>
          <ac:picMkLst>
            <pc:docMk/>
            <pc:sldMk cId="2633946043" sldId="555"/>
            <ac:picMk id="5" creationId="{39E4EA64-2440-DC32-AB5E-E5BE8F979972}"/>
          </ac:picMkLst>
        </pc:picChg>
        <pc:picChg chg="add mod">
          <ac:chgData name="Pramod Naik" userId="ceb6df04-ef15-4d9b-a141-998a03559d75" providerId="ADAL" clId="{62E9B5AE-779D-4001-92D3-8FF830A8A9C1}" dt="2025-10-27T05:46:59.832" v="2950" actId="164"/>
          <ac:picMkLst>
            <pc:docMk/>
            <pc:sldMk cId="2633946043" sldId="555"/>
            <ac:picMk id="6" creationId="{5734B1DF-FA33-53D3-35C3-E4BE20DD6679}"/>
          </ac:picMkLst>
        </pc:picChg>
        <pc:picChg chg="add mod">
          <ac:chgData name="Pramod Naik" userId="ceb6df04-ef15-4d9b-a141-998a03559d75" providerId="ADAL" clId="{62E9B5AE-779D-4001-92D3-8FF830A8A9C1}" dt="2025-10-27T05:47:48.203" v="2958" actId="164"/>
          <ac:picMkLst>
            <pc:docMk/>
            <pc:sldMk cId="2633946043" sldId="555"/>
            <ac:picMk id="8" creationId="{B7A47590-E920-AFDD-84F0-59A47B2EF14F}"/>
          </ac:picMkLst>
        </pc:picChg>
        <pc:picChg chg="add mod">
          <ac:chgData name="Pramod Naik" userId="ceb6df04-ef15-4d9b-a141-998a03559d75" providerId="ADAL" clId="{62E9B5AE-779D-4001-92D3-8FF830A8A9C1}" dt="2025-10-27T05:46:59.832" v="2950" actId="164"/>
          <ac:picMkLst>
            <pc:docMk/>
            <pc:sldMk cId="2633946043" sldId="555"/>
            <ac:picMk id="6150" creationId="{A47266AD-0BC2-D48F-D828-DB9B756D2271}"/>
          </ac:picMkLst>
        </pc:picChg>
      </pc:sldChg>
      <pc:sldChg chg="modSp add del mod">
        <pc:chgData name="Pramod Naik" userId="ceb6df04-ef15-4d9b-a141-998a03559d75" providerId="ADAL" clId="{62E9B5AE-779D-4001-92D3-8FF830A8A9C1}" dt="2025-10-26T05:53:00.064" v="2474" actId="47"/>
        <pc:sldMkLst>
          <pc:docMk/>
          <pc:sldMk cId="2892914401" sldId="555"/>
        </pc:sldMkLst>
      </pc:sldChg>
      <pc:sldChg chg="modSp add mod">
        <pc:chgData name="Pramod Naik" userId="ceb6df04-ef15-4d9b-a141-998a03559d75" providerId="ADAL" clId="{62E9B5AE-779D-4001-92D3-8FF830A8A9C1}" dt="2025-10-29T18:23:10.443" v="3433" actId="403"/>
        <pc:sldMkLst>
          <pc:docMk/>
          <pc:sldMk cId="216335680" sldId="556"/>
        </pc:sldMkLst>
        <pc:spChg chg="mod">
          <ac:chgData name="Pramod Naik" userId="ceb6df04-ef15-4d9b-a141-998a03559d75" providerId="ADAL" clId="{62E9B5AE-779D-4001-92D3-8FF830A8A9C1}" dt="2025-10-29T18:23:10.443" v="3433" actId="403"/>
          <ac:spMkLst>
            <pc:docMk/>
            <pc:sldMk cId="216335680" sldId="556"/>
            <ac:spMk id="3" creationId="{93D4FA4F-FF49-9381-9088-14702BE90525}"/>
          </ac:spMkLst>
        </pc:spChg>
      </pc:sldChg>
      <pc:sldChg chg="addSp modSp add del mod">
        <pc:chgData name="Pramod Naik" userId="ceb6df04-ef15-4d9b-a141-998a03559d75" providerId="ADAL" clId="{62E9B5AE-779D-4001-92D3-8FF830A8A9C1}" dt="2025-10-26T05:53:00.085" v="2475" actId="47"/>
        <pc:sldMkLst>
          <pc:docMk/>
          <pc:sldMk cId="1111199599" sldId="556"/>
        </pc:sldMkLst>
      </pc:sldChg>
      <pc:sldChg chg="addSp modSp add mod">
        <pc:chgData name="Pramod Naik" userId="ceb6df04-ef15-4d9b-a141-998a03559d75" providerId="ADAL" clId="{62E9B5AE-779D-4001-92D3-8FF830A8A9C1}" dt="2025-10-29T18:30:34.828" v="3450" actId="403"/>
        <pc:sldMkLst>
          <pc:docMk/>
          <pc:sldMk cId="1678586277" sldId="557"/>
        </pc:sldMkLst>
        <pc:spChg chg="mod">
          <ac:chgData name="Pramod Naik" userId="ceb6df04-ef15-4d9b-a141-998a03559d75" providerId="ADAL" clId="{62E9B5AE-779D-4001-92D3-8FF830A8A9C1}" dt="2025-10-29T18:30:34.828" v="3450" actId="403"/>
          <ac:spMkLst>
            <pc:docMk/>
            <pc:sldMk cId="1678586277" sldId="557"/>
            <ac:spMk id="3" creationId="{BDCB39C3-1BA5-2004-69AF-496300D67748}"/>
          </ac:spMkLst>
        </pc:spChg>
        <pc:picChg chg="add mod modCrop">
          <ac:chgData name="Pramod Naik" userId="ceb6df04-ef15-4d9b-a141-998a03559d75" providerId="ADAL" clId="{62E9B5AE-779D-4001-92D3-8FF830A8A9C1}" dt="2025-10-29T18:30:31.123" v="3447" actId="1076"/>
          <ac:picMkLst>
            <pc:docMk/>
            <pc:sldMk cId="1678586277" sldId="557"/>
            <ac:picMk id="4" creationId="{56264168-4FCB-0C5B-6E12-FA09694F944F}"/>
          </ac:picMkLst>
        </pc:picChg>
      </pc:sldChg>
      <pc:sldChg chg="modSp add del mod">
        <pc:chgData name="Pramod Naik" userId="ceb6df04-ef15-4d9b-a141-998a03559d75" providerId="ADAL" clId="{62E9B5AE-779D-4001-92D3-8FF830A8A9C1}" dt="2025-10-26T05:53:00.106" v="2476" actId="47"/>
        <pc:sldMkLst>
          <pc:docMk/>
          <pc:sldMk cId="2258860110" sldId="557"/>
        </pc:sldMkLst>
      </pc:sldChg>
      <pc:sldChg chg="modSp add mod">
        <pc:chgData name="Pramod Naik" userId="ceb6df04-ef15-4d9b-a141-998a03559d75" providerId="ADAL" clId="{62E9B5AE-779D-4001-92D3-8FF830A8A9C1}" dt="2025-10-29T18:33:27.562" v="3479" actId="403"/>
        <pc:sldMkLst>
          <pc:docMk/>
          <pc:sldMk cId="3215175598" sldId="558"/>
        </pc:sldMkLst>
        <pc:spChg chg="mod">
          <ac:chgData name="Pramod Naik" userId="ceb6df04-ef15-4d9b-a141-998a03559d75" providerId="ADAL" clId="{62E9B5AE-779D-4001-92D3-8FF830A8A9C1}" dt="2025-10-29T18:33:27.562" v="3479" actId="403"/>
          <ac:spMkLst>
            <pc:docMk/>
            <pc:sldMk cId="3215175598" sldId="558"/>
            <ac:spMk id="3" creationId="{40DBE0BE-7C7C-8108-E793-38D4FF50C854}"/>
          </ac:spMkLst>
        </pc:spChg>
      </pc:sldChg>
      <pc:sldChg chg="modSp add del mod">
        <pc:chgData name="Pramod Naik" userId="ceb6df04-ef15-4d9b-a141-998a03559d75" providerId="ADAL" clId="{62E9B5AE-779D-4001-92D3-8FF830A8A9C1}" dt="2025-10-26T05:53:00.143" v="2477" actId="47"/>
        <pc:sldMkLst>
          <pc:docMk/>
          <pc:sldMk cId="3340419842" sldId="558"/>
        </pc:sldMkLst>
      </pc:sldChg>
      <pc:sldChg chg="addSp delSp modSp add mod">
        <pc:chgData name="Pramod Naik" userId="ceb6df04-ef15-4d9b-a141-998a03559d75" providerId="ADAL" clId="{62E9B5AE-779D-4001-92D3-8FF830A8A9C1}" dt="2025-10-29T18:40:46.534" v="3506" actId="1076"/>
        <pc:sldMkLst>
          <pc:docMk/>
          <pc:sldMk cId="1863801318" sldId="559"/>
        </pc:sldMkLst>
        <pc:spChg chg="mod">
          <ac:chgData name="Pramod Naik" userId="ceb6df04-ef15-4d9b-a141-998a03559d75" providerId="ADAL" clId="{62E9B5AE-779D-4001-92D3-8FF830A8A9C1}" dt="2025-10-29T18:34:51.423" v="3481" actId="113"/>
          <ac:spMkLst>
            <pc:docMk/>
            <pc:sldMk cId="1863801318" sldId="559"/>
            <ac:spMk id="3" creationId="{9C1827B3-07A6-EF3F-7D9B-FF00AEEB4D31}"/>
          </ac:spMkLst>
        </pc:spChg>
        <pc:picChg chg="add mod">
          <ac:chgData name="Pramod Naik" userId="ceb6df04-ef15-4d9b-a141-998a03559d75" providerId="ADAL" clId="{62E9B5AE-779D-4001-92D3-8FF830A8A9C1}" dt="2025-10-29T18:40:46.534" v="3506" actId="1076"/>
          <ac:picMkLst>
            <pc:docMk/>
            <pc:sldMk cId="1863801318" sldId="559"/>
            <ac:picMk id="6" creationId="{150AA1F4-AA37-D412-E86C-942DFE6B658C}"/>
          </ac:picMkLst>
        </pc:picChg>
      </pc:sldChg>
      <pc:sldChg chg="modSp add del mod">
        <pc:chgData name="Pramod Naik" userId="ceb6df04-ef15-4d9b-a141-998a03559d75" providerId="ADAL" clId="{62E9B5AE-779D-4001-92D3-8FF830A8A9C1}" dt="2025-10-26T05:53:00.185" v="2478" actId="47"/>
        <pc:sldMkLst>
          <pc:docMk/>
          <pc:sldMk cId="3804633679" sldId="559"/>
        </pc:sldMkLst>
      </pc:sldChg>
      <pc:sldChg chg="addSp modSp add del mod">
        <pc:chgData name="Pramod Naik" userId="ceb6df04-ef15-4d9b-a141-998a03559d75" providerId="ADAL" clId="{62E9B5AE-779D-4001-92D3-8FF830A8A9C1}" dt="2025-10-26T05:53:00.206" v="2479" actId="47"/>
        <pc:sldMkLst>
          <pc:docMk/>
          <pc:sldMk cId="91052272" sldId="560"/>
        </pc:sldMkLst>
      </pc:sldChg>
      <pc:sldChg chg="addSp modSp add mod">
        <pc:chgData name="Pramod Naik" userId="ceb6df04-ef15-4d9b-a141-998a03559d75" providerId="ADAL" clId="{62E9B5AE-779D-4001-92D3-8FF830A8A9C1}" dt="2025-10-29T18:35:38.105" v="3502" actId="22"/>
        <pc:sldMkLst>
          <pc:docMk/>
          <pc:sldMk cId="561616237" sldId="560"/>
        </pc:sldMkLst>
        <pc:spChg chg="mod">
          <ac:chgData name="Pramod Naik" userId="ceb6df04-ef15-4d9b-a141-998a03559d75" providerId="ADAL" clId="{62E9B5AE-779D-4001-92D3-8FF830A8A9C1}" dt="2025-10-29T18:35:37.820" v="3501" actId="113"/>
          <ac:spMkLst>
            <pc:docMk/>
            <pc:sldMk cId="561616237" sldId="560"/>
            <ac:spMk id="3" creationId="{6E918AB6-1057-4A90-98A6-189364E9A4F4}"/>
          </ac:spMkLst>
        </pc:spChg>
        <pc:picChg chg="add">
          <ac:chgData name="Pramod Naik" userId="ceb6df04-ef15-4d9b-a141-998a03559d75" providerId="ADAL" clId="{62E9B5AE-779D-4001-92D3-8FF830A8A9C1}" dt="2025-10-29T18:35:38.105" v="3502" actId="22"/>
          <ac:picMkLst>
            <pc:docMk/>
            <pc:sldMk cId="561616237" sldId="560"/>
            <ac:picMk id="4" creationId="{A91444B6-7E8C-1280-AE79-4C8517B91DA5}"/>
          </ac:picMkLst>
        </pc:picChg>
      </pc:sldChg>
      <pc:sldChg chg="addSp modSp add mod">
        <pc:chgData name="Pramod Naik" userId="ceb6df04-ef15-4d9b-a141-998a03559d75" providerId="ADAL" clId="{62E9B5AE-779D-4001-92D3-8FF830A8A9C1}" dt="2025-10-29T18:42:03.611" v="3513" actId="1076"/>
        <pc:sldMkLst>
          <pc:docMk/>
          <pc:sldMk cId="1234122165" sldId="561"/>
        </pc:sldMkLst>
        <pc:spChg chg="mod">
          <ac:chgData name="Pramod Naik" userId="ceb6df04-ef15-4d9b-a141-998a03559d75" providerId="ADAL" clId="{62E9B5AE-779D-4001-92D3-8FF830A8A9C1}" dt="2025-10-29T18:41:36.616" v="3510" actId="20577"/>
          <ac:spMkLst>
            <pc:docMk/>
            <pc:sldMk cId="1234122165" sldId="561"/>
            <ac:spMk id="3" creationId="{35C85EA4-B4B5-CF44-7889-0C522E9BF5A5}"/>
          </ac:spMkLst>
        </pc:spChg>
        <pc:picChg chg="add mod">
          <ac:chgData name="Pramod Naik" userId="ceb6df04-ef15-4d9b-a141-998a03559d75" providerId="ADAL" clId="{62E9B5AE-779D-4001-92D3-8FF830A8A9C1}" dt="2025-10-29T18:42:03.611" v="3513" actId="1076"/>
          <ac:picMkLst>
            <pc:docMk/>
            <pc:sldMk cId="1234122165" sldId="561"/>
            <ac:picMk id="4" creationId="{0FADDEBE-66B0-6531-2652-F2AD0149752F}"/>
          </ac:picMkLst>
        </pc:picChg>
      </pc:sldChg>
      <pc:sldChg chg="modSp add del mod">
        <pc:chgData name="Pramod Naik" userId="ceb6df04-ef15-4d9b-a141-998a03559d75" providerId="ADAL" clId="{62E9B5AE-779D-4001-92D3-8FF830A8A9C1}" dt="2025-10-26T05:53:02.050" v="2489" actId="47"/>
        <pc:sldMkLst>
          <pc:docMk/>
          <pc:sldMk cId="4037816503" sldId="561"/>
        </pc:sldMkLst>
      </pc:sldChg>
      <pc:sldChg chg="add del">
        <pc:chgData name="Pramod Naik" userId="ceb6df04-ef15-4d9b-a141-998a03559d75" providerId="ADAL" clId="{62E9B5AE-779D-4001-92D3-8FF830A8A9C1}" dt="2025-10-14T05:52:25.527" v="1871" actId="2696"/>
        <pc:sldMkLst>
          <pc:docMk/>
          <pc:sldMk cId="4226352970" sldId="561"/>
        </pc:sldMkLst>
      </pc:sldChg>
      <pc:sldChg chg="modSp add mod">
        <pc:chgData name="Pramod Naik" userId="ceb6df04-ef15-4d9b-a141-998a03559d75" providerId="ADAL" clId="{62E9B5AE-779D-4001-92D3-8FF830A8A9C1}" dt="2025-10-29T18:43:06.446" v="3529" actId="113"/>
        <pc:sldMkLst>
          <pc:docMk/>
          <pc:sldMk cId="172351539" sldId="562"/>
        </pc:sldMkLst>
        <pc:spChg chg="mod">
          <ac:chgData name="Pramod Naik" userId="ceb6df04-ef15-4d9b-a141-998a03559d75" providerId="ADAL" clId="{62E9B5AE-779D-4001-92D3-8FF830A8A9C1}" dt="2025-10-29T18:43:06.446" v="3529" actId="113"/>
          <ac:spMkLst>
            <pc:docMk/>
            <pc:sldMk cId="172351539" sldId="562"/>
            <ac:spMk id="3" creationId="{82C59336-0695-7311-88FA-940BF6424B61}"/>
          </ac:spMkLst>
        </pc:spChg>
      </pc:sldChg>
      <pc:sldChg chg="add del">
        <pc:chgData name="Pramod Naik" userId="ceb6df04-ef15-4d9b-a141-998a03559d75" providerId="ADAL" clId="{62E9B5AE-779D-4001-92D3-8FF830A8A9C1}" dt="2025-10-14T05:52:28.136" v="1872" actId="47"/>
        <pc:sldMkLst>
          <pc:docMk/>
          <pc:sldMk cId="1623273479" sldId="562"/>
        </pc:sldMkLst>
      </pc:sldChg>
      <pc:sldChg chg="modSp add del mod">
        <pc:chgData name="Pramod Naik" userId="ceb6df04-ef15-4d9b-a141-998a03559d75" providerId="ADAL" clId="{62E9B5AE-779D-4001-92D3-8FF830A8A9C1}" dt="2025-10-26T05:53:02.077" v="2490" actId="47"/>
        <pc:sldMkLst>
          <pc:docMk/>
          <pc:sldMk cId="1912196509" sldId="562"/>
        </pc:sldMkLst>
      </pc:sldChg>
      <pc:sldChg chg="addSp modSp add mod ord">
        <pc:chgData name="Pramod Naik" userId="ceb6df04-ef15-4d9b-a141-998a03559d75" providerId="ADAL" clId="{62E9B5AE-779D-4001-92D3-8FF830A8A9C1}" dt="2025-11-01T13:56:55.828" v="3550"/>
        <pc:sldMkLst>
          <pc:docMk/>
          <pc:sldMk cId="2473509293" sldId="563"/>
        </pc:sldMkLst>
        <pc:grpChg chg="add mod">
          <ac:chgData name="Pramod Naik" userId="ceb6df04-ef15-4d9b-a141-998a03559d75" providerId="ADAL" clId="{62E9B5AE-779D-4001-92D3-8FF830A8A9C1}" dt="2025-11-01T13:56:03.490" v="3546" actId="164"/>
          <ac:grpSpMkLst>
            <pc:docMk/>
            <pc:sldMk cId="2473509293" sldId="563"/>
            <ac:grpSpMk id="6" creationId="{49601D0F-58B5-676D-9A15-6B1F2A3F9304}"/>
          </ac:grpSpMkLst>
        </pc:grpChg>
        <pc:picChg chg="add mod">
          <ac:chgData name="Pramod Naik" userId="ceb6df04-ef15-4d9b-a141-998a03559d75" providerId="ADAL" clId="{62E9B5AE-779D-4001-92D3-8FF830A8A9C1}" dt="2025-11-01T13:56:03.490" v="3546" actId="164"/>
          <ac:picMkLst>
            <pc:docMk/>
            <pc:sldMk cId="2473509293" sldId="563"/>
            <ac:picMk id="4" creationId="{77966D3B-8D55-5AA0-4C04-E4073BB8BB50}"/>
          </ac:picMkLst>
        </pc:picChg>
        <pc:picChg chg="add mod">
          <ac:chgData name="Pramod Naik" userId="ceb6df04-ef15-4d9b-a141-998a03559d75" providerId="ADAL" clId="{62E9B5AE-779D-4001-92D3-8FF830A8A9C1}" dt="2025-11-01T13:56:03.490" v="3546" actId="164"/>
          <ac:picMkLst>
            <pc:docMk/>
            <pc:sldMk cId="2473509293" sldId="563"/>
            <ac:picMk id="5" creationId="{6CD3631C-A2F6-485B-9830-1404F936094A}"/>
          </ac:picMkLst>
        </pc:picChg>
        <pc:picChg chg="add mod">
          <ac:chgData name="Pramod Naik" userId="ceb6df04-ef15-4d9b-a141-998a03559d75" providerId="ADAL" clId="{62E9B5AE-779D-4001-92D3-8FF830A8A9C1}" dt="2025-11-01T13:56:03.490" v="3546" actId="164"/>
          <ac:picMkLst>
            <pc:docMk/>
            <pc:sldMk cId="2473509293" sldId="563"/>
            <ac:picMk id="1026" creationId="{A4B8EA69-61EC-BD90-5B1D-226695348111}"/>
          </ac:picMkLst>
        </pc:picChg>
      </pc:sldChg>
      <pc:sldChg chg="addSp modSp add del mod">
        <pc:chgData name="Pramod Naik" userId="ceb6df04-ef15-4d9b-a141-998a03559d75" providerId="ADAL" clId="{62E9B5AE-779D-4001-92D3-8FF830A8A9C1}" dt="2025-10-26T05:53:02.113" v="2491" actId="47"/>
        <pc:sldMkLst>
          <pc:docMk/>
          <pc:sldMk cId="3246291351" sldId="563"/>
        </pc:sldMkLst>
      </pc:sldChg>
      <pc:sldChg chg="addSp modSp add del mod">
        <pc:chgData name="Pramod Naik" userId="ceb6df04-ef15-4d9b-a141-998a03559d75" providerId="ADAL" clId="{62E9B5AE-779D-4001-92D3-8FF830A8A9C1}" dt="2025-10-26T05:53:02.143" v="2492" actId="47"/>
        <pc:sldMkLst>
          <pc:docMk/>
          <pc:sldMk cId="813558974" sldId="564"/>
        </pc:sldMkLst>
      </pc:sldChg>
      <pc:sldChg chg="addSp delSp modSp add mod ord">
        <pc:chgData name="Pramod Naik" userId="ceb6df04-ef15-4d9b-a141-998a03559d75" providerId="ADAL" clId="{62E9B5AE-779D-4001-92D3-8FF830A8A9C1}" dt="2025-11-01T13:58:51.691" v="3560" actId="1076"/>
        <pc:sldMkLst>
          <pc:docMk/>
          <pc:sldMk cId="1794317502" sldId="564"/>
        </pc:sldMkLst>
        <pc:spChg chg="del">
          <ac:chgData name="Pramod Naik" userId="ceb6df04-ef15-4d9b-a141-998a03559d75" providerId="ADAL" clId="{62E9B5AE-779D-4001-92D3-8FF830A8A9C1}" dt="2025-11-01T13:58:47.281" v="3559" actId="478"/>
          <ac:spMkLst>
            <pc:docMk/>
            <pc:sldMk cId="1794317502" sldId="564"/>
            <ac:spMk id="3" creationId="{FC24096A-3BE6-88B2-F3CC-318F849A5EAF}"/>
          </ac:spMkLst>
        </pc:spChg>
        <pc:picChg chg="add mod">
          <ac:chgData name="Pramod Naik" userId="ceb6df04-ef15-4d9b-a141-998a03559d75" providerId="ADAL" clId="{62E9B5AE-779D-4001-92D3-8FF830A8A9C1}" dt="2025-11-01T13:58:51.691" v="3560" actId="1076"/>
          <ac:picMkLst>
            <pc:docMk/>
            <pc:sldMk cId="1794317502" sldId="564"/>
            <ac:picMk id="2050" creationId="{F581DCC5-6A64-8FC8-35F6-9DD8C8F6F6B3}"/>
          </ac:picMkLst>
        </pc:picChg>
      </pc:sldChg>
      <pc:sldChg chg="addSp delSp modSp add del mod">
        <pc:chgData name="Pramod Naik" userId="ceb6df04-ef15-4d9b-a141-998a03559d75" providerId="ADAL" clId="{62E9B5AE-779D-4001-92D3-8FF830A8A9C1}" dt="2025-10-26T05:53:02.177" v="2493" actId="47"/>
        <pc:sldMkLst>
          <pc:docMk/>
          <pc:sldMk cId="494025414" sldId="565"/>
        </pc:sldMkLst>
      </pc:sldChg>
      <pc:sldChg chg="addSp delSp modSp add mod setBg">
        <pc:chgData name="Pramod Naik" userId="ceb6df04-ef15-4d9b-a141-998a03559d75" providerId="ADAL" clId="{62E9B5AE-779D-4001-92D3-8FF830A8A9C1}" dt="2025-11-01T14:03:23.049" v="3620" actId="20577"/>
        <pc:sldMkLst>
          <pc:docMk/>
          <pc:sldMk cId="4103649649" sldId="565"/>
        </pc:sldMkLst>
        <pc:spChg chg="mod">
          <ac:chgData name="Pramod Naik" userId="ceb6df04-ef15-4d9b-a141-998a03559d75" providerId="ADAL" clId="{62E9B5AE-779D-4001-92D3-8FF830A8A9C1}" dt="2025-11-01T14:03:23.049" v="3620" actId="20577"/>
          <ac:spMkLst>
            <pc:docMk/>
            <pc:sldMk cId="4103649649" sldId="565"/>
            <ac:spMk id="3" creationId="{998A68B0-5C24-F615-D4FC-1FBD05838EC3}"/>
          </ac:spMkLst>
        </pc:spChg>
        <pc:spChg chg="add del">
          <ac:chgData name="Pramod Naik" userId="ceb6df04-ef15-4d9b-a141-998a03559d75" providerId="ADAL" clId="{62E9B5AE-779D-4001-92D3-8FF830A8A9C1}" dt="2025-11-01T14:01:40.662" v="3600" actId="26606"/>
          <ac:spMkLst>
            <pc:docMk/>
            <pc:sldMk cId="4103649649" sldId="565"/>
            <ac:spMk id="3079" creationId="{4F8E18AC-903E-4B46-8CC0-FE20E612CE37}"/>
          </ac:spMkLst>
        </pc:spChg>
        <pc:spChg chg="add del">
          <ac:chgData name="Pramod Naik" userId="ceb6df04-ef15-4d9b-a141-998a03559d75" providerId="ADAL" clId="{62E9B5AE-779D-4001-92D3-8FF830A8A9C1}" dt="2025-11-01T14:01:40.662" v="3600" actId="26606"/>
          <ac:spMkLst>
            <pc:docMk/>
            <pc:sldMk cId="4103649649" sldId="565"/>
            <ac:spMk id="3081" creationId="{3DEE38FB-0763-470C-8A5E-44456B5130D7}"/>
          </ac:spMkLst>
        </pc:spChg>
        <pc:spChg chg="add del">
          <ac:chgData name="Pramod Naik" userId="ceb6df04-ef15-4d9b-a141-998a03559d75" providerId="ADAL" clId="{62E9B5AE-779D-4001-92D3-8FF830A8A9C1}" dt="2025-11-01T14:01:40.662" v="3600" actId="26606"/>
          <ac:spMkLst>
            <pc:docMk/>
            <pc:sldMk cId="4103649649" sldId="565"/>
            <ac:spMk id="3083" creationId="{F1D6E6C0-11C7-4A38-BD12-80741960B53C}"/>
          </ac:spMkLst>
        </pc:spChg>
        <pc:grpChg chg="add del">
          <ac:chgData name="Pramod Naik" userId="ceb6df04-ef15-4d9b-a141-998a03559d75" providerId="ADAL" clId="{62E9B5AE-779D-4001-92D3-8FF830A8A9C1}" dt="2025-11-01T14:01:40.662" v="3600" actId="26606"/>
          <ac:grpSpMkLst>
            <pc:docMk/>
            <pc:sldMk cId="4103649649" sldId="565"/>
            <ac:grpSpMk id="3085" creationId="{2B16E781-E64A-4007-B0F1-5A50135A4276}"/>
          </ac:grpSpMkLst>
        </pc:grpChg>
        <pc:picChg chg="add mod">
          <ac:chgData name="Pramod Naik" userId="ceb6df04-ef15-4d9b-a141-998a03559d75" providerId="ADAL" clId="{62E9B5AE-779D-4001-92D3-8FF830A8A9C1}" dt="2025-11-01T14:01:48.812" v="3602" actId="1076"/>
          <ac:picMkLst>
            <pc:docMk/>
            <pc:sldMk cId="4103649649" sldId="565"/>
            <ac:picMk id="3074" creationId="{23DB1387-FE1B-A757-97F1-2CCA1CABF6B8}"/>
          </ac:picMkLst>
        </pc:picChg>
      </pc:sldChg>
      <pc:sldChg chg="modSp add mod ord">
        <pc:chgData name="Pramod Naik" userId="ceb6df04-ef15-4d9b-a141-998a03559d75" providerId="ADAL" clId="{62E9B5AE-779D-4001-92D3-8FF830A8A9C1}" dt="2025-11-01T14:12:54.882" v="3849" actId="207"/>
        <pc:sldMkLst>
          <pc:docMk/>
          <pc:sldMk cId="3712268275" sldId="566"/>
        </pc:sldMkLst>
        <pc:spChg chg="mod">
          <ac:chgData name="Pramod Naik" userId="ceb6df04-ef15-4d9b-a141-998a03559d75" providerId="ADAL" clId="{62E9B5AE-779D-4001-92D3-8FF830A8A9C1}" dt="2025-11-01T14:12:54.882" v="3849" actId="207"/>
          <ac:spMkLst>
            <pc:docMk/>
            <pc:sldMk cId="3712268275" sldId="566"/>
            <ac:spMk id="3" creationId="{4298DA18-9AFF-9C1F-AC4C-6351501744B1}"/>
          </ac:spMkLst>
        </pc:spChg>
      </pc:sldChg>
      <pc:sldChg chg="addSp modSp add del mod">
        <pc:chgData name="Pramod Naik" userId="ceb6df04-ef15-4d9b-a141-998a03559d75" providerId="ADAL" clId="{62E9B5AE-779D-4001-92D3-8FF830A8A9C1}" dt="2025-10-26T05:53:02.205" v="2494" actId="47"/>
        <pc:sldMkLst>
          <pc:docMk/>
          <pc:sldMk cId="4083528472" sldId="566"/>
        </pc:sldMkLst>
      </pc:sldChg>
      <pc:sldChg chg="addSp modSp add mod ord">
        <pc:chgData name="Pramod Naik" userId="ceb6df04-ef15-4d9b-a141-998a03559d75" providerId="ADAL" clId="{62E9B5AE-779D-4001-92D3-8FF830A8A9C1}" dt="2025-11-01T14:05:27.088" v="3717" actId="20577"/>
        <pc:sldMkLst>
          <pc:docMk/>
          <pc:sldMk cId="1517013679" sldId="567"/>
        </pc:sldMkLst>
        <pc:spChg chg="mod">
          <ac:chgData name="Pramod Naik" userId="ceb6df04-ef15-4d9b-a141-998a03559d75" providerId="ADAL" clId="{62E9B5AE-779D-4001-92D3-8FF830A8A9C1}" dt="2025-11-01T14:05:27.088" v="3717" actId="20577"/>
          <ac:spMkLst>
            <pc:docMk/>
            <pc:sldMk cId="1517013679" sldId="567"/>
            <ac:spMk id="3" creationId="{F0BD15C9-DAF0-3253-6761-4709721837D1}"/>
          </ac:spMkLst>
        </pc:spChg>
        <pc:picChg chg="add mod modCrop">
          <ac:chgData name="Pramod Naik" userId="ceb6df04-ef15-4d9b-a141-998a03559d75" providerId="ADAL" clId="{62E9B5AE-779D-4001-92D3-8FF830A8A9C1}" dt="2025-11-01T14:05:06.700" v="3691" actId="732"/>
          <ac:picMkLst>
            <pc:docMk/>
            <pc:sldMk cId="1517013679" sldId="567"/>
            <ac:picMk id="4" creationId="{B3540E61-41BD-C529-F3F5-E658F2D9590A}"/>
          </ac:picMkLst>
        </pc:picChg>
      </pc:sldChg>
      <pc:sldChg chg="addSp modSp add del mod">
        <pc:chgData name="Pramod Naik" userId="ceb6df04-ef15-4d9b-a141-998a03559d75" providerId="ADAL" clId="{62E9B5AE-779D-4001-92D3-8FF830A8A9C1}" dt="2025-10-26T05:53:02.247" v="2495" actId="47"/>
        <pc:sldMkLst>
          <pc:docMk/>
          <pc:sldMk cId="4110756528" sldId="567"/>
        </pc:sldMkLst>
      </pc:sldChg>
      <pc:sldChg chg="modSp add del mod">
        <pc:chgData name="Pramod Naik" userId="ceb6df04-ef15-4d9b-a141-998a03559d75" providerId="ADAL" clId="{62E9B5AE-779D-4001-92D3-8FF830A8A9C1}" dt="2025-10-26T05:53:02.276" v="2496" actId="47"/>
        <pc:sldMkLst>
          <pc:docMk/>
          <pc:sldMk cId="1668062704" sldId="568"/>
        </pc:sldMkLst>
      </pc:sldChg>
      <pc:sldChg chg="addSp modSp add mod">
        <pc:chgData name="Pramod Naik" userId="ceb6df04-ef15-4d9b-a141-998a03559d75" providerId="ADAL" clId="{62E9B5AE-779D-4001-92D3-8FF830A8A9C1}" dt="2025-11-01T14:07:57.957" v="3824" actId="1076"/>
        <pc:sldMkLst>
          <pc:docMk/>
          <pc:sldMk cId="2275605110" sldId="568"/>
        </pc:sldMkLst>
        <pc:spChg chg="mod">
          <ac:chgData name="Pramod Naik" userId="ceb6df04-ef15-4d9b-a141-998a03559d75" providerId="ADAL" clId="{62E9B5AE-779D-4001-92D3-8FF830A8A9C1}" dt="2025-11-01T14:07:34.749" v="3820" actId="113"/>
          <ac:spMkLst>
            <pc:docMk/>
            <pc:sldMk cId="2275605110" sldId="568"/>
            <ac:spMk id="3" creationId="{B3263A9C-41D5-DC27-AE5E-66517C1A8A59}"/>
          </ac:spMkLst>
        </pc:spChg>
        <pc:picChg chg="add mod modCrop">
          <ac:chgData name="Pramod Naik" userId="ceb6df04-ef15-4d9b-a141-998a03559d75" providerId="ADAL" clId="{62E9B5AE-779D-4001-92D3-8FF830A8A9C1}" dt="2025-11-01T14:07:15.013" v="3801" actId="1076"/>
          <ac:picMkLst>
            <pc:docMk/>
            <pc:sldMk cId="2275605110" sldId="568"/>
            <ac:picMk id="4" creationId="{2F7C5F61-40DF-DA69-510B-E4FE5542F0CB}"/>
          </ac:picMkLst>
        </pc:picChg>
        <pc:picChg chg="add mod modCrop">
          <ac:chgData name="Pramod Naik" userId="ceb6df04-ef15-4d9b-a141-998a03559d75" providerId="ADAL" clId="{62E9B5AE-779D-4001-92D3-8FF830A8A9C1}" dt="2025-11-01T14:07:19.691" v="3804" actId="1076"/>
          <ac:picMkLst>
            <pc:docMk/>
            <pc:sldMk cId="2275605110" sldId="568"/>
            <ac:picMk id="6" creationId="{436F1722-8529-ED38-B75B-7CB4EF90B1DB}"/>
          </ac:picMkLst>
        </pc:picChg>
        <pc:picChg chg="add mod modCrop">
          <ac:chgData name="Pramod Naik" userId="ceb6df04-ef15-4d9b-a141-998a03559d75" providerId="ADAL" clId="{62E9B5AE-779D-4001-92D3-8FF830A8A9C1}" dt="2025-11-01T14:07:57.957" v="3824" actId="1076"/>
          <ac:picMkLst>
            <pc:docMk/>
            <pc:sldMk cId="2275605110" sldId="568"/>
            <ac:picMk id="8" creationId="{17A57875-2B92-4E86-8275-FA43CAAE948D}"/>
          </ac:picMkLst>
        </pc:picChg>
        <pc:picChg chg="add mod">
          <ac:chgData name="Pramod Naik" userId="ceb6df04-ef15-4d9b-a141-998a03559d75" providerId="ADAL" clId="{62E9B5AE-779D-4001-92D3-8FF830A8A9C1}" dt="2025-11-01T14:07:56.297" v="3823" actId="1076"/>
          <ac:picMkLst>
            <pc:docMk/>
            <pc:sldMk cId="2275605110" sldId="568"/>
            <ac:picMk id="10" creationId="{CACE381B-CEAD-7E87-2F8C-5311F69EE758}"/>
          </ac:picMkLst>
        </pc:picChg>
      </pc:sldChg>
      <pc:sldChg chg="addSp modSp add del mod">
        <pc:chgData name="Pramod Naik" userId="ceb6df04-ef15-4d9b-a141-998a03559d75" providerId="ADAL" clId="{62E9B5AE-779D-4001-92D3-8FF830A8A9C1}" dt="2025-10-26T05:53:02.307" v="2497" actId="47"/>
        <pc:sldMkLst>
          <pc:docMk/>
          <pc:sldMk cId="959162173" sldId="569"/>
        </pc:sldMkLst>
      </pc:sldChg>
      <pc:sldChg chg="addSp modSp add mod">
        <pc:chgData name="Pramod Naik" userId="ceb6df04-ef15-4d9b-a141-998a03559d75" providerId="ADAL" clId="{62E9B5AE-779D-4001-92D3-8FF830A8A9C1}" dt="2025-11-01T14:17:04.171" v="3925" actId="113"/>
        <pc:sldMkLst>
          <pc:docMk/>
          <pc:sldMk cId="3330856063" sldId="569"/>
        </pc:sldMkLst>
        <pc:spChg chg="mod">
          <ac:chgData name="Pramod Naik" userId="ceb6df04-ef15-4d9b-a141-998a03559d75" providerId="ADAL" clId="{62E9B5AE-779D-4001-92D3-8FF830A8A9C1}" dt="2025-11-01T14:17:04.171" v="3925" actId="113"/>
          <ac:spMkLst>
            <pc:docMk/>
            <pc:sldMk cId="3330856063" sldId="569"/>
            <ac:spMk id="3" creationId="{33B14B21-6322-A82C-BD09-4093DCB77DBC}"/>
          </ac:spMkLst>
        </pc:spChg>
        <pc:picChg chg="add mod">
          <ac:chgData name="Pramod Naik" userId="ceb6df04-ef15-4d9b-a141-998a03559d75" providerId="ADAL" clId="{62E9B5AE-779D-4001-92D3-8FF830A8A9C1}" dt="2025-11-01T14:16:49.365" v="3923" actId="1076"/>
          <ac:picMkLst>
            <pc:docMk/>
            <pc:sldMk cId="3330856063" sldId="569"/>
            <ac:picMk id="4098" creationId="{55E09A31-F14C-44ED-B1A6-48F50165A176}"/>
          </ac:picMkLst>
        </pc:picChg>
      </pc:sldChg>
      <pc:sldChg chg="addSp modSp add mod">
        <pc:chgData name="Pramod Naik" userId="ceb6df04-ef15-4d9b-a141-998a03559d75" providerId="ADAL" clId="{62E9B5AE-779D-4001-92D3-8FF830A8A9C1}" dt="2025-11-01T14:19:26.509" v="3948" actId="113"/>
        <pc:sldMkLst>
          <pc:docMk/>
          <pc:sldMk cId="1668023934" sldId="570"/>
        </pc:sldMkLst>
        <pc:spChg chg="mod">
          <ac:chgData name="Pramod Naik" userId="ceb6df04-ef15-4d9b-a141-998a03559d75" providerId="ADAL" clId="{62E9B5AE-779D-4001-92D3-8FF830A8A9C1}" dt="2025-11-01T14:18:37.921" v="3929" actId="113"/>
          <ac:spMkLst>
            <pc:docMk/>
            <pc:sldMk cId="1668023934" sldId="570"/>
            <ac:spMk id="3" creationId="{F89D1488-AAC8-CA94-3CED-A347136BED80}"/>
          </ac:spMkLst>
        </pc:spChg>
        <pc:graphicFrameChg chg="add mod modGraphic">
          <ac:chgData name="Pramod Naik" userId="ceb6df04-ef15-4d9b-a141-998a03559d75" providerId="ADAL" clId="{62E9B5AE-779D-4001-92D3-8FF830A8A9C1}" dt="2025-11-01T14:19:26.509" v="3948" actId="113"/>
          <ac:graphicFrameMkLst>
            <pc:docMk/>
            <pc:sldMk cId="1668023934" sldId="570"/>
            <ac:graphicFrameMk id="2" creationId="{BF9CE034-CEC3-74EB-B561-CCC7056A7BFD}"/>
          </ac:graphicFrameMkLst>
        </pc:graphicFrameChg>
      </pc:sldChg>
      <pc:sldChg chg="addSp modSp add del mod">
        <pc:chgData name="Pramod Naik" userId="ceb6df04-ef15-4d9b-a141-998a03559d75" providerId="ADAL" clId="{62E9B5AE-779D-4001-92D3-8FF830A8A9C1}" dt="2025-10-26T05:53:02.337" v="2498" actId="47"/>
        <pc:sldMkLst>
          <pc:docMk/>
          <pc:sldMk cId="3252099199" sldId="570"/>
        </pc:sldMkLst>
      </pc:sldChg>
      <pc:sldChg chg="addSp delSp modSp add del mod">
        <pc:chgData name="Pramod Naik" userId="ceb6df04-ef15-4d9b-a141-998a03559d75" providerId="ADAL" clId="{62E9B5AE-779D-4001-92D3-8FF830A8A9C1}" dt="2025-10-26T05:53:02.373" v="2499" actId="47"/>
        <pc:sldMkLst>
          <pc:docMk/>
          <pc:sldMk cId="1073918120" sldId="571"/>
        </pc:sldMkLst>
      </pc:sldChg>
      <pc:sldChg chg="addSp modSp add mod">
        <pc:chgData name="Pramod Naik" userId="ceb6df04-ef15-4d9b-a141-998a03559d75" providerId="ADAL" clId="{62E9B5AE-779D-4001-92D3-8FF830A8A9C1}" dt="2025-11-01T14:21:41.211" v="3969" actId="1076"/>
        <pc:sldMkLst>
          <pc:docMk/>
          <pc:sldMk cId="1873530423" sldId="571"/>
        </pc:sldMkLst>
        <pc:spChg chg="mod">
          <ac:chgData name="Pramod Naik" userId="ceb6df04-ef15-4d9b-a141-998a03559d75" providerId="ADAL" clId="{62E9B5AE-779D-4001-92D3-8FF830A8A9C1}" dt="2025-11-01T14:20:13.727" v="3954" actId="20577"/>
          <ac:spMkLst>
            <pc:docMk/>
            <pc:sldMk cId="1873530423" sldId="571"/>
            <ac:spMk id="3" creationId="{BEB1F599-617A-8661-24F8-C8DC9394C1CF}"/>
          </ac:spMkLst>
        </pc:spChg>
        <pc:graphicFrameChg chg="add mod modGraphic">
          <ac:chgData name="Pramod Naik" userId="ceb6df04-ef15-4d9b-a141-998a03559d75" providerId="ADAL" clId="{62E9B5AE-779D-4001-92D3-8FF830A8A9C1}" dt="2025-11-01T14:21:41.211" v="3969" actId="1076"/>
          <ac:graphicFrameMkLst>
            <pc:docMk/>
            <pc:sldMk cId="1873530423" sldId="571"/>
            <ac:graphicFrameMk id="2" creationId="{33280359-D07B-2B59-F42A-322E79B79653}"/>
          </ac:graphicFrameMkLst>
        </pc:graphicFrameChg>
      </pc:sldChg>
      <pc:sldChg chg="addSp modSp add del mod">
        <pc:chgData name="Pramod Naik" userId="ceb6df04-ef15-4d9b-a141-998a03559d75" providerId="ADAL" clId="{62E9B5AE-779D-4001-92D3-8FF830A8A9C1}" dt="2025-10-26T05:53:02.406" v="2500" actId="47"/>
        <pc:sldMkLst>
          <pc:docMk/>
          <pc:sldMk cId="1808909135" sldId="572"/>
        </pc:sldMkLst>
      </pc:sldChg>
      <pc:sldChg chg="addSp modSp add mod">
        <pc:chgData name="Pramod Naik" userId="ceb6df04-ef15-4d9b-a141-998a03559d75" providerId="ADAL" clId="{62E9B5AE-779D-4001-92D3-8FF830A8A9C1}" dt="2025-11-01T14:23:25.747" v="3998" actId="207"/>
        <pc:sldMkLst>
          <pc:docMk/>
          <pc:sldMk cId="3371284684" sldId="572"/>
        </pc:sldMkLst>
        <pc:spChg chg="mod">
          <ac:chgData name="Pramod Naik" userId="ceb6df04-ef15-4d9b-a141-998a03559d75" providerId="ADAL" clId="{62E9B5AE-779D-4001-92D3-8FF830A8A9C1}" dt="2025-11-01T14:22:05.546" v="3977" actId="113"/>
          <ac:spMkLst>
            <pc:docMk/>
            <pc:sldMk cId="3371284684" sldId="572"/>
            <ac:spMk id="3" creationId="{87C75E1D-1CE5-1261-20F2-DE4C478C4FD4}"/>
          </ac:spMkLst>
        </pc:spChg>
        <pc:graphicFrameChg chg="add mod modGraphic">
          <ac:chgData name="Pramod Naik" userId="ceb6df04-ef15-4d9b-a141-998a03559d75" providerId="ADAL" clId="{62E9B5AE-779D-4001-92D3-8FF830A8A9C1}" dt="2025-11-01T14:23:25.747" v="3998" actId="207"/>
          <ac:graphicFrameMkLst>
            <pc:docMk/>
            <pc:sldMk cId="3371284684" sldId="572"/>
            <ac:graphicFrameMk id="2" creationId="{CFF705E1-5BC1-64F6-0431-772B4BBBABAE}"/>
          </ac:graphicFrameMkLst>
        </pc:graphicFrameChg>
      </pc:sldChg>
      <pc:sldChg chg="addSp modSp add del mod">
        <pc:chgData name="Pramod Naik" userId="ceb6df04-ef15-4d9b-a141-998a03559d75" providerId="ADAL" clId="{62E9B5AE-779D-4001-92D3-8FF830A8A9C1}" dt="2025-10-26T05:53:02.438" v="2501" actId="47"/>
        <pc:sldMkLst>
          <pc:docMk/>
          <pc:sldMk cId="636557185" sldId="573"/>
        </pc:sldMkLst>
      </pc:sldChg>
      <pc:sldChg chg="addSp modSp add mod">
        <pc:chgData name="Pramod Naik" userId="ceb6df04-ef15-4d9b-a141-998a03559d75" providerId="ADAL" clId="{62E9B5AE-779D-4001-92D3-8FF830A8A9C1}" dt="2025-11-01T14:25:04.390" v="4053" actId="5793"/>
        <pc:sldMkLst>
          <pc:docMk/>
          <pc:sldMk cId="699174406" sldId="573"/>
        </pc:sldMkLst>
        <pc:spChg chg="mod">
          <ac:chgData name="Pramod Naik" userId="ceb6df04-ef15-4d9b-a141-998a03559d75" providerId="ADAL" clId="{62E9B5AE-779D-4001-92D3-8FF830A8A9C1}" dt="2025-11-01T14:25:04.390" v="4053" actId="5793"/>
          <ac:spMkLst>
            <pc:docMk/>
            <pc:sldMk cId="699174406" sldId="573"/>
            <ac:spMk id="3" creationId="{62BF5EFD-79BA-AE8F-19B2-C71FE0F7CB99}"/>
          </ac:spMkLst>
        </pc:spChg>
        <pc:picChg chg="add mod">
          <ac:chgData name="Pramod Naik" userId="ceb6df04-ef15-4d9b-a141-998a03559d75" providerId="ADAL" clId="{62E9B5AE-779D-4001-92D3-8FF830A8A9C1}" dt="2025-11-01T14:24:43.136" v="4038" actId="1076"/>
          <ac:picMkLst>
            <pc:docMk/>
            <pc:sldMk cId="699174406" sldId="573"/>
            <ac:picMk id="4" creationId="{3DE112C0-4CC9-175A-CF8D-8379C578B253}"/>
          </ac:picMkLst>
        </pc:picChg>
      </pc:sldChg>
      <pc:sldChg chg="addSp modSp add del mod">
        <pc:chgData name="Pramod Naik" userId="ceb6df04-ef15-4d9b-a141-998a03559d75" providerId="ADAL" clId="{62E9B5AE-779D-4001-92D3-8FF830A8A9C1}" dt="2025-10-26T05:53:02.473" v="2502" actId="47"/>
        <pc:sldMkLst>
          <pc:docMk/>
          <pc:sldMk cId="2101197699" sldId="574"/>
        </pc:sldMkLst>
      </pc:sldChg>
      <pc:sldChg chg="add">
        <pc:chgData name="Pramod Naik" userId="ceb6df04-ef15-4d9b-a141-998a03559d75" providerId="ADAL" clId="{62E9B5AE-779D-4001-92D3-8FF830A8A9C1}" dt="2025-11-01T14:04:20.010" v="3673"/>
        <pc:sldMkLst>
          <pc:docMk/>
          <pc:sldMk cId="4026936663" sldId="574"/>
        </pc:sldMkLst>
      </pc:sldChg>
      <pc:sldChg chg="add del">
        <pc:chgData name="Pramod Naik" userId="ceb6df04-ef15-4d9b-a141-998a03559d75" providerId="ADAL" clId="{62E9B5AE-779D-4001-92D3-8FF830A8A9C1}" dt="2025-10-24T05:15:08.428" v="2385" actId="47"/>
        <pc:sldMkLst>
          <pc:docMk/>
          <pc:sldMk cId="1438792373" sldId="575"/>
        </pc:sldMkLst>
      </pc:sldChg>
      <pc:sldChg chg="add">
        <pc:chgData name="Pramod Naik" userId="ceb6df04-ef15-4d9b-a141-998a03559d75" providerId="ADAL" clId="{62E9B5AE-779D-4001-92D3-8FF830A8A9C1}" dt="2025-11-01T14:04:20.055" v="3674"/>
        <pc:sldMkLst>
          <pc:docMk/>
          <pc:sldMk cId="3130721367" sldId="575"/>
        </pc:sldMkLst>
      </pc:sldChg>
      <pc:sldChg chg="add del">
        <pc:chgData name="Pramod Naik" userId="ceb6df04-ef15-4d9b-a141-998a03559d75" providerId="ADAL" clId="{62E9B5AE-779D-4001-92D3-8FF830A8A9C1}" dt="2025-10-24T05:15:09.265" v="2386" actId="47"/>
        <pc:sldMkLst>
          <pc:docMk/>
          <pc:sldMk cId="34796182" sldId="576"/>
        </pc:sldMkLst>
      </pc:sldChg>
      <pc:sldChg chg="add">
        <pc:chgData name="Pramod Naik" userId="ceb6df04-ef15-4d9b-a141-998a03559d75" providerId="ADAL" clId="{62E9B5AE-779D-4001-92D3-8FF830A8A9C1}" dt="2025-11-01T14:04:20.090" v="3675"/>
        <pc:sldMkLst>
          <pc:docMk/>
          <pc:sldMk cId="1462992910" sldId="576"/>
        </pc:sldMkLst>
      </pc:sldChg>
      <pc:sldChg chg="add">
        <pc:chgData name="Pramod Naik" userId="ceb6df04-ef15-4d9b-a141-998a03559d75" providerId="ADAL" clId="{62E9B5AE-779D-4001-92D3-8FF830A8A9C1}" dt="2025-11-01T14:04:20.110" v="3676"/>
        <pc:sldMkLst>
          <pc:docMk/>
          <pc:sldMk cId="2559913098" sldId="577"/>
        </pc:sldMkLst>
      </pc:sldChg>
      <pc:sldChg chg="add del">
        <pc:chgData name="Pramod Naik" userId="ceb6df04-ef15-4d9b-a141-998a03559d75" providerId="ADAL" clId="{62E9B5AE-779D-4001-92D3-8FF830A8A9C1}" dt="2025-10-24T05:15:10.215" v="2387" actId="47"/>
        <pc:sldMkLst>
          <pc:docMk/>
          <pc:sldMk cId="2734079874" sldId="577"/>
        </pc:sldMkLst>
      </pc:sldChg>
      <pc:sldChg chg="add">
        <pc:chgData name="Pramod Naik" userId="ceb6df04-ef15-4d9b-a141-998a03559d75" providerId="ADAL" clId="{62E9B5AE-779D-4001-92D3-8FF830A8A9C1}" dt="2025-11-01T14:04:20.153" v="3677"/>
        <pc:sldMkLst>
          <pc:docMk/>
          <pc:sldMk cId="238499470" sldId="578"/>
        </pc:sldMkLst>
      </pc:sldChg>
      <pc:sldChg chg="addSp delSp modSp add del mod">
        <pc:chgData name="Pramod Naik" userId="ceb6df04-ef15-4d9b-a141-998a03559d75" providerId="ADAL" clId="{62E9B5AE-779D-4001-92D3-8FF830A8A9C1}" dt="2025-10-26T05:53:02.506" v="2503" actId="47"/>
        <pc:sldMkLst>
          <pc:docMk/>
          <pc:sldMk cId="2851575667" sldId="578"/>
        </pc:sldMkLst>
      </pc:sldChg>
      <pc:sldChg chg="add">
        <pc:chgData name="Pramod Naik" userId="ceb6df04-ef15-4d9b-a141-998a03559d75" providerId="ADAL" clId="{62E9B5AE-779D-4001-92D3-8FF830A8A9C1}" dt="2025-11-01T14:04:20.176" v="3678"/>
        <pc:sldMkLst>
          <pc:docMk/>
          <pc:sldMk cId="4133616361" sldId="579"/>
        </pc:sldMkLst>
      </pc:sldChg>
      <pc:sldChg chg="add">
        <pc:chgData name="Pramod Naik" userId="ceb6df04-ef15-4d9b-a141-998a03559d75" providerId="ADAL" clId="{62E9B5AE-779D-4001-92D3-8FF830A8A9C1}" dt="2025-11-01T14:04:20.217" v="3679"/>
        <pc:sldMkLst>
          <pc:docMk/>
          <pc:sldMk cId="133758683" sldId="580"/>
        </pc:sldMkLst>
      </pc:sldChg>
      <pc:sldChg chg="add">
        <pc:chgData name="Pramod Naik" userId="ceb6df04-ef15-4d9b-a141-998a03559d75" providerId="ADAL" clId="{62E9B5AE-779D-4001-92D3-8FF830A8A9C1}" dt="2025-11-01T14:04:20.245" v="3680"/>
        <pc:sldMkLst>
          <pc:docMk/>
          <pc:sldMk cId="2779355306" sldId="581"/>
        </pc:sldMkLst>
      </pc:sldChg>
      <pc:sldChg chg="add">
        <pc:chgData name="Pramod Naik" userId="ceb6df04-ef15-4d9b-a141-998a03559d75" providerId="ADAL" clId="{62E9B5AE-779D-4001-92D3-8FF830A8A9C1}" dt="2025-11-01T14:04:20.283" v="3681"/>
        <pc:sldMkLst>
          <pc:docMk/>
          <pc:sldMk cId="1341148807" sldId="582"/>
        </pc:sldMkLst>
      </pc:sldChg>
      <pc:sldChg chg="add">
        <pc:chgData name="Pramod Naik" userId="ceb6df04-ef15-4d9b-a141-998a03559d75" providerId="ADAL" clId="{62E9B5AE-779D-4001-92D3-8FF830A8A9C1}" dt="2025-11-01T14:04:20.314" v="3682"/>
        <pc:sldMkLst>
          <pc:docMk/>
          <pc:sldMk cId="1068831768" sldId="583"/>
        </pc:sldMkLst>
      </pc:sldChg>
      <pc:sldChg chg="add">
        <pc:chgData name="Pramod Naik" userId="ceb6df04-ef15-4d9b-a141-998a03559d75" providerId="ADAL" clId="{62E9B5AE-779D-4001-92D3-8FF830A8A9C1}" dt="2025-11-01T14:04:20.351" v="3683"/>
        <pc:sldMkLst>
          <pc:docMk/>
          <pc:sldMk cId="4084032356" sldId="5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32AF1-4615-4667-912A-829B12F8C4D2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8A8E6-D4B7-4286-B37C-5D755B8E2C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485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76A3-ADC8-4477-8FC1-B9DD55D84908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523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27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709738"/>
            <a:ext cx="10570210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4589463"/>
            <a:ext cx="1057021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C193-4974-4A1F-9C63-07D595E30D66}" type="datetime1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74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602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1812"/>
            <a:ext cx="5220335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825749"/>
            <a:ext cx="5220335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1812"/>
            <a:ext cx="5183188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25749"/>
            <a:ext cx="5183188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5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84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62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19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92450"/>
            <a:ext cx="3994785" cy="27765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23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545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81275"/>
            <a:ext cx="3994785" cy="277977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30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35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0548-5C08-4BE3-B63E-F2BB63B0B00C}" type="datetime1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99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9B5B3C5-A599-465B-B2B9-866E8B2087CE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C84982-7DD0-43B1-8A2D-BFA4DF1B4E60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</a:extLst>
            </p:cNvPr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</a:extLst>
            </p:cNvPr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</a:extLst>
            </p:cNvPr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</a:extLst>
            </p:cNvPr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</a:extLst>
            </p:cNvPr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</a:extLst>
            </p:cNvPr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</a:extLst>
            </p:cNvPr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</a:extLst>
            </p:cNvPr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</a:extLst>
            </p:cNvPr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</a:extLst>
            </p:cNvPr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</a:extLst>
            </p:cNvPr>
            <p:cNvSpPr/>
            <p:nvPr/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</a:extLst>
            </p:cNvPr>
            <p:cNvSpPr/>
            <p:nvPr/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</a:extLst>
            </p:cNvPr>
            <p:cNvSpPr/>
            <p:nvPr/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</a:extLst>
            </p:cNvPr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</a:extLst>
            </p:cNvPr>
            <p:cNvSpPr/>
            <p:nvPr/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D24A4-5FEC-4062-8995-EB21925B3B40}" type="datetime1">
              <a:rPr lang="en-US" smtClean="0"/>
              <a:t>11/1/2025</a:t>
            </a:fld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315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25625"/>
            <a:ext cx="10659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281849D-54CA-C13E-3D84-DB247AB9A268}"/>
              </a:ext>
            </a:extLst>
          </p:cNvPr>
          <p:cNvGrpSpPr/>
          <p:nvPr userDrawn="1"/>
        </p:nvGrpSpPr>
        <p:grpSpPr>
          <a:xfrm>
            <a:off x="130629" y="6291189"/>
            <a:ext cx="2743201" cy="495445"/>
            <a:chOff x="195943" y="6091967"/>
            <a:chExt cx="3506755" cy="62950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401CC4C-E0EC-38D2-F7AA-61FC22E4D90D}"/>
                </a:ext>
              </a:extLst>
            </p:cNvPr>
            <p:cNvSpPr/>
            <p:nvPr userDrawn="1"/>
          </p:nvSpPr>
          <p:spPr>
            <a:xfrm>
              <a:off x="195943" y="6091967"/>
              <a:ext cx="642257" cy="629508"/>
            </a:xfrm>
            <a:prstGeom prst="ellipse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875BEBF-DA68-8945-6205-DE7DE602B3BD}"/>
                </a:ext>
              </a:extLst>
            </p:cNvPr>
            <p:cNvSpPr txBox="1"/>
            <p:nvPr userDrawn="1"/>
          </p:nvSpPr>
          <p:spPr>
            <a:xfrm>
              <a:off x="838200" y="6163561"/>
              <a:ext cx="28644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PRAMOD NAIK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275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03" r:id="rId6"/>
    <p:sldLayoutId id="2147483699" r:id="rId7"/>
    <p:sldLayoutId id="2147483700" r:id="rId8"/>
    <p:sldLayoutId id="2147483701" r:id="rId9"/>
    <p:sldLayoutId id="2147483702" r:id="rId10"/>
    <p:sldLayoutId id="214748370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6F0C9-0F14-9401-9CDE-6C8355A40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BA1704FD-B516-EE21-9AAE-763C14BDCAB8}"/>
              </a:ext>
            </a:extLst>
          </p:cNvPr>
          <p:cNvGrpSpPr/>
          <p:nvPr/>
        </p:nvGrpSpPr>
        <p:grpSpPr>
          <a:xfrm>
            <a:off x="-1" y="-1"/>
            <a:ext cx="12196899" cy="6858001"/>
            <a:chOff x="-1" y="-1"/>
            <a:chExt cx="12196899" cy="6858001"/>
          </a:xfrm>
        </p:grpSpPr>
        <p:pic>
          <p:nvPicPr>
            <p:cNvPr id="1026" name="Picture 2" descr="Python Modules: A Comprehensive Guide">
              <a:extLst>
                <a:ext uri="{FF2B5EF4-FFF2-40B4-BE49-F238E27FC236}">
                  <a16:creationId xmlns:a16="http://schemas.microsoft.com/office/drawing/2014/main" id="{617A063E-D0B3-4CC2-5607-890A9596C3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740228"/>
              <a:ext cx="12196898" cy="50836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5B56F89-435B-72C8-10A0-8CCEAD3D6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5823857"/>
              <a:ext cx="12192001" cy="1034143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588FFAC-F124-4F59-B487-448036F72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-1"/>
              <a:ext cx="12192001" cy="7402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7842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4FD42-C5AA-188E-045F-B73CB144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3E1D5-CA5D-7393-4CE8-623A83184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968828"/>
            <a:ext cx="11120846" cy="41474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/>
              <a:t>Types of </a:t>
            </a:r>
            <a:r>
              <a:rPr lang="en-US" sz="3200" b="1" dirty="0">
                <a:solidFill>
                  <a:srgbClr val="C00000"/>
                </a:solidFill>
              </a:rPr>
              <a:t>Modules</a:t>
            </a:r>
            <a:r>
              <a:rPr lang="en-US" sz="2800" b="1" dirty="0"/>
              <a:t> in </a:t>
            </a:r>
            <a:r>
              <a:rPr lang="en-US" sz="2800" b="1" dirty="0" err="1"/>
              <a:t>FastAPI</a:t>
            </a:r>
            <a:r>
              <a:rPr lang="en-US" sz="2800" b="1" dirty="0"/>
              <a:t>:</a:t>
            </a:r>
          </a:p>
          <a:p>
            <a:pPr marL="0" indent="0">
              <a:buNone/>
            </a:pPr>
            <a:r>
              <a:rPr lang="en-US" sz="2400" b="1" dirty="0"/>
              <a:t>1. </a:t>
            </a:r>
            <a:r>
              <a:rPr lang="en-US" sz="2800" b="1" dirty="0"/>
              <a:t>Core Modules (Built-In): </a:t>
            </a:r>
            <a:r>
              <a:rPr lang="en-US" sz="2800" dirty="0"/>
              <a:t>These are modules that are </a:t>
            </a:r>
            <a:r>
              <a:rPr lang="en-US" sz="2800" b="1" dirty="0">
                <a:solidFill>
                  <a:srgbClr val="C00000"/>
                </a:solidFill>
              </a:rPr>
              <a:t>included with Python </a:t>
            </a:r>
            <a:r>
              <a:rPr lang="en-US" sz="2800" dirty="0"/>
              <a:t>and provide basic functionality. </a:t>
            </a:r>
            <a:r>
              <a:rPr lang="en-US" sz="2800" b="1" dirty="0"/>
              <a:t>Examples</a:t>
            </a:r>
            <a:r>
              <a:rPr lang="en-US" sz="2800" dirty="0"/>
              <a:t> </a:t>
            </a:r>
            <a:r>
              <a:rPr lang="en-US" sz="2800" dirty="0" err="1"/>
              <a:t>os</a:t>
            </a:r>
            <a:r>
              <a:rPr lang="en-US" sz="2800" dirty="0"/>
              <a:t>, math, datetime, </a:t>
            </a:r>
            <a:r>
              <a:rPr lang="en-US" sz="2800" dirty="0" err="1"/>
              <a:t>json</a:t>
            </a:r>
            <a:r>
              <a:rPr lang="en-US" sz="2800" dirty="0"/>
              <a:t>, random.</a:t>
            </a:r>
          </a:p>
          <a:p>
            <a:pPr marL="0" indent="0">
              <a:buNone/>
            </a:pPr>
            <a:r>
              <a:rPr lang="en-US" sz="2800" b="1" dirty="0"/>
              <a:t>2. Local Modules: </a:t>
            </a:r>
            <a:r>
              <a:rPr lang="en-US" sz="2800" dirty="0"/>
              <a:t>These are modules that </a:t>
            </a:r>
            <a:r>
              <a:rPr lang="en-US" sz="2800" b="1" dirty="0">
                <a:solidFill>
                  <a:srgbClr val="C00000"/>
                </a:solidFill>
              </a:rPr>
              <a:t>you create </a:t>
            </a:r>
            <a:r>
              <a:rPr lang="en-US" sz="2800" dirty="0"/>
              <a:t>in your Python application. You can create a local module by defining a Python file.</a:t>
            </a:r>
          </a:p>
          <a:p>
            <a:pPr marL="0" indent="0">
              <a:buNone/>
            </a:pPr>
            <a:r>
              <a:rPr lang="en-US" sz="2800" b="1" dirty="0"/>
              <a:t>3. Third-party Modules: </a:t>
            </a:r>
            <a:r>
              <a:rPr lang="en-US" sz="2800" dirty="0"/>
              <a:t>These are modules created by </a:t>
            </a:r>
            <a:r>
              <a:rPr lang="en-US" sz="2800" b="1" dirty="0">
                <a:solidFill>
                  <a:srgbClr val="C00000"/>
                </a:solidFill>
              </a:rPr>
              <a:t>third-party developers </a:t>
            </a:r>
            <a:r>
              <a:rPr lang="en-US" sz="2800" dirty="0"/>
              <a:t>and are </a:t>
            </a:r>
            <a:r>
              <a:rPr lang="en-US" sz="2800" b="1" dirty="0">
                <a:solidFill>
                  <a:srgbClr val="C00000"/>
                </a:solidFill>
              </a:rPr>
              <a:t>not included with Python</a:t>
            </a:r>
            <a:r>
              <a:rPr lang="en-US" sz="2800" dirty="0"/>
              <a:t>. You can install third-party modules using </a:t>
            </a:r>
            <a:r>
              <a:rPr lang="en-US" sz="2800" b="1" dirty="0">
                <a:solidFill>
                  <a:srgbClr val="C00000"/>
                </a:solidFill>
              </a:rPr>
              <a:t>pip</a:t>
            </a:r>
            <a:r>
              <a:rPr lang="en-US" sz="2800" dirty="0"/>
              <a:t> (Node Package Manager) and then use </a:t>
            </a:r>
            <a:r>
              <a:rPr lang="en-US" sz="2800" b="1" dirty="0">
                <a:solidFill>
                  <a:srgbClr val="C00000"/>
                </a:solidFill>
              </a:rPr>
              <a:t>import </a:t>
            </a:r>
            <a:r>
              <a:rPr lang="en-US" sz="2800" dirty="0"/>
              <a:t>to include them in your application.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32929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520F2-CA84-17AF-6B6B-587BC8BCE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740B7-3016-3ABF-8912-284FC640E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74914"/>
            <a:ext cx="10659110" cy="56279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1. Core Modules</a:t>
            </a:r>
            <a:r>
              <a:rPr lang="en-US" sz="2800" dirty="0"/>
              <a:t> :</a:t>
            </a:r>
          </a:p>
          <a:p>
            <a:pPr marL="0" indent="0">
              <a:buNone/>
            </a:pPr>
            <a:r>
              <a:rPr lang="en-US" sz="2400" dirty="0"/>
              <a:t>In Python, </a:t>
            </a:r>
            <a:r>
              <a:rPr lang="en-US" sz="2400" b="1" dirty="0"/>
              <a:t>Core Modules</a:t>
            </a:r>
            <a:r>
              <a:rPr lang="en-US" sz="2400" dirty="0"/>
              <a:t> are the </a:t>
            </a:r>
            <a:r>
              <a:rPr lang="en-US" sz="2400" b="1" dirty="0">
                <a:solidFill>
                  <a:srgbClr val="C00000"/>
                </a:solidFill>
              </a:rPr>
              <a:t>built-in modules </a:t>
            </a:r>
            <a:r>
              <a:rPr lang="en-US" sz="2400" dirty="0"/>
              <a:t>that come </a:t>
            </a:r>
            <a:r>
              <a:rPr lang="en-US" sz="2400" b="1" dirty="0">
                <a:solidFill>
                  <a:srgbClr val="C00000"/>
                </a:solidFill>
              </a:rPr>
              <a:t>pre-installed with </a:t>
            </a:r>
            <a:r>
              <a:rPr lang="en-US" sz="2400" dirty="0"/>
              <a:t>Python. These modules provide </a:t>
            </a:r>
            <a:r>
              <a:rPr lang="en-US" sz="2400" b="1" dirty="0"/>
              <a:t>essential functionalities </a:t>
            </a:r>
            <a:r>
              <a:rPr lang="en-US" sz="2400" dirty="0"/>
              <a:t>for building applications and </a:t>
            </a:r>
            <a:r>
              <a:rPr lang="en-US" sz="2400" b="1" dirty="0">
                <a:solidFill>
                  <a:srgbClr val="002060"/>
                </a:solidFill>
              </a:rPr>
              <a:t>eliminate</a:t>
            </a:r>
            <a:r>
              <a:rPr lang="en-US" sz="2400" b="1" dirty="0"/>
              <a:t> the need for </a:t>
            </a:r>
            <a:r>
              <a:rPr lang="en-US" sz="2400" b="1" dirty="0">
                <a:solidFill>
                  <a:srgbClr val="002060"/>
                </a:solidFill>
              </a:rPr>
              <a:t>additional installation</a:t>
            </a:r>
            <a:r>
              <a:rPr lang="en-US" sz="2400" dirty="0"/>
              <a:t>. They are designed to perform various tasks such as </a:t>
            </a:r>
            <a:r>
              <a:rPr lang="en-US" sz="2400" b="1" dirty="0"/>
              <a:t>file handling</a:t>
            </a:r>
            <a:r>
              <a:rPr lang="en-US" sz="2400" dirty="0"/>
              <a:t>, </a:t>
            </a:r>
            <a:r>
              <a:rPr lang="en-US" sz="2400" b="1" dirty="0"/>
              <a:t>HTTP</a:t>
            </a:r>
            <a:r>
              <a:rPr lang="en-US" sz="2400" dirty="0"/>
              <a:t> </a:t>
            </a:r>
            <a:r>
              <a:rPr lang="en-US" sz="2400" b="1" dirty="0"/>
              <a:t>operations</a:t>
            </a:r>
            <a:r>
              <a:rPr lang="en-US" sz="2400" dirty="0"/>
              <a:t>, </a:t>
            </a:r>
            <a:r>
              <a:rPr lang="en-US" sz="2400" b="1" dirty="0"/>
              <a:t>cryptography</a:t>
            </a:r>
            <a:r>
              <a:rPr lang="en-US" sz="2400" dirty="0"/>
              <a:t>, </a:t>
            </a:r>
            <a:r>
              <a:rPr lang="en-US" sz="2400" b="1" dirty="0"/>
              <a:t>stream</a:t>
            </a:r>
            <a:r>
              <a:rPr lang="en-US" sz="2400" dirty="0"/>
              <a:t> </a:t>
            </a:r>
            <a:r>
              <a:rPr lang="en-US" sz="2400" b="1" dirty="0"/>
              <a:t>handling</a:t>
            </a:r>
            <a:r>
              <a:rPr lang="en-US" sz="2400" dirty="0"/>
              <a:t>, and more.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Key Features of Core Modules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 No Installation Needed</a:t>
            </a:r>
            <a:r>
              <a:rPr lang="en-US" sz="2400" dirty="0"/>
              <a:t>: Core modules are </a:t>
            </a:r>
            <a:r>
              <a:rPr lang="en-US" sz="2400" b="1" dirty="0">
                <a:solidFill>
                  <a:srgbClr val="002060"/>
                </a:solidFill>
              </a:rPr>
              <a:t>part of the </a:t>
            </a:r>
            <a:r>
              <a:rPr lang="en-US" sz="2400" dirty="0"/>
              <a:t>Python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  <a:r>
              <a:rPr lang="en-US" sz="2400" b="1" dirty="0">
                <a:solidFill>
                  <a:srgbClr val="C00000"/>
                </a:solidFill>
              </a:rPr>
              <a:t>runtime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  <a:r>
              <a:rPr lang="en-US" sz="2400" dirty="0"/>
              <a:t>and can be used directly without installing any additional packages.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 Global Availability</a:t>
            </a:r>
            <a:r>
              <a:rPr lang="en-US" sz="2400" dirty="0"/>
              <a:t>: Core modules can be imported and used in any Node.js application.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 Common Core Modules: </a:t>
            </a:r>
            <a:r>
              <a:rPr lang="en-US" sz="2400" dirty="0" err="1"/>
              <a:t>os</a:t>
            </a:r>
            <a:r>
              <a:rPr lang="en-US" sz="2400" dirty="0"/>
              <a:t>, math, datetime, </a:t>
            </a:r>
            <a:r>
              <a:rPr lang="en-US" sz="2400" dirty="0" err="1"/>
              <a:t>json</a:t>
            </a:r>
            <a:r>
              <a:rPr lang="en-US" sz="2400" dirty="0"/>
              <a:t>, random &amp; </a:t>
            </a:r>
            <a:r>
              <a:rPr lang="en-US" sz="2400" dirty="0" err="1"/>
              <a:t>etc</a:t>
            </a:r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00769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C6DE7-7FC9-1236-DA94-8D4B4BE08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E6B69-87AA-BAD3-6374-33CF86703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74914"/>
            <a:ext cx="10659110" cy="5502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Using Core Modules:</a:t>
            </a:r>
          </a:p>
          <a:p>
            <a:pPr marL="0" indent="0">
              <a:buNone/>
            </a:pPr>
            <a:r>
              <a:rPr lang="en-US" sz="2400" dirty="0"/>
              <a:t>To use a core module Python, you import it using the </a:t>
            </a:r>
            <a:r>
              <a:rPr lang="en-US" sz="2400" b="1" dirty="0"/>
              <a:t>import </a:t>
            </a:r>
            <a:r>
              <a:rPr lang="en-US" sz="2400" dirty="0"/>
              <a:t>Keyword: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67A523-6135-BAA6-3635-3A881B9CE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467" y="1874029"/>
            <a:ext cx="8645990" cy="420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931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75F5F-2FC0-2CA4-C69F-AA5455F30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785FC-CF7A-2BDA-F499-ADEA8A423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1001485"/>
            <a:ext cx="10659110" cy="48550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2. Local Modules:</a:t>
            </a:r>
          </a:p>
          <a:p>
            <a:pPr marL="0" indent="0">
              <a:buNone/>
            </a:pPr>
            <a:r>
              <a:rPr lang="en-US" sz="2400" dirty="0"/>
              <a:t>Local Modules in </a:t>
            </a:r>
            <a:r>
              <a:rPr lang="en-US" sz="2400" dirty="0" err="1"/>
              <a:t>Pythonare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custom modules </a:t>
            </a:r>
            <a:r>
              <a:rPr lang="en-US" sz="2400" b="1" dirty="0"/>
              <a:t>created by developers </a:t>
            </a:r>
            <a:r>
              <a:rPr lang="en-US" sz="2400" dirty="0"/>
              <a:t>to </a:t>
            </a:r>
            <a:r>
              <a:rPr lang="en-US" sz="2400" b="1" dirty="0">
                <a:solidFill>
                  <a:srgbClr val="C00000"/>
                </a:solidFill>
              </a:rPr>
              <a:t>encapsulate</a:t>
            </a:r>
            <a:r>
              <a:rPr lang="en-US" sz="2400" dirty="0"/>
              <a:t> </a:t>
            </a:r>
            <a:r>
              <a:rPr lang="en-US" sz="2400" b="1" dirty="0"/>
              <a:t>specific functionality </a:t>
            </a:r>
            <a:r>
              <a:rPr lang="en-US" sz="2400" dirty="0"/>
              <a:t>within their applications. Unlike </a:t>
            </a:r>
            <a:r>
              <a:rPr lang="en-US" sz="2400" b="1" dirty="0"/>
              <a:t>core modules </a:t>
            </a:r>
            <a:r>
              <a:rPr lang="en-US" sz="2400" dirty="0"/>
              <a:t>(built into Python) or </a:t>
            </a:r>
            <a:r>
              <a:rPr lang="en-US" sz="2400" b="1" dirty="0"/>
              <a:t>third-party modules </a:t>
            </a:r>
            <a:r>
              <a:rPr lang="en-US" sz="2400" dirty="0"/>
              <a:t>(installed via </a:t>
            </a:r>
            <a:r>
              <a:rPr lang="en-US" sz="2400" b="1" dirty="0"/>
              <a:t>pip</a:t>
            </a:r>
            <a:r>
              <a:rPr lang="en-US" sz="2400" dirty="0"/>
              <a:t>), </a:t>
            </a:r>
            <a:r>
              <a:rPr lang="en-US" sz="2400" b="1" dirty="0"/>
              <a:t>local modules are </a:t>
            </a:r>
            <a:r>
              <a:rPr lang="en-US" sz="2400" b="1" dirty="0">
                <a:solidFill>
                  <a:srgbClr val="002060"/>
                </a:solidFill>
              </a:rPr>
              <a:t>part of your project</a:t>
            </a:r>
            <a:r>
              <a:rPr lang="en-US" sz="2400" dirty="0"/>
              <a:t>, often created to organize and reuse code.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400" b="1" dirty="0"/>
              <a:t>Characteristics of Local Modules:</a:t>
            </a:r>
          </a:p>
          <a:p>
            <a:r>
              <a:rPr lang="en-US" sz="2400" b="1" dirty="0"/>
              <a:t>Custom-built: </a:t>
            </a:r>
            <a:r>
              <a:rPr lang="en-US" sz="2400" dirty="0"/>
              <a:t>Designed to address specific requirements of the application.</a:t>
            </a:r>
          </a:p>
          <a:p>
            <a:r>
              <a:rPr lang="en-US" sz="2400" b="1" dirty="0"/>
              <a:t>Reusable: </a:t>
            </a:r>
            <a:r>
              <a:rPr lang="en-US" sz="2400" dirty="0"/>
              <a:t>Can be </a:t>
            </a:r>
            <a:r>
              <a:rPr lang="en-US" sz="2400" b="1" dirty="0"/>
              <a:t>imported</a:t>
            </a:r>
            <a:r>
              <a:rPr lang="en-US" sz="2400" dirty="0"/>
              <a:t> and </a:t>
            </a:r>
            <a:r>
              <a:rPr lang="en-US" sz="2400" b="1" dirty="0"/>
              <a:t>used</a:t>
            </a:r>
            <a:r>
              <a:rPr lang="en-US" sz="2400" dirty="0"/>
              <a:t> across </a:t>
            </a:r>
            <a:r>
              <a:rPr lang="en-US" sz="2400" b="1" dirty="0"/>
              <a:t>different parts of the project</a:t>
            </a:r>
            <a:r>
              <a:rPr lang="en-US" sz="2400" dirty="0"/>
              <a:t>.</a:t>
            </a:r>
          </a:p>
          <a:p>
            <a:r>
              <a:rPr lang="en-US" sz="2400" b="1" dirty="0"/>
              <a:t>File-based: </a:t>
            </a:r>
            <a:r>
              <a:rPr lang="en-US" sz="2400" dirty="0"/>
              <a:t>Each local module </a:t>
            </a:r>
            <a:r>
              <a:rPr lang="en-US" sz="2400" b="1" dirty="0"/>
              <a:t>corresponds to a Python file </a:t>
            </a:r>
            <a:r>
              <a:rPr lang="en-US" sz="2400" dirty="0"/>
              <a:t>or a </a:t>
            </a:r>
            <a:r>
              <a:rPr lang="en-US" sz="2400" b="1" dirty="0"/>
              <a:t>set of files </a:t>
            </a:r>
            <a:r>
              <a:rPr lang="en-US" sz="2400" dirty="0"/>
              <a:t>in your project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79370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83944-3AAC-2EB5-16F5-07ED77E1E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A250C-3D0F-0849-B09B-2A4A159E4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468085"/>
            <a:ext cx="10659110" cy="5502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Creating a Local Module:</a:t>
            </a:r>
          </a:p>
          <a:p>
            <a:pPr marL="0" indent="0">
              <a:buNone/>
            </a:pPr>
            <a:r>
              <a:rPr lang="en-US" sz="2400" dirty="0"/>
              <a:t>A local module is </a:t>
            </a:r>
            <a:r>
              <a:rPr lang="en-US" sz="2400" b="1" dirty="0">
                <a:solidFill>
                  <a:srgbClr val="C00000"/>
                </a:solidFill>
              </a:rPr>
              <a:t>just a Python file </a:t>
            </a:r>
            <a:r>
              <a:rPr lang="en-US" sz="2400" dirty="0"/>
              <a:t>where you define your functionality </a:t>
            </a:r>
          </a:p>
          <a:p>
            <a:pPr marL="0" indent="0">
              <a:buNone/>
            </a:pPr>
            <a:r>
              <a:rPr lang="en-US" sz="2400" b="1" dirty="0"/>
              <a:t>Example </a:t>
            </a:r>
            <a:r>
              <a:rPr lang="en-IN" sz="2400" b="1" dirty="0"/>
              <a:t>Project Structure:</a:t>
            </a:r>
            <a:endParaRPr lang="en-US" sz="2400" b="1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2EC868-096E-1036-F721-98E1B6960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43" y="2189915"/>
            <a:ext cx="5237714" cy="386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320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CE50E-6AC7-E4AD-07AC-927A70D2A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2F09B-BF8C-E7A1-F92A-B9BA6E8F6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74914"/>
            <a:ext cx="10659110" cy="5502049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IN" sz="2400" b="1" dirty="0"/>
              <a:t>utils.py:</a:t>
            </a:r>
          </a:p>
          <a:p>
            <a:pPr marL="457200" indent="-457200">
              <a:buAutoNum type="arabicPeriod"/>
            </a:pPr>
            <a:endParaRPr lang="en-IN" sz="2400" b="1" dirty="0"/>
          </a:p>
          <a:p>
            <a:pPr marL="457200" indent="-457200">
              <a:buAutoNum type="arabicPeriod"/>
            </a:pPr>
            <a:endParaRPr lang="en-IN" sz="2400" b="1" dirty="0"/>
          </a:p>
          <a:p>
            <a:pPr marL="457200" indent="-457200">
              <a:buAutoNum type="arabicPeriod"/>
            </a:pPr>
            <a:endParaRPr lang="en-IN" sz="2400" b="1" dirty="0"/>
          </a:p>
          <a:p>
            <a:pPr marL="457200" indent="-457200">
              <a:buAutoNum type="arabicPeriod"/>
            </a:pPr>
            <a:endParaRPr lang="en-IN" sz="2400" b="1" dirty="0"/>
          </a:p>
          <a:p>
            <a:pPr marL="457200" indent="-457200">
              <a:buAutoNum type="arabicPeriod"/>
            </a:pPr>
            <a:r>
              <a:rPr lang="en-IN" sz="2400" b="1" dirty="0"/>
              <a:t>users.py</a:t>
            </a:r>
          </a:p>
          <a:p>
            <a:pPr marL="0" indent="0">
              <a:buNone/>
            </a:pPr>
            <a:endParaRPr lang="en-IN" sz="2400" b="1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5B45A3-F628-52D3-93CA-9E1753955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472" y="674914"/>
            <a:ext cx="5669018" cy="14788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3A86F6-7BC4-038F-26CA-0FBD16F69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472" y="2747629"/>
            <a:ext cx="6015172" cy="381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949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A9EB4-9840-8BB0-AD8F-F0D3648FA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95E68-7228-F472-D99B-68B070A9B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74914"/>
            <a:ext cx="10659110" cy="56932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3. Third-party Modules:</a:t>
            </a:r>
          </a:p>
          <a:p>
            <a:pPr marL="0" indent="0">
              <a:buNone/>
            </a:pPr>
            <a:r>
              <a:rPr lang="en-US" sz="2400" b="1" dirty="0"/>
              <a:t>Third-party modules</a:t>
            </a:r>
            <a:r>
              <a:rPr lang="en-US" sz="2400" dirty="0"/>
              <a:t> in Python are </a:t>
            </a:r>
            <a:r>
              <a:rPr lang="en-US" sz="2400" b="1" dirty="0">
                <a:solidFill>
                  <a:srgbClr val="C00000"/>
                </a:solidFill>
              </a:rPr>
              <a:t>external packages </a:t>
            </a:r>
            <a:r>
              <a:rPr lang="en-US" sz="2400" b="1" dirty="0"/>
              <a:t>created by the </a:t>
            </a:r>
            <a:r>
              <a:rPr lang="en-US" sz="2400" b="1" dirty="0">
                <a:solidFill>
                  <a:srgbClr val="C00000"/>
                </a:solidFill>
              </a:rPr>
              <a:t>developer community </a:t>
            </a:r>
            <a:r>
              <a:rPr lang="en-US" sz="2400" dirty="0"/>
              <a:t>and </a:t>
            </a:r>
            <a:r>
              <a:rPr lang="en-US" sz="2400" b="1" dirty="0"/>
              <a:t>published to </a:t>
            </a:r>
            <a:r>
              <a:rPr lang="en-US" sz="2400" dirty="0"/>
              <a:t>the </a:t>
            </a:r>
            <a:r>
              <a:rPr lang="en-US" sz="2400" b="1" dirty="0"/>
              <a:t>PYPI</a:t>
            </a:r>
            <a:r>
              <a:rPr lang="en-US" sz="2400" dirty="0"/>
              <a:t> </a:t>
            </a:r>
            <a:r>
              <a:rPr lang="en-US" sz="2400" b="1" dirty="0"/>
              <a:t>(Python Package Index)</a:t>
            </a:r>
            <a:r>
              <a:rPr lang="en-US" sz="2400" dirty="0"/>
              <a:t> </a:t>
            </a:r>
            <a:r>
              <a:rPr lang="en-US" sz="2400" b="1" dirty="0"/>
              <a:t>repository</a:t>
            </a:r>
            <a:r>
              <a:rPr lang="en-US" sz="2400" dirty="0"/>
              <a:t>. These modules extend the functionality of Python, allowing developers to use pre-built solutions </a:t>
            </a:r>
            <a:r>
              <a:rPr lang="en-US" sz="2400" b="1" dirty="0">
                <a:solidFill>
                  <a:srgbClr val="002060"/>
                </a:solidFill>
              </a:rPr>
              <a:t>instead of writing everything from scratch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Characteristics of Third-party Modules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Community-driven</a:t>
            </a:r>
            <a:r>
              <a:rPr lang="en-US" sz="2400" dirty="0"/>
              <a:t>: Developed and maintained by the Python</a:t>
            </a:r>
            <a:r>
              <a:rPr lang="en-US" sz="2400" b="1" dirty="0">
                <a:solidFill>
                  <a:srgbClr val="002060"/>
                </a:solidFill>
              </a:rPr>
              <a:t> community</a:t>
            </a:r>
            <a:r>
              <a:rPr lang="en-US" sz="2400" b="1" dirty="0"/>
              <a:t> </a:t>
            </a:r>
            <a:r>
              <a:rPr lang="en-US" sz="2400" dirty="0"/>
              <a:t>or </a:t>
            </a:r>
            <a:r>
              <a:rPr lang="en-US" sz="2400" b="1" dirty="0">
                <a:solidFill>
                  <a:srgbClr val="002060"/>
                </a:solidFill>
              </a:rPr>
              <a:t>organizations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Installable via </a:t>
            </a:r>
            <a:r>
              <a:rPr lang="en-US" sz="2400" b="1" dirty="0" err="1"/>
              <a:t>npm</a:t>
            </a:r>
            <a:r>
              <a:rPr lang="en-US" sz="2400" dirty="0"/>
              <a:t>: Available in the </a:t>
            </a:r>
            <a:r>
              <a:rPr lang="en-US" sz="2400" b="1" dirty="0"/>
              <a:t>pip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2060"/>
                </a:solidFill>
              </a:rPr>
              <a:t>registry</a:t>
            </a:r>
            <a:r>
              <a:rPr lang="en-US" sz="2400" dirty="0"/>
              <a:t> and installed using the pip command-line tool.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Reusable</a:t>
            </a:r>
            <a:r>
              <a:rPr lang="en-US" sz="2400" dirty="0"/>
              <a:t>: Can be used across multiple projects.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Versioned</a:t>
            </a:r>
            <a:r>
              <a:rPr lang="en-US" sz="2400" dirty="0"/>
              <a:t>: Versions are maintained to ensure </a:t>
            </a:r>
            <a:r>
              <a:rPr lang="en-US" sz="2400" b="1" dirty="0"/>
              <a:t>stability</a:t>
            </a:r>
            <a:r>
              <a:rPr lang="en-US" sz="2400" dirty="0"/>
              <a:t> and </a:t>
            </a:r>
            <a:r>
              <a:rPr lang="en-US" sz="2400" b="1" dirty="0"/>
              <a:t>compatibility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Examples</a:t>
            </a:r>
            <a:r>
              <a:rPr lang="en-US" sz="2400" dirty="0"/>
              <a:t> </a:t>
            </a:r>
            <a:r>
              <a:rPr lang="en-US" sz="2400" b="1" dirty="0"/>
              <a:t>of Popular Third-party Modules: 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  <a:r>
              <a:rPr lang="en-IN" sz="2400" b="1" dirty="0" err="1"/>
              <a:t>fastapi</a:t>
            </a:r>
            <a:r>
              <a:rPr lang="en-IN" sz="2400" b="1" dirty="0">
                <a:solidFill>
                  <a:srgbClr val="002060"/>
                </a:solidFill>
              </a:rPr>
              <a:t>, </a:t>
            </a:r>
            <a:r>
              <a:rPr lang="en-IN" sz="2400" b="1" dirty="0" err="1"/>
              <a:t>uvicorn</a:t>
            </a:r>
            <a:r>
              <a:rPr lang="en-IN" sz="2400" dirty="0"/>
              <a:t>, </a:t>
            </a:r>
            <a:r>
              <a:rPr lang="en-IN" sz="2400" b="1" dirty="0"/>
              <a:t>Pandas</a:t>
            </a:r>
            <a:r>
              <a:rPr lang="en-IN" sz="2400" dirty="0"/>
              <a:t>, </a:t>
            </a:r>
            <a:r>
              <a:rPr lang="en-IN" sz="2400" b="1" dirty="0" err="1"/>
              <a:t>numpy</a:t>
            </a:r>
            <a:r>
              <a:rPr lang="en-IN" sz="2400" b="1" dirty="0"/>
              <a:t>, etc</a:t>
            </a:r>
            <a:r>
              <a:rPr lang="en-IN" sz="2400" dirty="0"/>
              <a:t>.</a:t>
            </a:r>
            <a:r>
              <a:rPr lang="en-IN" sz="2400" b="1" dirty="0">
                <a:solidFill>
                  <a:srgbClr val="002060"/>
                </a:solidFill>
              </a:rPr>
              <a:t> </a:t>
            </a:r>
            <a:endParaRPr lang="en-US" sz="24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0238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25D90-DD57-7635-6681-64BF7D4F2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FF317-E40F-0D99-8488-5F3F39D30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74914"/>
            <a:ext cx="10659110" cy="5502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How to Use Third-party Modules:</a:t>
            </a:r>
          </a:p>
          <a:p>
            <a:pPr marL="0" indent="0">
              <a:buNone/>
            </a:pPr>
            <a:r>
              <a:rPr lang="en-US" sz="2400" b="1" dirty="0"/>
              <a:t>1. Install the Module: </a:t>
            </a:r>
            <a:r>
              <a:rPr lang="en-US" sz="2400" dirty="0"/>
              <a:t>Use </a:t>
            </a:r>
            <a:r>
              <a:rPr lang="en-US" sz="2400" b="1" dirty="0">
                <a:solidFill>
                  <a:srgbClr val="C00000"/>
                </a:solidFill>
              </a:rPr>
              <a:t>pip install </a:t>
            </a:r>
            <a:r>
              <a:rPr lang="en-US" sz="2400" dirty="0"/>
              <a:t>to add the module to your project: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2. Import the Module: </a:t>
            </a:r>
            <a:r>
              <a:rPr lang="en-US" sz="2400" b="1" dirty="0">
                <a:solidFill>
                  <a:srgbClr val="002060"/>
                </a:solidFill>
              </a:rPr>
              <a:t>Import</a:t>
            </a:r>
            <a:r>
              <a:rPr lang="en-US" sz="2400" dirty="0"/>
              <a:t> </a:t>
            </a:r>
            <a:r>
              <a:rPr lang="en-US" sz="2400" b="1" dirty="0"/>
              <a:t>the module </a:t>
            </a:r>
            <a:r>
              <a:rPr lang="en-US" sz="2400" dirty="0"/>
              <a:t>in your Python file using </a:t>
            </a:r>
            <a:r>
              <a:rPr lang="en-US" sz="2400" b="1" dirty="0"/>
              <a:t>import</a:t>
            </a:r>
            <a:r>
              <a:rPr lang="en-US" sz="2400" b="1" dirty="0">
                <a:solidFill>
                  <a:srgbClr val="002060"/>
                </a:solidFill>
              </a:rPr>
              <a:t>:</a:t>
            </a:r>
          </a:p>
          <a:p>
            <a:pPr marL="0" indent="0">
              <a:buNone/>
            </a:pPr>
            <a:endParaRPr lang="en-US" sz="24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IN" sz="24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IN" sz="24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3. Use the Module: </a:t>
            </a:r>
            <a:r>
              <a:rPr lang="en-US" sz="2400" b="1" dirty="0">
                <a:solidFill>
                  <a:srgbClr val="002060"/>
                </a:solidFill>
              </a:rPr>
              <a:t>Call</a:t>
            </a:r>
            <a:r>
              <a:rPr lang="en-US" sz="2400" dirty="0">
                <a:solidFill>
                  <a:schemeClr val="tx1"/>
                </a:solidFill>
              </a:rPr>
              <a:t> the </a:t>
            </a:r>
            <a:r>
              <a:rPr lang="en-US" sz="2400" b="1" dirty="0">
                <a:solidFill>
                  <a:schemeClr val="tx1"/>
                </a:solidFill>
              </a:rPr>
              <a:t>functions</a:t>
            </a:r>
            <a:r>
              <a:rPr lang="en-US" sz="2400" dirty="0">
                <a:solidFill>
                  <a:schemeClr val="tx1"/>
                </a:solidFill>
              </a:rPr>
              <a:t> or use the </a:t>
            </a:r>
            <a:r>
              <a:rPr lang="en-US" sz="2400" b="1" dirty="0">
                <a:solidFill>
                  <a:schemeClr val="tx1"/>
                </a:solidFill>
              </a:rPr>
              <a:t>classes</a:t>
            </a:r>
            <a:r>
              <a:rPr lang="en-US" sz="2400" dirty="0">
                <a:solidFill>
                  <a:schemeClr val="tx1"/>
                </a:solidFill>
              </a:rPr>
              <a:t> provided by the module in your application.</a:t>
            </a:r>
            <a:endParaRPr lang="en-IN" sz="24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525010-61D2-60D1-1669-58F08CACB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909" y="1733157"/>
            <a:ext cx="5055333" cy="7962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D8ADC6-7662-1F3B-FDAC-9080CF7CD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911" y="1703088"/>
            <a:ext cx="4290018" cy="8563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25886E-A48C-411D-63E6-05E692E0C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4431" y="3588756"/>
            <a:ext cx="5400000" cy="8095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9E9F93-B544-6459-D770-A2C538F047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8586" y="5427576"/>
            <a:ext cx="3671994" cy="74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552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3EB1FD5-AA15-8914-ACFA-513B792B6755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065756A-A698-393E-89A6-518E3AB852CC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pic>
            <p:nvPicPr>
              <p:cNvPr id="6150" name="Picture 6" descr="REST Model">
                <a:extLst>
                  <a:ext uri="{FF2B5EF4-FFF2-40B4-BE49-F238E27FC236}">
                    <a16:creationId xmlns:a16="http://schemas.microsoft.com/office/drawing/2014/main" id="{A47266AD-0BC2-D48F-D828-DB9B756D227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733425"/>
                <a:ext cx="12192000" cy="53911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39E4EA64-2440-DC32-AB5E-E5BE8F9799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733425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5734B1DF-FA33-53D3-35C3-E4BE20DD66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5840819"/>
                <a:ext cx="12192000" cy="1017181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7A47590-E920-AFDD-84F0-59A47B2EF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799" y="1371600"/>
              <a:ext cx="1222745" cy="361507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7D60E8E-E4EA-8BC2-BC63-DD933256A14C}"/>
              </a:ext>
            </a:extLst>
          </p:cNvPr>
          <p:cNvSpPr txBox="1"/>
          <p:nvPr/>
        </p:nvSpPr>
        <p:spPr>
          <a:xfrm>
            <a:off x="2902687" y="638175"/>
            <a:ext cx="5582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+mj-lt"/>
              </a:rPr>
              <a:t>Client Request Data in</a:t>
            </a:r>
          </a:p>
        </p:txBody>
      </p:sp>
    </p:spTree>
    <p:extLst>
      <p:ext uri="{BB962C8B-B14F-4D97-AF65-F5344CB8AC3E}">
        <p14:creationId xmlns:p14="http://schemas.microsoft.com/office/powerpoint/2010/main" val="2633946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3D322-1162-0846-2C00-D97693B56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54DEB-2EA5-ACB5-0BDB-FAA75E674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Types of Request Data</a:t>
            </a:r>
          </a:p>
          <a:p>
            <a:pPr marL="0" indent="0">
              <a:buNone/>
            </a:pPr>
            <a:r>
              <a:rPr lang="en-US" sz="2800" dirty="0"/>
              <a:t>Following are the different ways a client can send data to a </a:t>
            </a:r>
            <a:r>
              <a:rPr lang="en-US" sz="2800" dirty="0" err="1"/>
              <a:t>FastAPI</a:t>
            </a:r>
            <a:r>
              <a:rPr lang="en-US" sz="2800" dirty="0"/>
              <a:t> server</a:t>
            </a:r>
          </a:p>
          <a:p>
            <a:pPr marL="457200" indent="-457200">
              <a:buAutoNum type="arabicPeriod"/>
            </a:pPr>
            <a:r>
              <a:rPr lang="en-IN" sz="2800" dirty="0"/>
              <a:t>Path or URL Parameters</a:t>
            </a:r>
          </a:p>
          <a:p>
            <a:pPr marL="457200" indent="-457200">
              <a:buAutoNum type="arabicPeriod"/>
            </a:pPr>
            <a:r>
              <a:rPr lang="en-IN" sz="2800" dirty="0"/>
              <a:t>Query Parameters</a:t>
            </a:r>
          </a:p>
          <a:p>
            <a:pPr marL="457200" indent="-457200">
              <a:buAutoNum type="arabicPeriod"/>
            </a:pPr>
            <a:r>
              <a:rPr lang="en-IN" sz="2800" dirty="0"/>
              <a:t>Request Body (JSON)</a:t>
            </a:r>
          </a:p>
          <a:p>
            <a:pPr marL="457200" indent="-457200">
              <a:buAutoNum type="arabicPeriod"/>
            </a:pPr>
            <a:r>
              <a:rPr lang="en-IN" sz="2800" dirty="0"/>
              <a:t>Request Header</a:t>
            </a:r>
          </a:p>
          <a:p>
            <a:pPr marL="457200" indent="-457200">
              <a:buAutoNum type="arabicPeriod"/>
            </a:pPr>
            <a:r>
              <a:rPr lang="en-IN" sz="2800" b="1" dirty="0"/>
              <a:t>Cookies</a:t>
            </a:r>
          </a:p>
          <a:p>
            <a:pPr marL="457200" indent="-457200">
              <a:buAutoNum type="arabicPeriod"/>
            </a:pPr>
            <a:r>
              <a:rPr lang="en-IN" sz="2800" dirty="0"/>
              <a:t>Form Data</a:t>
            </a:r>
          </a:p>
          <a:p>
            <a:pPr marL="457200" indent="-457200">
              <a:buAutoNum type="arabicPeriod"/>
            </a:pPr>
            <a:r>
              <a:rPr lang="en-IN" sz="2800" dirty="0"/>
              <a:t>File Uploads</a:t>
            </a:r>
          </a:p>
        </p:txBody>
      </p:sp>
    </p:spTree>
    <p:extLst>
      <p:ext uri="{BB962C8B-B14F-4D97-AF65-F5344CB8AC3E}">
        <p14:creationId xmlns:p14="http://schemas.microsoft.com/office/powerpoint/2010/main" val="1542586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95E93-629E-C851-07E8-902BFC7D7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EE490-F3FF-5A19-462E-D8A274E84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1. Path or URL Parameters:</a:t>
            </a:r>
          </a:p>
          <a:p>
            <a:pPr marL="0" indent="0">
              <a:buNone/>
            </a:pPr>
            <a:r>
              <a:rPr lang="en-US" sz="2400" dirty="0"/>
              <a:t>Path parameters are part of the </a:t>
            </a:r>
            <a:r>
              <a:rPr lang="en-US" sz="2400" b="1" dirty="0"/>
              <a:t>URL path itself</a:t>
            </a:r>
            <a:r>
              <a:rPr lang="en-US" sz="2400" dirty="0"/>
              <a:t> — useful for resource identifiers.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Where,</a:t>
            </a:r>
          </a:p>
          <a:p>
            <a:r>
              <a:rPr lang="en-US" sz="2400" b="1" dirty="0"/>
              <a:t>URL</a:t>
            </a:r>
            <a:r>
              <a:rPr lang="en-US" sz="2400" dirty="0"/>
              <a:t>: http://127.0.0.1:8000/</a:t>
            </a:r>
            <a:r>
              <a:rPr lang="en-US" sz="2400" b="1" dirty="0">
                <a:solidFill>
                  <a:srgbClr val="C00000"/>
                </a:solidFill>
              </a:rPr>
              <a:t>users/101</a:t>
            </a:r>
            <a:endParaRPr lang="en-US" sz="2800" b="1" dirty="0">
              <a:solidFill>
                <a:srgbClr val="C00000"/>
              </a:solidFill>
            </a:endParaRPr>
          </a:p>
          <a:p>
            <a:r>
              <a:rPr lang="en-US" sz="2400" dirty="0"/>
              <a:t>Here 101</a:t>
            </a:r>
            <a:r>
              <a:rPr lang="en-US" sz="2800" dirty="0"/>
              <a:t> is passed as </a:t>
            </a:r>
            <a:r>
              <a:rPr lang="en-US" sz="2400" dirty="0" err="1"/>
              <a:t>user_id</a:t>
            </a:r>
            <a:r>
              <a:rPr lang="en-US" sz="2800" dirty="0"/>
              <a:t> </a:t>
            </a:r>
            <a:r>
              <a:rPr lang="en-US" sz="2400" dirty="0"/>
              <a:t>(an integer).</a:t>
            </a:r>
          </a:p>
          <a:p>
            <a:r>
              <a:rPr lang="en-US" sz="2400" dirty="0"/>
              <a:t>Used when you want to </a:t>
            </a:r>
            <a:r>
              <a:rPr lang="en-US" sz="2400" i="1" dirty="0"/>
              <a:t>identify a specific resource</a:t>
            </a:r>
            <a:r>
              <a:rPr lang="en-US" sz="2400" dirty="0"/>
              <a:t>, like </a:t>
            </a:r>
            <a:r>
              <a:rPr lang="en-US" dirty="0"/>
              <a:t>/orders/123</a:t>
            </a:r>
            <a:r>
              <a:rPr lang="en-US" sz="2400" dirty="0"/>
              <a:t> or </a:t>
            </a:r>
            <a:r>
              <a:rPr lang="en-US" dirty="0"/>
              <a:t>/products/5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D72113-B219-DCA8-16C7-0E8A1906C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85357"/>
            <a:ext cx="10951535" cy="155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77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54B53-4599-E443-ACA4-E7FFBAB1B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ABE57-FDE6-6552-1BFD-6C8B87B26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10364"/>
            <a:ext cx="10659110" cy="5986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2. Query Parameters</a:t>
            </a:r>
          </a:p>
          <a:p>
            <a:pPr marL="0" indent="0">
              <a:buNone/>
            </a:pPr>
            <a:r>
              <a:rPr lang="en-US" sz="2400" dirty="0"/>
              <a:t>Query parameters appear </a:t>
            </a:r>
            <a:r>
              <a:rPr lang="en-US" sz="2400" b="1" dirty="0"/>
              <a:t>after the </a:t>
            </a:r>
            <a:r>
              <a:rPr lang="en-US" b="1" dirty="0"/>
              <a:t>?</a:t>
            </a:r>
            <a:r>
              <a:rPr lang="en-US" sz="2400" dirty="0"/>
              <a:t> in the URL and are ideal for </a:t>
            </a:r>
            <a:r>
              <a:rPr lang="en-US" sz="2400" b="1" dirty="0"/>
              <a:t>filtering</a:t>
            </a:r>
            <a:r>
              <a:rPr lang="en-US" sz="2400" dirty="0"/>
              <a:t>, </a:t>
            </a:r>
            <a:r>
              <a:rPr lang="en-US" sz="2400" b="1" dirty="0"/>
              <a:t>searching</a:t>
            </a:r>
            <a:r>
              <a:rPr lang="en-US" sz="2400" dirty="0"/>
              <a:t>, or </a:t>
            </a:r>
            <a:r>
              <a:rPr lang="en-US" sz="2400" b="1" dirty="0"/>
              <a:t>pagination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Here,</a:t>
            </a:r>
          </a:p>
          <a:p>
            <a:pPr lvl="1"/>
            <a:r>
              <a:rPr lang="en-US" sz="2200" b="1" dirty="0"/>
              <a:t>URL</a:t>
            </a:r>
            <a:r>
              <a:rPr lang="en-US" sz="2200" dirty="0"/>
              <a:t>: http://127.0.0.1:8000/items</a:t>
            </a:r>
            <a:r>
              <a:rPr lang="en-US" sz="2800" b="1" dirty="0">
                <a:solidFill>
                  <a:srgbClr val="C00000"/>
                </a:solidFill>
              </a:rPr>
              <a:t>?</a:t>
            </a:r>
            <a:r>
              <a:rPr lang="en-US" sz="2400" b="1" dirty="0">
                <a:solidFill>
                  <a:srgbClr val="C00000"/>
                </a:solidFill>
              </a:rPr>
              <a:t>category=books&amp;limit=5</a:t>
            </a:r>
          </a:p>
          <a:p>
            <a:pPr lvl="1"/>
            <a:r>
              <a:rPr lang="en-US" sz="2200" dirty="0"/>
              <a:t>Both parameters are </a:t>
            </a:r>
            <a:r>
              <a:rPr lang="en-US" sz="2200" b="1" dirty="0"/>
              <a:t>optional</a:t>
            </a:r>
            <a:r>
              <a:rPr lang="en-US" sz="2200" dirty="0"/>
              <a:t> here.</a:t>
            </a:r>
          </a:p>
          <a:p>
            <a:pPr lvl="1"/>
            <a:r>
              <a:rPr lang="en-US" sz="2200" dirty="0" err="1"/>
              <a:t>FastAPI</a:t>
            </a:r>
            <a:r>
              <a:rPr lang="en-US" sz="2200" dirty="0"/>
              <a:t> automatically converts types (like limit to int).</a:t>
            </a:r>
          </a:p>
          <a:p>
            <a:pPr lvl="1"/>
            <a:r>
              <a:rPr lang="en-US" sz="2200" dirty="0"/>
              <a:t>Great for </a:t>
            </a:r>
            <a:r>
              <a:rPr lang="en-US" sz="2200" b="1" dirty="0"/>
              <a:t>filtering</a:t>
            </a:r>
            <a:r>
              <a:rPr lang="en-US" sz="2200" dirty="0"/>
              <a:t> and </a:t>
            </a:r>
            <a:r>
              <a:rPr lang="en-US" sz="2200" b="1" dirty="0"/>
              <a:t>controlling API responses</a:t>
            </a:r>
            <a:r>
              <a:rPr lang="en-US" sz="2200" dirty="0"/>
              <a:t>.</a:t>
            </a:r>
            <a:endParaRPr lang="en-I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6E24A2-00AC-04D7-C093-1D0B417BF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992" y="1920240"/>
            <a:ext cx="9430016" cy="191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124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470D5-1BE8-682A-4491-DF825337E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CE76A-F451-0FD6-0A0A-E6D356594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3. Request Body (JSON Data)</a:t>
            </a:r>
          </a:p>
          <a:p>
            <a:r>
              <a:rPr lang="en-US" sz="2400" dirty="0"/>
              <a:t>When you send structured data (usually via </a:t>
            </a:r>
            <a:r>
              <a:rPr lang="en-US" sz="2400" b="1" dirty="0">
                <a:solidFill>
                  <a:srgbClr val="C00000"/>
                </a:solidFill>
              </a:rPr>
              <a:t>POST</a:t>
            </a:r>
            <a:r>
              <a:rPr lang="en-US" sz="2400" dirty="0"/>
              <a:t> or </a:t>
            </a:r>
            <a:r>
              <a:rPr lang="en-US" sz="2400" b="1" dirty="0">
                <a:solidFill>
                  <a:srgbClr val="C00000"/>
                </a:solidFill>
              </a:rPr>
              <a:t>PUT</a:t>
            </a:r>
            <a:r>
              <a:rPr lang="en-US" sz="2400" dirty="0"/>
              <a:t>), you typically send it in the </a:t>
            </a:r>
            <a:r>
              <a:rPr lang="en-US" sz="2400" b="1" dirty="0"/>
              <a:t>body</a:t>
            </a:r>
            <a:r>
              <a:rPr lang="en-US" sz="2400" dirty="0"/>
              <a:t> as JSON.</a:t>
            </a:r>
            <a:br>
              <a:rPr lang="en-US" sz="2400" dirty="0"/>
            </a:br>
            <a:r>
              <a:rPr lang="en-US" sz="2400" dirty="0" err="1"/>
              <a:t>FastAPI</a:t>
            </a:r>
            <a:r>
              <a:rPr lang="en-US" sz="2400" dirty="0"/>
              <a:t> automatically parses it into a </a:t>
            </a:r>
            <a:r>
              <a:rPr lang="en-US" sz="2400" b="1" dirty="0" err="1">
                <a:solidFill>
                  <a:srgbClr val="C00000"/>
                </a:solidFill>
              </a:rPr>
              <a:t>Pydantic</a:t>
            </a:r>
            <a:r>
              <a:rPr lang="en-US" sz="2400" dirty="0"/>
              <a:t> </a:t>
            </a:r>
            <a:r>
              <a:rPr lang="en-US" sz="2400" b="1" dirty="0"/>
              <a:t>model</a:t>
            </a:r>
            <a:r>
              <a:rPr lang="en-US" sz="2400" dirty="0"/>
              <a:t> or </a:t>
            </a:r>
            <a:r>
              <a:rPr lang="en-US" sz="2400" b="1" dirty="0"/>
              <a:t>Python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dict</a:t>
            </a:r>
            <a:r>
              <a:rPr lang="en-US" sz="2400" dirty="0"/>
              <a:t>.</a:t>
            </a:r>
          </a:p>
          <a:p>
            <a:r>
              <a:rPr lang="en-US" sz="2400" b="1" dirty="0"/>
              <a:t>Example: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A6E68E-25CA-99A8-9330-F9264A760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140" y="2572938"/>
            <a:ext cx="8119528" cy="390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789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1F799-D6CF-D496-148D-A9BFD1E32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C0689-1BDD-F8AF-7598-6285D19C8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Here:</a:t>
            </a:r>
          </a:p>
          <a:p>
            <a:r>
              <a:rPr lang="en-IN" sz="2400" dirty="0"/>
              <a:t>Client sends: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US" sz="2400" dirty="0"/>
          </a:p>
          <a:p>
            <a:r>
              <a:rPr lang="en-US" sz="2400" dirty="0" err="1"/>
              <a:t>FastAPI</a:t>
            </a:r>
            <a:r>
              <a:rPr lang="en-US" sz="2400" dirty="0"/>
              <a:t> </a:t>
            </a:r>
            <a:r>
              <a:rPr lang="en-US" sz="2400" b="1" dirty="0"/>
              <a:t>automatically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validates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C00000"/>
                </a:solidFill>
              </a:rPr>
              <a:t>converts</a:t>
            </a:r>
            <a:r>
              <a:rPr lang="en-US" sz="2400" dirty="0"/>
              <a:t> </a:t>
            </a:r>
            <a:r>
              <a:rPr lang="en-US" sz="2400" b="1" dirty="0"/>
              <a:t>JSON</a:t>
            </a:r>
            <a:r>
              <a:rPr lang="en-US" sz="2400" dirty="0"/>
              <a:t> </a:t>
            </a:r>
            <a:r>
              <a:rPr lang="en-US" sz="2400" b="1" dirty="0"/>
              <a:t>to</a:t>
            </a:r>
            <a:r>
              <a:rPr lang="en-US" sz="2400" dirty="0"/>
              <a:t> the </a:t>
            </a:r>
            <a:r>
              <a:rPr lang="en-US" sz="2400" b="1" dirty="0"/>
              <a:t>User</a:t>
            </a:r>
            <a:r>
              <a:rPr lang="en-US" sz="2400" dirty="0"/>
              <a:t> </a:t>
            </a:r>
            <a:r>
              <a:rPr lang="en-US" sz="2400" b="1" dirty="0"/>
              <a:t>model</a:t>
            </a:r>
            <a:r>
              <a:rPr lang="en-US" sz="2400" dirty="0"/>
              <a:t>.</a:t>
            </a:r>
          </a:p>
          <a:p>
            <a:r>
              <a:rPr lang="en-US" sz="2400" dirty="0"/>
              <a:t>Ideal for complex structured data.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DF50A3-627B-87DE-ED7E-BFC37FB07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031" y="1700756"/>
            <a:ext cx="4905369" cy="230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351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5CFA7-D4C2-F9D9-E832-2D8F1A89B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5AA5B-BEEC-E988-5601-C597134EE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935665"/>
            <a:ext cx="10659110" cy="52412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4. Headers:</a:t>
            </a:r>
          </a:p>
          <a:p>
            <a:r>
              <a:rPr lang="en-US" sz="2800" dirty="0"/>
              <a:t>Headers carry </a:t>
            </a:r>
            <a:r>
              <a:rPr lang="en-US" sz="2800" b="1" dirty="0">
                <a:solidFill>
                  <a:srgbClr val="C00000"/>
                </a:solidFill>
              </a:rPr>
              <a:t>metadata</a:t>
            </a:r>
            <a:r>
              <a:rPr lang="en-US" sz="2800" dirty="0"/>
              <a:t> </a:t>
            </a:r>
            <a:r>
              <a:rPr lang="en-US" sz="2800" b="1" dirty="0"/>
              <a:t>about the request/response </a:t>
            </a:r>
            <a:r>
              <a:rPr lang="en-US" sz="2800" dirty="0"/>
              <a:t>— things like </a:t>
            </a:r>
            <a:r>
              <a:rPr lang="en-US" sz="2400" b="1" dirty="0"/>
              <a:t>Authorization</a:t>
            </a:r>
            <a:r>
              <a:rPr lang="en-US" sz="2800" dirty="0"/>
              <a:t>, </a:t>
            </a:r>
            <a:r>
              <a:rPr lang="en-US" sz="2400" b="1" dirty="0"/>
              <a:t>Content-Type</a:t>
            </a:r>
            <a:r>
              <a:rPr lang="en-US" sz="2800" dirty="0"/>
              <a:t>, </a:t>
            </a:r>
            <a:r>
              <a:rPr lang="en-US" sz="2400" b="1" dirty="0"/>
              <a:t>Accept</a:t>
            </a:r>
            <a:r>
              <a:rPr lang="en-US" sz="2800" dirty="0"/>
              <a:t>, </a:t>
            </a:r>
            <a:r>
              <a:rPr lang="en-US" sz="2400" b="1" dirty="0"/>
              <a:t>User-Agent</a:t>
            </a:r>
            <a:r>
              <a:rPr lang="en-US" sz="2800" dirty="0"/>
              <a:t>, </a:t>
            </a:r>
            <a:r>
              <a:rPr lang="en-US" sz="2800" b="1" dirty="0"/>
              <a:t>caching</a:t>
            </a:r>
            <a:r>
              <a:rPr lang="en-US" sz="2800" dirty="0"/>
              <a:t> </a:t>
            </a:r>
            <a:r>
              <a:rPr lang="en-US" sz="2800" b="1" dirty="0"/>
              <a:t>info</a:t>
            </a:r>
            <a:r>
              <a:rPr lang="en-US" sz="2800" dirty="0"/>
              <a:t>, and custom app-level data (e.g. </a:t>
            </a:r>
            <a:r>
              <a:rPr lang="en-US" sz="2400" dirty="0"/>
              <a:t>X-Request-ID</a:t>
            </a:r>
            <a:r>
              <a:rPr lang="en-US" sz="2800" dirty="0"/>
              <a:t>). Use them for auth tokens, client hints, versioning, feature flags, tracing, and controlling response behavior.</a:t>
            </a:r>
          </a:p>
          <a:p>
            <a:r>
              <a:rPr lang="en-US" sz="2800" b="1" dirty="0"/>
              <a:t>How to read request headers</a:t>
            </a:r>
          </a:p>
          <a:p>
            <a:pPr marL="457200" indent="-457200">
              <a:buAutoNum type="arabicParenR"/>
            </a:pPr>
            <a:r>
              <a:rPr lang="en-US" sz="2800" dirty="0"/>
              <a:t>Using </a:t>
            </a:r>
            <a:r>
              <a:rPr lang="en-US" sz="2400" dirty="0"/>
              <a:t>Header</a:t>
            </a:r>
            <a:r>
              <a:rPr lang="en-US" sz="2800" dirty="0"/>
              <a:t> (recommended for specific headers)</a:t>
            </a:r>
          </a:p>
          <a:p>
            <a:pPr marL="457200" indent="-457200">
              <a:buAutoNum type="arabicParenR"/>
            </a:pPr>
            <a:r>
              <a:rPr lang="en-US" sz="2800" dirty="0"/>
              <a:t>Using </a:t>
            </a:r>
            <a:r>
              <a:rPr lang="en-US" sz="2400" dirty="0"/>
              <a:t>Request</a:t>
            </a:r>
            <a:r>
              <a:rPr lang="en-US" sz="2800" dirty="0"/>
              <a:t> to access all headers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71337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E57C8-6B11-6DDF-50B6-60C6F17A8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99938-04B2-18EF-CB76-B49128814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1) Using Header (recommended for specific headers)</a:t>
            </a:r>
          </a:p>
          <a:p>
            <a:r>
              <a:rPr lang="en-US" dirty="0"/>
              <a:t>Header</a:t>
            </a:r>
            <a:r>
              <a:rPr lang="en-US" sz="2400" dirty="0"/>
              <a:t> works well when you expect a particular header (</a:t>
            </a:r>
            <a:r>
              <a:rPr lang="en-US" sz="2400" b="1" dirty="0"/>
              <a:t>required</a:t>
            </a:r>
            <a:r>
              <a:rPr lang="en-US" sz="2400" dirty="0"/>
              <a:t> or </a:t>
            </a:r>
            <a:r>
              <a:rPr lang="en-US" sz="2400" b="1" dirty="0"/>
              <a:t>optional</a:t>
            </a:r>
            <a:r>
              <a:rPr lang="en-US" sz="2400" dirty="0"/>
              <a:t>). </a:t>
            </a:r>
            <a:r>
              <a:rPr lang="en-US" sz="2400" dirty="0" err="1"/>
              <a:t>FastAPI</a:t>
            </a:r>
            <a:r>
              <a:rPr lang="en-US" sz="2400" dirty="0"/>
              <a:t> will validate &amp; convert types.</a:t>
            </a:r>
          </a:p>
          <a:p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C2E2FA-E2F8-3AFB-7A80-FA55EC1C9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76377"/>
            <a:ext cx="10271051" cy="27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240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C8CB6-DEC7-604D-9EDE-8676CE1E7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0D9B0-1C8C-8D53-CBBB-97D6771E2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999458"/>
            <a:ext cx="10659110" cy="38277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Note:</a:t>
            </a:r>
          </a:p>
          <a:p>
            <a:r>
              <a:rPr lang="en-US" sz="2400" dirty="0"/>
              <a:t>Header names are </a:t>
            </a:r>
            <a:r>
              <a:rPr lang="en-US" sz="2400" b="1" dirty="0">
                <a:solidFill>
                  <a:srgbClr val="FF0000"/>
                </a:solidFill>
              </a:rPr>
              <a:t>case-insensitive</a:t>
            </a:r>
            <a:r>
              <a:rPr lang="en-US" sz="2400" dirty="0"/>
              <a:t>. </a:t>
            </a:r>
            <a:r>
              <a:rPr lang="en-US" sz="2400" dirty="0" err="1"/>
              <a:t>FastAPI</a:t>
            </a:r>
            <a:r>
              <a:rPr lang="en-US" sz="2400" dirty="0"/>
              <a:t> converts header names with </a:t>
            </a:r>
            <a:r>
              <a:rPr lang="en-US" sz="2400" b="1" dirty="0">
                <a:solidFill>
                  <a:srgbClr val="C00000"/>
                </a:solidFill>
              </a:rPr>
              <a:t>hyphens</a:t>
            </a:r>
            <a:r>
              <a:rPr lang="en-US" sz="2400" dirty="0"/>
              <a:t> to </a:t>
            </a:r>
            <a:r>
              <a:rPr lang="en-US" sz="2400" b="1" dirty="0">
                <a:solidFill>
                  <a:srgbClr val="C00000"/>
                </a:solidFill>
              </a:rPr>
              <a:t>underscores</a:t>
            </a:r>
            <a:r>
              <a:rPr lang="en-US" sz="2400" dirty="0"/>
              <a:t> in Python parameter names (</a:t>
            </a:r>
            <a:r>
              <a:rPr lang="en-US" dirty="0"/>
              <a:t>X-Token</a:t>
            </a:r>
            <a:r>
              <a:rPr lang="en-US" sz="2400" dirty="0"/>
              <a:t> → </a:t>
            </a:r>
            <a:r>
              <a:rPr lang="en-US" dirty="0" err="1"/>
              <a:t>x_token</a:t>
            </a:r>
            <a:r>
              <a:rPr lang="en-US" sz="2400" dirty="0"/>
              <a:t>).</a:t>
            </a:r>
          </a:p>
          <a:p>
            <a:r>
              <a:rPr lang="en-US" sz="2400" dirty="0"/>
              <a:t>Use </a:t>
            </a:r>
            <a:r>
              <a:rPr lang="en-US" sz="2400" b="1" dirty="0">
                <a:solidFill>
                  <a:srgbClr val="002060"/>
                </a:solidFill>
              </a:rPr>
              <a:t>Header(...)</a:t>
            </a:r>
            <a:r>
              <a:rPr lang="en-US" sz="2800" b="1" dirty="0">
                <a:solidFill>
                  <a:srgbClr val="002060"/>
                </a:solidFill>
              </a:rPr>
              <a:t> </a:t>
            </a:r>
            <a:r>
              <a:rPr lang="en-US" sz="2400" dirty="0"/>
              <a:t>to mark a header </a:t>
            </a:r>
            <a:r>
              <a:rPr lang="en-US" sz="2400" b="1" dirty="0">
                <a:solidFill>
                  <a:srgbClr val="C00000"/>
                </a:solidFill>
              </a:rPr>
              <a:t>required</a:t>
            </a:r>
            <a:r>
              <a:rPr lang="en-US" sz="2400" dirty="0"/>
              <a:t>; </a:t>
            </a:r>
            <a:r>
              <a:rPr lang="en-US" sz="2400" b="1" dirty="0">
                <a:solidFill>
                  <a:srgbClr val="002060"/>
                </a:solidFill>
              </a:rPr>
              <a:t>Header(None)</a:t>
            </a:r>
            <a:r>
              <a:rPr lang="en-US" sz="2800" b="1" dirty="0">
                <a:solidFill>
                  <a:srgbClr val="002060"/>
                </a:solidFill>
              </a:rPr>
              <a:t> </a:t>
            </a:r>
            <a:r>
              <a:rPr lang="en-US" sz="2400" dirty="0"/>
              <a:t>makes it </a:t>
            </a:r>
            <a:r>
              <a:rPr lang="en-US" sz="2400" b="1" dirty="0">
                <a:solidFill>
                  <a:srgbClr val="C00000"/>
                </a:solidFill>
              </a:rPr>
              <a:t>optional</a:t>
            </a:r>
            <a:r>
              <a:rPr lang="en-US" sz="2400" dirty="0"/>
              <a:t>.</a:t>
            </a:r>
          </a:p>
          <a:p>
            <a:r>
              <a:rPr lang="en-US" sz="2400" dirty="0"/>
              <a:t>Here … </a:t>
            </a:r>
            <a:r>
              <a:rPr lang="en-IN" sz="2400" dirty="0"/>
              <a:t>Ellipsis used to </a:t>
            </a:r>
            <a:r>
              <a:rPr lang="en-US" sz="2400" dirty="0"/>
              <a:t>mark the parameter as </a:t>
            </a:r>
            <a:r>
              <a:rPr lang="en-US" sz="2400" b="1" dirty="0"/>
              <a:t>required</a:t>
            </a:r>
            <a:r>
              <a:rPr lang="en-US" sz="2400" dirty="0"/>
              <a:t> — just like </a:t>
            </a:r>
            <a:r>
              <a:rPr lang="en-US" b="1" dirty="0"/>
              <a:t>required=True</a:t>
            </a:r>
            <a:r>
              <a:rPr lang="en-US" sz="2400" b="1" dirty="0"/>
              <a:t> </a:t>
            </a:r>
            <a:r>
              <a:rPr lang="en-US" sz="2400" dirty="0"/>
              <a:t>in other frameworks.</a:t>
            </a:r>
          </a:p>
          <a:p>
            <a:r>
              <a:rPr lang="en-US" sz="2400" dirty="0"/>
              <a:t>You can provide </a:t>
            </a:r>
            <a:r>
              <a:rPr lang="en-US" dirty="0"/>
              <a:t>alias</a:t>
            </a:r>
            <a:r>
              <a:rPr lang="en-US" sz="2400" dirty="0"/>
              <a:t> if you want a different Python name vs header name.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32416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C1AA6-5F57-7AAF-2B8F-A0110C1CB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E819D-2CA8-1A41-68C6-D3C876994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2. Using </a:t>
            </a:r>
            <a:r>
              <a:rPr lang="en-US" b="1" dirty="0"/>
              <a:t>Request</a:t>
            </a:r>
            <a:r>
              <a:rPr lang="en-US" sz="2400" b="1" dirty="0"/>
              <a:t> to access all headers</a:t>
            </a:r>
          </a:p>
          <a:p>
            <a:r>
              <a:rPr lang="en-US" sz="2400" dirty="0"/>
              <a:t>If you need raw access to all headers or dynamic names: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671FBA-F23D-8DD6-705E-002DEFC8E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91698"/>
            <a:ext cx="10659110" cy="287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780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184E6-C17F-C3E4-AFCC-66E4A817C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67A93-DAD0-7AF9-E400-EAC833792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5. Form Data</a:t>
            </a:r>
          </a:p>
          <a:p>
            <a:r>
              <a:rPr lang="en-US" sz="2400" dirty="0"/>
              <a:t>Used when clients (like HTML forms) send data using the </a:t>
            </a:r>
            <a:r>
              <a:rPr lang="en-US" dirty="0"/>
              <a:t>application/x-www-form-</a:t>
            </a:r>
            <a:r>
              <a:rPr lang="en-US" dirty="0" err="1"/>
              <a:t>urlencoded</a:t>
            </a:r>
            <a:r>
              <a:rPr lang="en-US" sz="2400" dirty="0"/>
              <a:t> or </a:t>
            </a:r>
            <a:r>
              <a:rPr lang="en-US" dirty="0"/>
              <a:t>multipart/form-data</a:t>
            </a:r>
            <a:r>
              <a:rPr lang="en-US" sz="2400" dirty="0"/>
              <a:t> content types.</a:t>
            </a:r>
          </a:p>
          <a:p>
            <a:r>
              <a:rPr lang="en-US" sz="2400" b="1" dirty="0"/>
              <a:t>Example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65461B-C5A9-B96A-D924-724D50488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67358"/>
            <a:ext cx="10377014" cy="271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878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01C11-4021-37DA-0949-0F0527AC6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173AC-408A-85E3-7099-CA01C6085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Here:</a:t>
            </a:r>
          </a:p>
          <a:p>
            <a:r>
              <a:rPr lang="en-IN" sz="2400" dirty="0"/>
              <a:t>Client HTML form: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r>
              <a:rPr lang="en-US" sz="2400" dirty="0"/>
              <a:t>Data is </a:t>
            </a:r>
            <a:r>
              <a:rPr lang="en-US" sz="2400" b="1" dirty="0"/>
              <a:t>not JSON </a:t>
            </a:r>
            <a:r>
              <a:rPr lang="en-US" sz="2400" dirty="0"/>
              <a:t>— it’s encoded as </a:t>
            </a:r>
            <a:r>
              <a:rPr lang="en-US" sz="2400" b="1" dirty="0">
                <a:solidFill>
                  <a:srgbClr val="C00000"/>
                </a:solidFill>
              </a:rPr>
              <a:t>key-value pairs </a:t>
            </a:r>
            <a:r>
              <a:rPr lang="en-US" sz="2400" dirty="0"/>
              <a:t>in the request body.</a:t>
            </a:r>
          </a:p>
          <a:p>
            <a:r>
              <a:rPr lang="en-US" sz="2400" dirty="0"/>
              <a:t>Used mainly for </a:t>
            </a:r>
            <a:r>
              <a:rPr lang="en-US" sz="2400" b="1" dirty="0"/>
              <a:t>traditional </a:t>
            </a:r>
            <a:r>
              <a:rPr lang="en-US" sz="2400" b="1" dirty="0">
                <a:solidFill>
                  <a:srgbClr val="C00000"/>
                </a:solidFill>
              </a:rPr>
              <a:t>form</a:t>
            </a:r>
            <a:r>
              <a:rPr lang="en-US" sz="2400" b="1" dirty="0"/>
              <a:t> submissions</a:t>
            </a:r>
            <a:r>
              <a:rPr lang="en-US" sz="2400" dirty="0"/>
              <a:t>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7012A6-B7BC-E638-D806-BAA35DFB4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437" y="1768077"/>
            <a:ext cx="7804233" cy="241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1295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BB1CA-13FD-866F-9529-45BA7940B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B8C83-587D-4D06-EB95-F9DBBBED0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6. File Uploads</a:t>
            </a:r>
          </a:p>
          <a:p>
            <a:r>
              <a:rPr lang="en-US" sz="2400" dirty="0"/>
              <a:t>When sending files, you use </a:t>
            </a:r>
            <a:r>
              <a:rPr lang="en-US" dirty="0"/>
              <a:t>multipart/form-data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 err="1"/>
              <a:t>FastAPI</a:t>
            </a:r>
            <a:r>
              <a:rPr lang="en-US" sz="2400" dirty="0"/>
              <a:t> makes this easy with the </a:t>
            </a:r>
            <a:r>
              <a:rPr lang="en-US" dirty="0"/>
              <a:t>File</a:t>
            </a:r>
            <a:r>
              <a:rPr lang="en-US" sz="2400" dirty="0"/>
              <a:t> class.</a:t>
            </a:r>
          </a:p>
          <a:p>
            <a:r>
              <a:rPr lang="en-US" sz="2400" b="1" dirty="0"/>
              <a:t>Example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6DDF8E-8B38-AEFE-05CE-1CC2457DD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26" y="2662037"/>
            <a:ext cx="10659110" cy="342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073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8D913-AFD1-CEE0-CF31-8CFE1DFBD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B765D-2F4E-315F-ABFF-91AF83104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Here:</a:t>
            </a:r>
          </a:p>
          <a:p>
            <a:r>
              <a:rPr lang="en-US" sz="2400" dirty="0"/>
              <a:t>Client sends a </a:t>
            </a:r>
            <a:r>
              <a:rPr lang="en-US" sz="2400" b="1" dirty="0"/>
              <a:t>file</a:t>
            </a:r>
            <a:r>
              <a:rPr lang="en-US" sz="2400" dirty="0"/>
              <a:t> (like from a form).</a:t>
            </a:r>
          </a:p>
          <a:p>
            <a:r>
              <a:rPr lang="en-US" sz="2400" dirty="0" err="1"/>
              <a:t>UploadFile</a:t>
            </a:r>
            <a:r>
              <a:rPr lang="en-US" sz="2400" dirty="0"/>
              <a:t> gives you:</a:t>
            </a:r>
          </a:p>
          <a:p>
            <a:pPr lvl="1"/>
            <a:r>
              <a:rPr lang="en-US" sz="2400" dirty="0" err="1"/>
              <a:t>file.filename</a:t>
            </a:r>
            <a:endParaRPr lang="en-US" sz="2400" dirty="0"/>
          </a:p>
          <a:p>
            <a:pPr lvl="1"/>
            <a:r>
              <a:rPr lang="en-US" sz="2400" dirty="0" err="1"/>
              <a:t>file.content_type</a:t>
            </a:r>
            <a:endParaRPr lang="en-US" sz="2400" dirty="0"/>
          </a:p>
          <a:p>
            <a:pPr lvl="1"/>
            <a:r>
              <a:rPr lang="en-US" sz="2400" dirty="0"/>
              <a:t>.read() or .write() to handle content.</a:t>
            </a:r>
          </a:p>
          <a:p>
            <a:r>
              <a:rPr lang="en-US" sz="2600" dirty="0"/>
              <a:t>Useful for profile pictures, documents</a:t>
            </a:r>
            <a:r>
              <a:rPr lang="en-US" sz="2400" dirty="0"/>
              <a:t>, etc.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639236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19841-F282-ACA4-4C09-DEC421F75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DABD5-A332-1082-442E-90E31E84F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Middleware</a:t>
            </a:r>
          </a:p>
          <a:p>
            <a:r>
              <a:rPr lang="en-US" sz="2800" b="1" dirty="0"/>
              <a:t>Middleware</a:t>
            </a:r>
            <a:r>
              <a:rPr lang="en-US" sz="2800" dirty="0"/>
              <a:t> is a </a:t>
            </a:r>
            <a:r>
              <a:rPr lang="en-US" sz="2800" b="1" i="1" dirty="0"/>
              <a:t>layer</a:t>
            </a:r>
            <a:r>
              <a:rPr lang="en-US" sz="2800" dirty="0"/>
              <a:t> that sits </a:t>
            </a:r>
            <a:r>
              <a:rPr lang="en-US" sz="2800" b="1" dirty="0"/>
              <a:t>between</a:t>
            </a:r>
            <a:r>
              <a:rPr lang="en-US" sz="2800" dirty="0"/>
              <a:t> the </a:t>
            </a:r>
            <a:r>
              <a:rPr lang="en-US" sz="2800" b="1" dirty="0">
                <a:solidFill>
                  <a:srgbClr val="C00000"/>
                </a:solidFill>
              </a:rPr>
              <a:t>client request </a:t>
            </a:r>
            <a:r>
              <a:rPr lang="en-US" sz="2800" dirty="0"/>
              <a:t>and your </a:t>
            </a:r>
            <a:r>
              <a:rPr lang="en-US" sz="2800" b="1" dirty="0">
                <a:solidFill>
                  <a:srgbClr val="C00000"/>
                </a:solidFill>
              </a:rPr>
              <a:t>route handlers </a:t>
            </a:r>
            <a:r>
              <a:rPr lang="en-US" sz="2800" dirty="0"/>
              <a:t>(endpoints).</a:t>
            </a:r>
            <a:br>
              <a:rPr lang="en-US" sz="2800" dirty="0"/>
            </a:br>
            <a:r>
              <a:rPr lang="en-US" sz="2800" dirty="0"/>
              <a:t>It can:</a:t>
            </a:r>
          </a:p>
          <a:p>
            <a:pPr lvl="1"/>
            <a:r>
              <a:rPr lang="en-US" sz="2800" dirty="0"/>
              <a:t>Inspect or modify the </a:t>
            </a:r>
            <a:r>
              <a:rPr lang="en-US" sz="2800" b="1" dirty="0"/>
              <a:t>request</a:t>
            </a:r>
            <a:r>
              <a:rPr lang="en-US" sz="2800" dirty="0"/>
              <a:t> before it reaches your endpoint.</a:t>
            </a:r>
          </a:p>
          <a:p>
            <a:pPr lvl="1"/>
            <a:r>
              <a:rPr lang="en-US" sz="2800" dirty="0"/>
              <a:t>Inspect or modify the </a:t>
            </a:r>
            <a:r>
              <a:rPr lang="en-US" sz="2800" b="1" dirty="0"/>
              <a:t>response</a:t>
            </a:r>
            <a:r>
              <a:rPr lang="en-US" sz="2800" dirty="0"/>
              <a:t> before it goes back to the client.</a:t>
            </a:r>
          </a:p>
          <a:p>
            <a:pPr lvl="1"/>
            <a:r>
              <a:rPr lang="en-US" sz="2800" dirty="0"/>
              <a:t>Perform tasks like logging, authentication, metrics, CORS, compression, etc.</a:t>
            </a:r>
          </a:p>
          <a:p>
            <a:r>
              <a:rPr lang="en-US" sz="2800" dirty="0"/>
              <a:t>Think of it like an </a:t>
            </a:r>
            <a:r>
              <a:rPr lang="en-US" sz="2800" b="1" dirty="0"/>
              <a:t>onion</a:t>
            </a:r>
            <a:r>
              <a:rPr lang="en-US" sz="2800" dirty="0"/>
              <a:t> 🧅:</a:t>
            </a:r>
          </a:p>
          <a:p>
            <a:pPr marL="0" indent="0">
              <a:buNone/>
            </a:pPr>
            <a:r>
              <a:rPr lang="en-US" sz="2800" dirty="0"/>
              <a:t>The request enters through </a:t>
            </a:r>
            <a:r>
              <a:rPr lang="en-US" sz="2800" b="1" dirty="0"/>
              <a:t>several middleware layers</a:t>
            </a:r>
            <a:r>
              <a:rPr lang="en-US" sz="2800" dirty="0"/>
              <a:t>, </a:t>
            </a:r>
            <a:r>
              <a:rPr lang="en-US" sz="2800" b="1" dirty="0"/>
              <a:t>reaches your endpoint</a:t>
            </a:r>
            <a:r>
              <a:rPr lang="en-US" sz="2800" dirty="0"/>
              <a:t>, and then travels back through the same layers as a response.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437818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27F2A-4CF2-F1DE-FEB3-DEB3E0A8D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6F807-C77E-7DAD-5038-EDDF5C8B8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034143"/>
            <a:ext cx="10659110" cy="51428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Middleware Flow</a:t>
            </a:r>
          </a:p>
          <a:p>
            <a:pPr marL="457200" indent="-457200">
              <a:buAutoNum type="arabicPeriod"/>
            </a:pPr>
            <a:r>
              <a:rPr lang="en-US" sz="2800" dirty="0"/>
              <a:t>Client sends a </a:t>
            </a:r>
            <a:r>
              <a:rPr lang="en-US" sz="2800" b="1" dirty="0"/>
              <a:t>request</a:t>
            </a:r>
            <a:r>
              <a:rPr lang="en-US" sz="2800" dirty="0"/>
              <a:t> → </a:t>
            </a:r>
            <a:r>
              <a:rPr lang="en-US" sz="2800" b="1" dirty="0"/>
              <a:t>enters the middleware </a:t>
            </a:r>
            <a:r>
              <a:rPr lang="en-US" sz="2800" b="1" dirty="0">
                <a:solidFill>
                  <a:srgbClr val="C00000"/>
                </a:solidFill>
              </a:rPr>
              <a:t>stack</a:t>
            </a:r>
            <a:r>
              <a:rPr lang="en-US" sz="2800" dirty="0"/>
              <a:t>.</a:t>
            </a:r>
          </a:p>
          <a:p>
            <a:pPr marL="457200" indent="-457200">
              <a:buAutoNum type="arabicPeriod"/>
            </a:pPr>
            <a:r>
              <a:rPr lang="en-US" sz="2800" dirty="0"/>
              <a:t>Each middleware can:</a:t>
            </a:r>
          </a:p>
          <a:p>
            <a:pPr lvl="1"/>
            <a:r>
              <a:rPr lang="en-US" sz="2800" dirty="0"/>
              <a:t>Run logic </a:t>
            </a:r>
            <a:r>
              <a:rPr lang="en-US" sz="2800" i="1" dirty="0"/>
              <a:t>before</a:t>
            </a:r>
            <a:r>
              <a:rPr lang="en-US" sz="2800" dirty="0"/>
              <a:t> passing to the </a:t>
            </a:r>
            <a:r>
              <a:rPr lang="en-US" sz="2800" b="1" dirty="0"/>
              <a:t>next handler</a:t>
            </a:r>
            <a:r>
              <a:rPr lang="en-US" sz="2800" dirty="0"/>
              <a:t>.</a:t>
            </a:r>
          </a:p>
          <a:p>
            <a:pPr lvl="1"/>
            <a:r>
              <a:rPr lang="en-US" sz="2800" b="1" dirty="0"/>
              <a:t>Optionally</a:t>
            </a:r>
            <a:r>
              <a:rPr lang="en-US" sz="2800" dirty="0"/>
              <a:t> stop the chain (e.g., reject request).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After your route runs and returns a response, each middleware can:</a:t>
            </a:r>
          </a:p>
          <a:p>
            <a:pPr lvl="1"/>
            <a:r>
              <a:rPr lang="en-US" sz="2800" dirty="0"/>
              <a:t>Modify the outgoing response.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Finally, the response is sent back to the client.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5065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402AF-C092-F456-CDF2-9DDBDEBD2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5B31D-0E10-7D2E-BC2A-F96D16287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How Middleware Works in </a:t>
            </a:r>
            <a:r>
              <a:rPr lang="en-US" sz="2800" b="1" dirty="0" err="1"/>
              <a:t>FastAPI</a:t>
            </a:r>
            <a:r>
              <a:rPr lang="en-US" sz="2800" b="1" dirty="0"/>
              <a:t> (or Starlette)</a:t>
            </a:r>
          </a:p>
          <a:p>
            <a:r>
              <a:rPr lang="en-US" sz="2800" dirty="0"/>
              <a:t>In </a:t>
            </a:r>
            <a:r>
              <a:rPr lang="en-US" sz="2800" dirty="0" err="1"/>
              <a:t>FastAPI</a:t>
            </a:r>
            <a:r>
              <a:rPr lang="en-US" sz="2800" dirty="0"/>
              <a:t>, middleware must be </a:t>
            </a:r>
            <a:r>
              <a:rPr lang="en-US" sz="2800" b="1" dirty="0"/>
              <a:t>asynchronous</a:t>
            </a:r>
            <a:r>
              <a:rPr lang="en-US" sz="2800" dirty="0"/>
              <a:t> and accept: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b="1" dirty="0"/>
              <a:t>request: </a:t>
            </a:r>
            <a:r>
              <a:rPr lang="en-US" sz="2800" dirty="0"/>
              <a:t>the incoming Request object.</a:t>
            </a:r>
          </a:p>
          <a:p>
            <a:r>
              <a:rPr lang="en-US" sz="2800" b="1" dirty="0" err="1"/>
              <a:t>call_next</a:t>
            </a:r>
            <a:r>
              <a:rPr lang="en-US" sz="2800" b="1" dirty="0"/>
              <a:t>: </a:t>
            </a:r>
            <a:r>
              <a:rPr lang="en-US" sz="2800" dirty="0"/>
              <a:t>a function that </a:t>
            </a:r>
            <a:r>
              <a:rPr lang="en-US" sz="2800" b="1" dirty="0"/>
              <a:t>passes the request to the next handler </a:t>
            </a:r>
            <a:r>
              <a:rPr lang="en-US" sz="2800" dirty="0"/>
              <a:t>(and eventually your endpoint). It returns a Response.</a:t>
            </a:r>
          </a:p>
          <a:p>
            <a:endParaRPr lang="en-US" sz="2800" dirty="0"/>
          </a:p>
          <a:p>
            <a:r>
              <a:rPr lang="en-US" sz="2800" b="1" dirty="0"/>
              <a:t>Example: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1D0356-8DE7-CE59-71BE-E3781041A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572" y="2135685"/>
            <a:ext cx="4306372" cy="66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5476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73206-D382-EE49-F232-70D9729FB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72B67-D2F2-0834-C25D-97B016B19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Example:</a:t>
            </a:r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r>
              <a:rPr lang="en-IN" sz="2400" b="1" dirty="0"/>
              <a:t>Note: </a:t>
            </a:r>
            <a:r>
              <a:rPr lang="en-US" sz="2400" b="1" dirty="0">
                <a:solidFill>
                  <a:srgbClr val="C00000"/>
                </a:solidFill>
              </a:rPr>
              <a:t>Every request </a:t>
            </a:r>
            <a:r>
              <a:rPr lang="en-US" sz="2400" dirty="0"/>
              <a:t>to any route passes through this middleware.</a:t>
            </a: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B49D6B-9CE2-8494-29CC-C78D472A4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30" y="1337333"/>
            <a:ext cx="10190129" cy="326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088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18F72-A53B-3989-D3DC-968C7DF97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750CF-38F0-DD0B-0F8A-C583D6389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53156"/>
            <a:ext cx="10659110" cy="59238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Multiple Middleware's:</a:t>
            </a:r>
          </a:p>
          <a:p>
            <a:pPr marL="0" indent="0">
              <a:buNone/>
            </a:pP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E2C232-DC0C-4366-AB84-8B5AB96DC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809" y="837209"/>
            <a:ext cx="8952381" cy="59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6457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DAFAD-662D-A68A-1649-E0A909080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1C33D-7267-21DD-E537-2FC9F908B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b="1" dirty="0"/>
              <a:t>Output: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r>
              <a:rPr lang="en-IN" sz="2400" b="1" dirty="0"/>
              <a:t>Note:</a:t>
            </a:r>
          </a:p>
          <a:p>
            <a:r>
              <a:rPr lang="en-US" sz="2400" dirty="0"/>
              <a:t>The </a:t>
            </a:r>
            <a:r>
              <a:rPr lang="en-US" sz="2400" i="1" dirty="0"/>
              <a:t>last</a:t>
            </a:r>
            <a:r>
              <a:rPr lang="en-US" sz="2400" dirty="0"/>
              <a:t> middleware you declare in code becomes the </a:t>
            </a:r>
            <a:r>
              <a:rPr lang="en-US" sz="2400" b="1" dirty="0"/>
              <a:t>outermost</a:t>
            </a:r>
            <a:r>
              <a:rPr lang="en-US" sz="2400" dirty="0"/>
              <a:t> layer and runs </a:t>
            </a:r>
            <a:r>
              <a:rPr lang="en-US" sz="2400" b="1" dirty="0"/>
              <a:t>first</a:t>
            </a:r>
            <a:r>
              <a:rPr lang="en-US" sz="2400" dirty="0"/>
              <a:t> on the way </a:t>
            </a:r>
            <a:r>
              <a:rPr lang="en-US" sz="2400" i="1" dirty="0"/>
              <a:t>in</a:t>
            </a:r>
            <a:r>
              <a:rPr lang="en-US" sz="2400" dirty="0"/>
              <a:t> (request), and </a:t>
            </a:r>
            <a:r>
              <a:rPr lang="en-US" sz="2400" b="1" dirty="0"/>
              <a:t>last</a:t>
            </a:r>
            <a:r>
              <a:rPr lang="en-US" sz="2400" dirty="0"/>
              <a:t> on the way </a:t>
            </a:r>
            <a:r>
              <a:rPr lang="en-US" sz="2400" i="1" dirty="0"/>
              <a:t>out</a:t>
            </a:r>
            <a:r>
              <a:rPr lang="en-US" sz="2400" dirty="0"/>
              <a:t> (response).</a:t>
            </a:r>
          </a:p>
          <a:p>
            <a:r>
              <a:rPr lang="en-US" sz="2400" dirty="0"/>
              <a:t>This is because </a:t>
            </a:r>
            <a:r>
              <a:rPr lang="en-US" sz="2400" dirty="0" err="1"/>
              <a:t>FastAPI</a:t>
            </a:r>
            <a:r>
              <a:rPr lang="en-US" sz="2400" dirty="0"/>
              <a:t> builds the middleware chain </a:t>
            </a:r>
            <a:r>
              <a:rPr lang="en-US" sz="2400" b="1" dirty="0"/>
              <a:t>in reverse declaration order</a:t>
            </a:r>
            <a:r>
              <a:rPr lang="en-US" sz="2400" dirty="0"/>
              <a:t> — each new </a:t>
            </a:r>
            <a:r>
              <a:rPr lang="en-US" dirty="0"/>
              <a:t>@app.middleware("http")</a:t>
            </a:r>
            <a:r>
              <a:rPr lang="en-US" sz="2400" dirty="0"/>
              <a:t> wraps around the previous stack.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B211C8-2BF3-F3F5-4EAC-5CB0D85BF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782" y="1303125"/>
            <a:ext cx="6472934" cy="233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9208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0AD59-A628-0A8F-A7A8-D68306530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EE35BF-0C44-6347-FE65-D08F0820B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218" y="163286"/>
            <a:ext cx="8470411" cy="630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9290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87AF6-E047-CDC8-E254-859CB65B5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BF3DF-1412-1262-0B45-131BB51E2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/>
              <a:t>Types of Middleware:</a:t>
            </a:r>
          </a:p>
          <a:p>
            <a:pPr marL="0" indent="0">
              <a:buNone/>
            </a:pPr>
            <a:r>
              <a:rPr lang="en-US" sz="2800" b="1" dirty="0"/>
              <a:t>1. Application-Level Middleware (Custom Middleware)</a:t>
            </a:r>
          </a:p>
          <a:p>
            <a:r>
              <a:rPr lang="en-US" sz="2800" b="1" dirty="0"/>
              <a:t>Defined directly in your </a:t>
            </a:r>
            <a:r>
              <a:rPr lang="en-US" sz="2800" b="1" dirty="0" err="1"/>
              <a:t>FastAPI</a:t>
            </a:r>
            <a:r>
              <a:rPr lang="en-US" sz="2800" b="1" dirty="0"/>
              <a:t> app using </a:t>
            </a:r>
            <a:r>
              <a:rPr lang="en-US" sz="2400" b="1" dirty="0"/>
              <a:t>@app.middleware("http")</a:t>
            </a:r>
            <a:r>
              <a:rPr lang="en-US" sz="2800" b="1" dirty="0"/>
              <a:t>.</a:t>
            </a:r>
            <a:endParaRPr lang="en-US" sz="2800" dirty="0"/>
          </a:p>
          <a:p>
            <a:r>
              <a:rPr lang="en-US" sz="2800" dirty="0"/>
              <a:t>These are </a:t>
            </a:r>
            <a:r>
              <a:rPr lang="en-US" sz="2800" b="1" dirty="0"/>
              <a:t>custom middleware</a:t>
            </a:r>
            <a:r>
              <a:rPr lang="en-US" sz="2800" dirty="0"/>
              <a:t> that you write for your own logic such as:</a:t>
            </a:r>
          </a:p>
          <a:p>
            <a:pPr lvl="1"/>
            <a:r>
              <a:rPr lang="en-US" sz="2800" dirty="0"/>
              <a:t>Logging requests/responses</a:t>
            </a:r>
          </a:p>
          <a:p>
            <a:pPr lvl="1"/>
            <a:r>
              <a:rPr lang="en-US" sz="2800" dirty="0"/>
              <a:t>Modifying headers</a:t>
            </a:r>
          </a:p>
          <a:p>
            <a:pPr lvl="1"/>
            <a:r>
              <a:rPr lang="en-US" sz="2800" dirty="0"/>
              <a:t>Handling custom authentication</a:t>
            </a:r>
          </a:p>
          <a:p>
            <a:pPr lvl="1"/>
            <a:r>
              <a:rPr lang="en-US" sz="2800" dirty="0"/>
              <a:t>Measuring execution time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Example: </a:t>
            </a:r>
            <a:r>
              <a:rPr lang="en-US" sz="2800" dirty="0"/>
              <a:t>Logging Request/Response</a:t>
            </a:r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951328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149D8-93FE-6D87-12AC-B420468BA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6216B-06F6-82F1-5605-A4216249D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8BD139-D089-F0CB-A7C3-D1C0D5CE9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565"/>
            <a:ext cx="12192000" cy="675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0542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711C0-7DF3-FC7D-541E-721F06EE3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A44BC-D9AD-0CB8-D7A7-9091B63F9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2. Third-Party or Built-in Middleware (Starlette Middleware)</a:t>
            </a:r>
          </a:p>
          <a:p>
            <a:r>
              <a:rPr lang="en-US" sz="2400" dirty="0"/>
              <a:t>These are </a:t>
            </a:r>
            <a:r>
              <a:rPr lang="en-US" sz="2400" b="1" dirty="0"/>
              <a:t>middleware classes</a:t>
            </a:r>
            <a:r>
              <a:rPr lang="en-US" sz="2400" dirty="0"/>
              <a:t> that come from Starlette (the framework under </a:t>
            </a:r>
            <a:r>
              <a:rPr lang="en-US" sz="2400" dirty="0" err="1"/>
              <a:t>FastAPI</a:t>
            </a:r>
            <a:r>
              <a:rPr lang="en-US" sz="2400" dirty="0"/>
              <a:t>) or third-party libraries.</a:t>
            </a:r>
          </a:p>
          <a:p>
            <a:r>
              <a:rPr lang="en-US" sz="2400" dirty="0"/>
              <a:t>They are added using </a:t>
            </a:r>
            <a:r>
              <a:rPr lang="en-US" dirty="0" err="1"/>
              <a:t>app.add_middleware</a:t>
            </a:r>
            <a:r>
              <a:rPr lang="en-US" dirty="0"/>
              <a:t>()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73B4A7-D299-DCCD-7F79-2A64AF17F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467" y="2648533"/>
            <a:ext cx="6489448" cy="395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5917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C3EE3-8751-653F-46A1-4E598983D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4FA4F-FF49-9381-9088-14702BE90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2060"/>
                </a:solidFill>
              </a:rPr>
              <a:t>Dependency Injection</a:t>
            </a:r>
          </a:p>
          <a:p>
            <a:r>
              <a:rPr lang="en-US" sz="2800" b="1" dirty="0"/>
              <a:t>Dependency Injection (DI)</a:t>
            </a:r>
            <a:r>
              <a:rPr lang="en-US" sz="2800" dirty="0"/>
              <a:t> is a software design pattern that allows you to </a:t>
            </a:r>
            <a:r>
              <a:rPr lang="en-US" sz="2800" b="1" dirty="0">
                <a:solidFill>
                  <a:srgbClr val="C00000"/>
                </a:solidFill>
              </a:rPr>
              <a:t>inject external components or reusable logic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into your </a:t>
            </a:r>
            <a:r>
              <a:rPr lang="en-US" sz="2800" b="1" dirty="0"/>
              <a:t>path operations </a:t>
            </a:r>
            <a:r>
              <a:rPr lang="en-US" sz="2800" dirty="0"/>
              <a:t>(endpoints), instead of hardcoding them inside every function.</a:t>
            </a:r>
          </a:p>
          <a:p>
            <a:r>
              <a:rPr lang="en-US" sz="2800" dirty="0"/>
              <a:t>In </a:t>
            </a:r>
            <a:r>
              <a:rPr lang="en-US" sz="2800" dirty="0" err="1"/>
              <a:t>FastAPI</a:t>
            </a:r>
            <a:r>
              <a:rPr lang="en-US" sz="2800" dirty="0"/>
              <a:t>:</a:t>
            </a:r>
          </a:p>
          <a:p>
            <a:pPr lvl="1"/>
            <a:r>
              <a:rPr lang="en-US" sz="2800" dirty="0"/>
              <a:t>A </a:t>
            </a:r>
            <a:r>
              <a:rPr lang="en-US" sz="2800" b="1" dirty="0"/>
              <a:t>dependency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is just a function </a:t>
            </a:r>
            <a:r>
              <a:rPr lang="en-US" sz="2800" dirty="0"/>
              <a:t>(or class) that </a:t>
            </a:r>
            <a:r>
              <a:rPr lang="en-US" sz="2800" dirty="0" err="1"/>
              <a:t>FastAPI</a:t>
            </a:r>
            <a:r>
              <a:rPr lang="en-US" sz="2800" dirty="0"/>
              <a:t> </a:t>
            </a:r>
            <a:r>
              <a:rPr lang="en-US" sz="2800" b="1" dirty="0"/>
              <a:t>calls for you automatically.</a:t>
            </a:r>
          </a:p>
          <a:p>
            <a:pPr lvl="1"/>
            <a:r>
              <a:rPr lang="en-US" sz="2800" dirty="0"/>
              <a:t>You can </a:t>
            </a:r>
            <a:r>
              <a:rPr lang="en-US" sz="2800" b="1" dirty="0"/>
              <a:t>reuse</a:t>
            </a:r>
            <a:r>
              <a:rPr lang="en-US" sz="2800" dirty="0"/>
              <a:t> dependencies across routes.</a:t>
            </a:r>
          </a:p>
          <a:p>
            <a:pPr lvl="1"/>
            <a:r>
              <a:rPr lang="en-US" sz="2800" dirty="0"/>
              <a:t>They can perform </a:t>
            </a:r>
            <a:r>
              <a:rPr lang="en-US" sz="2800" b="1" dirty="0"/>
              <a:t>common logic</a:t>
            </a:r>
            <a:r>
              <a:rPr lang="en-US" sz="2800" dirty="0"/>
              <a:t> (e.g., </a:t>
            </a:r>
            <a:r>
              <a:rPr lang="en-US" sz="2800" b="1" dirty="0"/>
              <a:t>database</a:t>
            </a:r>
            <a:r>
              <a:rPr lang="en-US" sz="2800" dirty="0"/>
              <a:t> </a:t>
            </a:r>
            <a:r>
              <a:rPr lang="en-US" sz="2800" b="1" dirty="0"/>
              <a:t>connection</a:t>
            </a:r>
            <a:r>
              <a:rPr lang="en-US" sz="2800" dirty="0"/>
              <a:t>, </a:t>
            </a:r>
            <a:r>
              <a:rPr lang="en-US" sz="2800" b="1" dirty="0"/>
              <a:t>auth</a:t>
            </a:r>
            <a:r>
              <a:rPr lang="en-US" sz="2800" dirty="0"/>
              <a:t>, </a:t>
            </a:r>
            <a:r>
              <a:rPr lang="en-US" sz="2800" b="1" dirty="0"/>
              <a:t>config</a:t>
            </a:r>
            <a:r>
              <a:rPr lang="en-US" sz="2800" dirty="0"/>
              <a:t>, </a:t>
            </a:r>
            <a:r>
              <a:rPr lang="en-US" sz="2800" b="1" dirty="0"/>
              <a:t>validation</a:t>
            </a:r>
            <a:r>
              <a:rPr lang="en-US" sz="2800" dirty="0"/>
              <a:t>, etc.)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63356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42F2D-6DAB-9D32-6BE9-8BBFCE9AC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B39C3-1BA5-2004-69AF-496300D67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/>
              <a:t>Example:</a:t>
            </a:r>
          </a:p>
          <a:p>
            <a:pPr marL="0" indent="0">
              <a:buNone/>
            </a:pPr>
            <a:endParaRPr lang="en-IN" sz="3200" b="1" dirty="0"/>
          </a:p>
          <a:p>
            <a:pPr marL="0" indent="0">
              <a:buNone/>
            </a:pP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264168-4FCB-0C5B-6E12-FA09694F94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18"/>
          <a:stretch>
            <a:fillRect/>
          </a:stretch>
        </p:blipFill>
        <p:spPr>
          <a:xfrm>
            <a:off x="388620" y="1688566"/>
            <a:ext cx="11436350" cy="325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5862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8A30D-5962-4980-5636-207A910C7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BE0BE-7C7C-8108-E793-38D4FF50C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1. Depends(</a:t>
            </a:r>
            <a:r>
              <a:rPr lang="en-US" sz="2400" b="1" dirty="0" err="1"/>
              <a:t>health_dependency</a:t>
            </a:r>
            <a:r>
              <a:rPr lang="en-US" sz="2400" b="1" dirty="0"/>
              <a:t>)</a:t>
            </a:r>
            <a:endParaRPr lang="en-US" sz="2800" b="1" dirty="0"/>
          </a:p>
          <a:p>
            <a:r>
              <a:rPr lang="en-US" dirty="0"/>
              <a:t>Depends</a:t>
            </a:r>
            <a:r>
              <a:rPr lang="en-US" sz="2400" dirty="0"/>
              <a:t> is a </a:t>
            </a:r>
            <a:r>
              <a:rPr lang="en-US" sz="2400" b="1" dirty="0" err="1"/>
              <a:t>FastAPI</a:t>
            </a:r>
            <a:r>
              <a:rPr lang="en-US" sz="2400" b="1" dirty="0"/>
              <a:t> dependency injection mechanism</a:t>
            </a:r>
            <a:r>
              <a:rPr lang="en-US" sz="2400" dirty="0"/>
              <a:t>.</a:t>
            </a:r>
          </a:p>
          <a:p>
            <a:r>
              <a:rPr lang="en-US" sz="2400" dirty="0"/>
              <a:t>It tells </a:t>
            </a:r>
            <a:r>
              <a:rPr lang="en-US" sz="2400" dirty="0" err="1"/>
              <a:t>FastAPI</a:t>
            </a:r>
            <a:r>
              <a:rPr lang="en-US" sz="2400" dirty="0"/>
              <a:t>:</a:t>
            </a:r>
            <a:br>
              <a:rPr lang="en-US" sz="2400" dirty="0"/>
            </a:br>
            <a:r>
              <a:rPr lang="en-US" sz="2400" dirty="0"/>
              <a:t>“</a:t>
            </a:r>
            <a:r>
              <a:rPr lang="en-US" sz="2400" b="1" dirty="0"/>
              <a:t>Before running </a:t>
            </a:r>
            <a:r>
              <a:rPr lang="en-US" sz="2400" dirty="0"/>
              <a:t>the </a:t>
            </a:r>
            <a:r>
              <a:rPr lang="en-US" sz="2400" b="1" dirty="0" err="1">
                <a:solidFill>
                  <a:srgbClr val="C00000"/>
                </a:solidFill>
              </a:rPr>
              <a:t>health_check</a:t>
            </a:r>
            <a:r>
              <a:rPr lang="en-US" sz="2400" b="1" dirty="0">
                <a:solidFill>
                  <a:srgbClr val="C00000"/>
                </a:solidFill>
              </a:rPr>
              <a:t>()</a:t>
            </a:r>
            <a:r>
              <a:rPr lang="en-US" sz="2800" b="1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endpoint, call </a:t>
            </a:r>
            <a:r>
              <a:rPr lang="en-US" sz="2400" b="1" dirty="0" err="1">
                <a:solidFill>
                  <a:srgbClr val="C00000"/>
                </a:solidFill>
              </a:rPr>
              <a:t>health_dependency</a:t>
            </a:r>
            <a:r>
              <a:rPr lang="en-US" sz="2400" b="1" dirty="0">
                <a:solidFill>
                  <a:srgbClr val="C00000"/>
                </a:solidFill>
              </a:rPr>
              <a:t>()</a:t>
            </a:r>
            <a:r>
              <a:rPr lang="en-US" sz="2800" b="1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and pass its return value as the argument </a:t>
            </a:r>
            <a:r>
              <a:rPr lang="en-US" sz="2400" b="1" dirty="0">
                <a:solidFill>
                  <a:srgbClr val="C00000"/>
                </a:solidFill>
              </a:rPr>
              <a:t>commons</a:t>
            </a:r>
            <a:r>
              <a:rPr lang="en-US" sz="2400" dirty="0"/>
              <a:t>.”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400" b="1" dirty="0"/>
              <a:t>2. How </a:t>
            </a:r>
            <a:r>
              <a:rPr lang="en-US" sz="2400" b="1" dirty="0" err="1"/>
              <a:t>FastAPI</a:t>
            </a:r>
            <a:r>
              <a:rPr lang="en-US" sz="2400" b="1" dirty="0"/>
              <a:t> passes parameters (name, age)</a:t>
            </a:r>
          </a:p>
          <a:p>
            <a:r>
              <a:rPr lang="en-US" sz="2400" dirty="0" err="1"/>
              <a:t>FastAPI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automatically</a:t>
            </a:r>
            <a:r>
              <a:rPr lang="en-US" sz="2400" dirty="0"/>
              <a:t> looks for parameters of the dependency function (name and age) in the </a:t>
            </a:r>
            <a:r>
              <a:rPr lang="en-US" sz="2400" b="1" dirty="0"/>
              <a:t>HTTP request</a:t>
            </a:r>
            <a:r>
              <a:rPr lang="en-US" sz="2400" dirty="0"/>
              <a:t>:</a:t>
            </a:r>
          </a:p>
          <a:p>
            <a:pPr lvl="1"/>
            <a:r>
              <a:rPr lang="en-US" sz="2000" b="1" dirty="0"/>
              <a:t>Query parameters</a:t>
            </a:r>
            <a:r>
              <a:rPr lang="en-US" sz="2000" dirty="0"/>
              <a:t> (e.g., /</a:t>
            </a:r>
            <a:r>
              <a:rPr lang="en-US" sz="2000" dirty="0" err="1"/>
              <a:t>health?name</a:t>
            </a:r>
            <a:r>
              <a:rPr lang="en-US" sz="2000" dirty="0"/>
              <a:t>=</a:t>
            </a:r>
            <a:r>
              <a:rPr lang="en-US" sz="2000" dirty="0" err="1"/>
              <a:t>Pramod&amp;age</a:t>
            </a:r>
            <a:r>
              <a:rPr lang="en-US" sz="2000" dirty="0"/>
              <a:t>=25)</a:t>
            </a:r>
          </a:p>
          <a:p>
            <a:pPr lvl="1"/>
            <a:r>
              <a:rPr lang="en-US" sz="2000" b="1" dirty="0"/>
              <a:t>Form data</a:t>
            </a:r>
            <a:endParaRPr lang="en-US" sz="2000" dirty="0"/>
          </a:p>
          <a:p>
            <a:pPr lvl="1"/>
            <a:r>
              <a:rPr lang="en-US" sz="2000" b="1" dirty="0"/>
              <a:t>Headers</a:t>
            </a:r>
            <a:endParaRPr lang="en-US" sz="2000" dirty="0"/>
          </a:p>
          <a:p>
            <a:pPr lvl="1"/>
            <a:r>
              <a:rPr lang="en-US" sz="2000" b="1" dirty="0"/>
              <a:t>Path parameters</a:t>
            </a:r>
            <a:endParaRPr lang="en-US" sz="2000" dirty="0"/>
          </a:p>
          <a:p>
            <a:r>
              <a:rPr lang="en-US" sz="2400" dirty="0"/>
              <a:t>If it finds them, it passes them in.</a:t>
            </a:r>
          </a:p>
          <a:p>
            <a:r>
              <a:rPr lang="en-US" sz="2400" dirty="0"/>
              <a:t>If not, it uses their </a:t>
            </a:r>
            <a:r>
              <a:rPr lang="en-US" sz="2400" b="1" dirty="0"/>
              <a:t>default values</a:t>
            </a:r>
            <a:r>
              <a:rPr lang="en-US" sz="2400" dirty="0"/>
              <a:t> (None here).</a:t>
            </a:r>
          </a:p>
          <a:p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151755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E210C-09CE-B6D0-8633-ECF10B5AE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827B3-07A6-EF3F-7D9B-FF00AEEB4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 2: Using Multiple Dependencies</a:t>
            </a:r>
            <a:endParaRPr lang="en-I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0AA1F4-AA37-D412-E86C-942DFE6B6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1812695"/>
            <a:ext cx="11299371" cy="323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8013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8761D-32EB-C81F-92C1-F0370BB4F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18AB6-1057-4A90-98A6-189364E9A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Endpoint: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1444B6-7E8C-1280-AE79-4C8517B91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143" y="1343285"/>
            <a:ext cx="9285714" cy="41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6162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7A741-BD91-9E39-3977-7D05B2B37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85EA4-B4B5-CF44-7889-0C522E9BF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 3: Class as a Dependency</a:t>
            </a:r>
          </a:p>
          <a:p>
            <a:r>
              <a:rPr lang="en-US" sz="2400" dirty="0"/>
              <a:t>We can also make dependencies </a:t>
            </a:r>
            <a:r>
              <a:rPr lang="en-US" sz="2400" b="1" dirty="0"/>
              <a:t>classes</a:t>
            </a:r>
            <a:r>
              <a:rPr lang="en-US" sz="2400" dirty="0"/>
              <a:t> — very useful for stateful or structured logic.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ADDEBE-66B0-6531-2652-F2AD01497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64" y="2099582"/>
            <a:ext cx="10831286" cy="406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1221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67CAB-AE42-5948-CB75-F2B68B9CD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59336-0695-7311-88FA-940BF6424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688861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Here:</a:t>
            </a:r>
          </a:p>
          <a:p>
            <a:r>
              <a:rPr lang="en-US" sz="2800" dirty="0" err="1"/>
              <a:t>FastAPI</a:t>
            </a:r>
            <a:r>
              <a:rPr lang="en-US" sz="2800" dirty="0"/>
              <a:t> automatically:</a:t>
            </a:r>
          </a:p>
          <a:p>
            <a:pPr lvl="1"/>
            <a:r>
              <a:rPr lang="en-US" sz="2800" dirty="0"/>
              <a:t>Instantiates </a:t>
            </a:r>
            <a:r>
              <a:rPr lang="en-US" sz="2400" dirty="0"/>
              <a:t>CommonQueryParams</a:t>
            </a:r>
            <a:endParaRPr lang="en-US" sz="2800" dirty="0"/>
          </a:p>
          <a:p>
            <a:pPr lvl="1"/>
            <a:r>
              <a:rPr lang="en-US" sz="2800" dirty="0"/>
              <a:t>Extracts query params from the request</a:t>
            </a:r>
          </a:p>
          <a:p>
            <a:pPr lvl="1"/>
            <a:r>
              <a:rPr lang="en-US" sz="2800" dirty="0"/>
              <a:t>Injects the instance into your route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23515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26981-E6C1-FF15-497A-47B0DC8B3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necting FastAPI to a Database with SQLModel">
            <a:extLst>
              <a:ext uri="{FF2B5EF4-FFF2-40B4-BE49-F238E27FC236}">
                <a16:creationId xmlns:a16="http://schemas.microsoft.com/office/drawing/2014/main" id="{F581DCC5-6A64-8FC8-35F6-9DD8C8F6F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0"/>
            <a:ext cx="10123714" cy="6749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43175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C2DE8-FC8E-26B0-88A4-0FD4542AF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703F5-B8B6-7BA8-B68E-22FFFBCF4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9601D0F-58B5-676D-9A15-6B1F2A3F9304}"/>
              </a:ext>
            </a:extLst>
          </p:cNvPr>
          <p:cNvGrpSpPr/>
          <p:nvPr/>
        </p:nvGrpSpPr>
        <p:grpSpPr>
          <a:xfrm>
            <a:off x="0" y="-109629"/>
            <a:ext cx="12213590" cy="6967630"/>
            <a:chOff x="0" y="-109629"/>
            <a:chExt cx="12213590" cy="6967630"/>
          </a:xfrm>
        </p:grpSpPr>
        <p:pic>
          <p:nvPicPr>
            <p:cNvPr id="1026" name="Picture 2" descr="Deploying with Python + FastAPI + Postgres | by Ali Akram | Medium">
              <a:extLst>
                <a:ext uri="{FF2B5EF4-FFF2-40B4-BE49-F238E27FC236}">
                  <a16:creationId xmlns:a16="http://schemas.microsoft.com/office/drawing/2014/main" id="{A4B8EA69-61EC-BD90-5B1D-2266953481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032"/>
            <a:stretch>
              <a:fillRect/>
            </a:stretch>
          </p:blipFill>
          <p:spPr bwMode="auto">
            <a:xfrm>
              <a:off x="777240" y="0"/>
              <a:ext cx="10659110" cy="6828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7966D3B-8D55-5AA0-4C04-E4073BB8B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-1"/>
              <a:ext cx="777240" cy="685800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CD3631C-A2F6-485B-9830-1404F9360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36350" y="-109629"/>
              <a:ext cx="777240" cy="69676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735092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504F8-C59B-25C0-483E-8E358855F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A68B0-5C24-F615-D4FC-1FBD05838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1037"/>
            <a:ext cx="10659110" cy="54959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PostgreSQL:</a:t>
            </a:r>
          </a:p>
          <a:p>
            <a:r>
              <a:rPr lang="en-US" sz="2400" dirty="0"/>
              <a:t>PostgreSQL (often called </a:t>
            </a:r>
            <a:r>
              <a:rPr lang="en-US" sz="2400" b="1" dirty="0"/>
              <a:t>Postgres</a:t>
            </a:r>
            <a:r>
              <a:rPr lang="en-US" sz="2400" dirty="0"/>
              <a:t>) is an </a:t>
            </a:r>
            <a:r>
              <a:rPr lang="en-US" sz="2400" b="1" dirty="0"/>
              <a:t>open-source, powerful, and advanced relational database management system (RDBMS)</a:t>
            </a:r>
            <a:r>
              <a:rPr lang="en-US" sz="2400" dirty="0"/>
              <a:t>. It is used to </a:t>
            </a:r>
            <a:r>
              <a:rPr lang="en-US" sz="2400" b="1" dirty="0"/>
              <a:t>store, organize, and retrieve structured data</a:t>
            </a:r>
            <a:r>
              <a:rPr lang="en-US" sz="2400" dirty="0"/>
              <a:t> efficiently and reliably.</a:t>
            </a:r>
          </a:p>
          <a:p>
            <a:r>
              <a:rPr lang="en-US" sz="2400" dirty="0"/>
              <a:t>It stores data in </a:t>
            </a:r>
            <a:r>
              <a:rPr lang="en-US" sz="2400" b="1" dirty="0"/>
              <a:t>tables</a:t>
            </a:r>
            <a:r>
              <a:rPr lang="en-US" sz="2400" dirty="0"/>
              <a:t> (rows and columns) and supports </a:t>
            </a:r>
            <a:r>
              <a:rPr lang="en-US" sz="2400" b="1" dirty="0"/>
              <a:t>SQL</a:t>
            </a:r>
            <a:r>
              <a:rPr lang="en-US" sz="2400" dirty="0"/>
              <a:t> for queries.</a:t>
            </a:r>
          </a:p>
          <a:p>
            <a:r>
              <a:rPr lang="en-US" sz="2400" b="1" dirty="0"/>
              <a:t>PostgreSQL</a:t>
            </a:r>
            <a:r>
              <a:rPr lang="en-US" sz="2400" dirty="0"/>
              <a:t> is an </a:t>
            </a:r>
            <a:r>
              <a:rPr lang="en-US" sz="2400" b="1" dirty="0"/>
              <a:t>object-relational database management system (ORDBMS)</a:t>
            </a:r>
            <a:r>
              <a:rPr lang="en-US" sz="2400" dirty="0"/>
              <a:t> that uses </a:t>
            </a:r>
            <a:r>
              <a:rPr lang="en-US" sz="2400" b="1" dirty="0"/>
              <a:t>SQL</a:t>
            </a:r>
            <a:r>
              <a:rPr lang="en-US" sz="2400" dirty="0"/>
              <a:t> (Structured Query Language) for defining and manipulating data.</a:t>
            </a:r>
          </a:p>
          <a:p>
            <a:r>
              <a:rPr lang="en-IN" sz="2400" b="1" dirty="0"/>
              <a:t>Key Features of PostgreSQL: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Open Source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Cross-platform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ACID Compliant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Strong Security</a:t>
            </a:r>
          </a:p>
        </p:txBody>
      </p:sp>
      <p:pic>
        <p:nvPicPr>
          <p:cNvPr id="3074" name="Picture 2" descr="PostgreSQL - Wikipedia">
            <a:extLst>
              <a:ext uri="{FF2B5EF4-FFF2-40B4-BE49-F238E27FC236}">
                <a16:creationId xmlns:a16="http://schemas.microsoft.com/office/drawing/2014/main" id="{23DB1387-FE1B-A757-97F1-2CCA1CABF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4745" y="4005263"/>
            <a:ext cx="2105025" cy="21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36496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7FBF6-D802-59E4-64DE-184A9FC55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15C9-DAF0-3253-6761-470972183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Example: </a:t>
            </a:r>
            <a:r>
              <a:rPr lang="en-US" sz="2400" dirty="0"/>
              <a:t>Basic SQL in PostgreSQL (CRUD)</a:t>
            </a:r>
          </a:p>
          <a:p>
            <a:pPr marL="0" indent="0">
              <a:buNone/>
            </a:pPr>
            <a:r>
              <a:rPr lang="en-US" sz="2400" b="1" dirty="0"/>
              <a:t>1. CREATE TABLE: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540E61-41BD-C529-F3F5-E658F2D959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73"/>
          <a:stretch>
            <a:fillRect/>
          </a:stretch>
        </p:blipFill>
        <p:spPr>
          <a:xfrm>
            <a:off x="2214952" y="2046514"/>
            <a:ext cx="4991391" cy="340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0136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BE6B4-EE2D-F954-0859-3238092E5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63A9C-41D5-DC27-AE5E-66517C1A8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2. INSERT:</a:t>
            </a:r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r>
              <a:rPr lang="en-IN" sz="2400" b="1" dirty="0"/>
              <a:t>3. SELECT</a:t>
            </a:r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r>
              <a:rPr lang="en-IN" sz="2400" b="1" dirty="0"/>
              <a:t>4. UPDATE</a:t>
            </a:r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r>
              <a:rPr lang="en-IN" sz="2400" b="1" dirty="0"/>
              <a:t>5. DELETE: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C5F61-40DF-DA69-510B-E4FE5542F0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03" r="17581" b="69284"/>
          <a:stretch>
            <a:fillRect/>
          </a:stretch>
        </p:blipFill>
        <p:spPr>
          <a:xfrm>
            <a:off x="2582011" y="696686"/>
            <a:ext cx="7767933" cy="1091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6F1722-8529-ED38-B75B-7CB4EF90B1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000" r="17581" b="35274"/>
          <a:stretch>
            <a:fillRect/>
          </a:stretch>
        </p:blipFill>
        <p:spPr>
          <a:xfrm>
            <a:off x="2582011" y="2325574"/>
            <a:ext cx="7767933" cy="7333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A57875-2B92-4E86-8275-FA43CAAE94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081" b="5746"/>
          <a:stretch>
            <a:fillRect/>
          </a:stretch>
        </p:blipFill>
        <p:spPr>
          <a:xfrm>
            <a:off x="2582011" y="3799115"/>
            <a:ext cx="9424934" cy="6061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CE381B-CEAD-7E87-2F8C-5311F69EE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011" y="5267420"/>
            <a:ext cx="6407790" cy="74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6051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03728-60B9-F537-3F39-63222D969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8DA18-9AFF-9C1F-AC4C-635150174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600" b="1" dirty="0" err="1"/>
              <a:t>FastAPI</a:t>
            </a:r>
            <a:r>
              <a:rPr lang="en-IN" sz="2600" b="1" dirty="0"/>
              <a:t> + PostgreSQL Integration:</a:t>
            </a:r>
          </a:p>
          <a:p>
            <a:pPr marL="0" indent="0">
              <a:buNone/>
            </a:pPr>
            <a:r>
              <a:rPr lang="en-US" sz="2400" b="1" dirty="0"/>
              <a:t>Why Do We Need a Real Database?</a:t>
            </a:r>
          </a:p>
          <a:p>
            <a:pPr marL="0" indent="0">
              <a:buNone/>
            </a:pPr>
            <a:r>
              <a:rPr lang="en-US" sz="2600" dirty="0"/>
              <a:t>When we use an </a:t>
            </a:r>
            <a:r>
              <a:rPr lang="en-US" sz="2600" b="1" dirty="0">
                <a:solidFill>
                  <a:srgbClr val="C00000"/>
                </a:solidFill>
              </a:rPr>
              <a:t>in-memory</a:t>
            </a:r>
            <a:r>
              <a:rPr lang="en-US" sz="2600" b="1" dirty="0"/>
              <a:t> list or dictionary</a:t>
            </a:r>
            <a:r>
              <a:rPr lang="en-US" sz="2600" dirty="0"/>
              <a:t>:</a:t>
            </a:r>
          </a:p>
          <a:p>
            <a:pPr lvl="1"/>
            <a:r>
              <a:rPr lang="en-US" sz="2600" dirty="0"/>
              <a:t>Data disappears when the app restarts.</a:t>
            </a:r>
          </a:p>
          <a:p>
            <a:pPr lvl="1"/>
            <a:r>
              <a:rPr lang="en-US" sz="2600" dirty="0"/>
              <a:t>Concurrency (multiple users) isn’t handled.</a:t>
            </a:r>
          </a:p>
          <a:p>
            <a:pPr lvl="1"/>
            <a:r>
              <a:rPr lang="en-US" sz="2600" dirty="0"/>
              <a:t>No query optimization or indexing.</a:t>
            </a:r>
          </a:p>
          <a:p>
            <a:pPr lvl="1"/>
            <a:r>
              <a:rPr lang="en-US" sz="2600" dirty="0"/>
              <a:t>No relationship between data.</a:t>
            </a:r>
          </a:p>
          <a:p>
            <a:r>
              <a:rPr lang="en-US" sz="2400" dirty="0"/>
              <a:t>👉 To make the data </a:t>
            </a:r>
            <a:r>
              <a:rPr lang="en-US" sz="2400" b="1" dirty="0"/>
              <a:t>persistent, reliable, and scalable</a:t>
            </a:r>
            <a:r>
              <a:rPr lang="en-US" sz="2400" dirty="0"/>
              <a:t>, we need a </a:t>
            </a:r>
            <a:r>
              <a:rPr lang="en-US" sz="2400" b="1" dirty="0"/>
              <a:t>database system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600" b="1" dirty="0"/>
              <a:t>PostgreSQL</a:t>
            </a:r>
            <a:r>
              <a:rPr lang="en-US" sz="2400" dirty="0"/>
              <a:t> is ideal because it’s:</a:t>
            </a:r>
          </a:p>
          <a:p>
            <a:r>
              <a:rPr lang="en-US" sz="2400" dirty="0"/>
              <a:t>Open-source</a:t>
            </a:r>
          </a:p>
          <a:p>
            <a:r>
              <a:rPr lang="en-US" sz="2400" b="1" dirty="0"/>
              <a:t>SQL-compliant</a:t>
            </a:r>
          </a:p>
          <a:p>
            <a:r>
              <a:rPr lang="en-US" sz="2400" dirty="0"/>
              <a:t>Highly reliable</a:t>
            </a:r>
          </a:p>
          <a:p>
            <a:r>
              <a:rPr lang="en-US" sz="2400" dirty="0"/>
              <a:t>Works well with </a:t>
            </a:r>
            <a:r>
              <a:rPr lang="en-US" sz="2400" b="1" dirty="0" err="1">
                <a:solidFill>
                  <a:srgbClr val="C00000"/>
                </a:solidFill>
              </a:rPr>
              <a:t>FastAPI</a:t>
            </a:r>
            <a:r>
              <a:rPr lang="en-US" sz="2400" dirty="0"/>
              <a:t> and </a:t>
            </a:r>
            <a:r>
              <a:rPr lang="en-US" sz="2400" b="1" dirty="0" err="1">
                <a:solidFill>
                  <a:srgbClr val="C00000"/>
                </a:solidFill>
              </a:rPr>
              <a:t>SQLAlchemy</a:t>
            </a:r>
            <a:endParaRPr lang="en-IN" sz="24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122682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43719-3788-2719-8DDE-A57C6D07C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14B21-6322-A82C-BD09-4093DCB77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688861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What is </a:t>
            </a:r>
            <a:r>
              <a:rPr lang="en-US" sz="2800" b="1" dirty="0" err="1">
                <a:solidFill>
                  <a:srgbClr val="C00000"/>
                </a:solidFill>
              </a:rPr>
              <a:t>SQLAlchemy</a:t>
            </a:r>
            <a:r>
              <a:rPr lang="en-US" sz="2800" b="1" dirty="0">
                <a:solidFill>
                  <a:srgbClr val="C00000"/>
                </a:solidFill>
              </a:rPr>
              <a:t>?</a:t>
            </a:r>
            <a:endParaRPr lang="en-IN" sz="2800" b="1" dirty="0"/>
          </a:p>
          <a:p>
            <a:pPr marL="0" indent="0">
              <a:buNone/>
            </a:pPr>
            <a:r>
              <a:rPr lang="en-US" sz="2400" b="1" dirty="0" err="1"/>
              <a:t>SQLAlchemy</a:t>
            </a:r>
            <a:r>
              <a:rPr lang="en-US" sz="2400" dirty="0"/>
              <a:t> a </a:t>
            </a:r>
            <a:r>
              <a:rPr lang="en-US" sz="2400" b="1" dirty="0">
                <a:solidFill>
                  <a:srgbClr val="C00000"/>
                </a:solidFill>
              </a:rPr>
              <a:t>Python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library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C00000"/>
                </a:solidFill>
              </a:rPr>
              <a:t>ORM</a:t>
            </a:r>
            <a:r>
              <a:rPr lang="en-US" sz="2400" dirty="0"/>
              <a:t> that helps you </a:t>
            </a:r>
            <a:r>
              <a:rPr lang="en-US" sz="2400" b="1" dirty="0"/>
              <a:t>interact with relational databases (like PostgreSQL)</a:t>
            </a:r>
            <a:r>
              <a:rPr lang="en-US" sz="2400" dirty="0"/>
              <a:t> using </a:t>
            </a:r>
            <a:r>
              <a:rPr lang="en-US" sz="2400" b="1" dirty="0"/>
              <a:t>Python classes and objects</a:t>
            </a:r>
            <a:r>
              <a:rPr lang="en-US" sz="2400" dirty="0"/>
              <a:t>, instead of writing </a:t>
            </a:r>
            <a:r>
              <a:rPr lang="en-US" sz="2400" b="1" dirty="0"/>
              <a:t>raw SQL queries</a:t>
            </a:r>
            <a:r>
              <a:rPr lang="en-US" sz="2400" dirty="0"/>
              <a:t>.</a:t>
            </a:r>
            <a:endParaRPr lang="en-IN" sz="2400" dirty="0"/>
          </a:p>
          <a:p>
            <a:endParaRPr lang="en-IN" sz="2400" b="1" dirty="0"/>
          </a:p>
          <a:p>
            <a:pPr marL="0" indent="0">
              <a:buNone/>
            </a:pPr>
            <a:r>
              <a:rPr lang="en-US" sz="2400" b="1" dirty="0"/>
              <a:t>Simple Analogy</a:t>
            </a:r>
          </a:p>
          <a:p>
            <a:r>
              <a:rPr lang="en-US" sz="2400" b="1" dirty="0"/>
              <a:t>Without ORM: </a:t>
            </a:r>
            <a:r>
              <a:rPr lang="en-US" sz="2400" dirty="0"/>
              <a:t>We speak to the database in </a:t>
            </a:r>
            <a:r>
              <a:rPr lang="en-US" sz="2400" b="1" dirty="0">
                <a:solidFill>
                  <a:srgbClr val="C00000"/>
                </a:solidFill>
              </a:rPr>
              <a:t>SQL</a:t>
            </a:r>
            <a:r>
              <a:rPr lang="en-US" sz="2400" dirty="0"/>
              <a:t>.</a:t>
            </a:r>
          </a:p>
          <a:p>
            <a:r>
              <a:rPr lang="en-US" sz="2400" b="1" dirty="0"/>
              <a:t>With ORM: </a:t>
            </a:r>
            <a:r>
              <a:rPr lang="en-US" sz="2400" dirty="0"/>
              <a:t>We speak to the database in Python — and </a:t>
            </a:r>
            <a:r>
              <a:rPr lang="en-US" sz="2400" dirty="0" err="1"/>
              <a:t>SQLAlchemy</a:t>
            </a:r>
            <a:r>
              <a:rPr lang="en-US" sz="2400" dirty="0"/>
              <a:t> translates it to SQL for you.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098" name="Picture 2" descr="What is SQLAlchemy?. An intro to ORM and SQLAlchemy. | by Priya Srivastava  | Medium">
            <a:extLst>
              <a:ext uri="{FF2B5EF4-FFF2-40B4-BE49-F238E27FC236}">
                <a16:creationId xmlns:a16="http://schemas.microsoft.com/office/drawing/2014/main" id="{55E09A31-F14C-44ED-B1A6-48F50165A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3430" y="2013857"/>
            <a:ext cx="3810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08560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5EEDC-E608-CE21-0CDD-56BBD1C5F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D1488-AAC8-CA94-3CED-A347136BE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Why ORM?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F9CE034-CEC3-74EB-B561-CCC7056A7B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450590"/>
              </p:ext>
            </p:extLst>
          </p:nvPr>
        </p:nvGraphicFramePr>
        <p:xfrm>
          <a:off x="1001485" y="1420532"/>
          <a:ext cx="10413275" cy="4032583"/>
        </p:xfrm>
        <a:graphic>
          <a:graphicData uri="http://schemas.openxmlformats.org/drawingml/2006/table">
            <a:tbl>
              <a:tblPr/>
              <a:tblGrid>
                <a:gridCol w="5514716">
                  <a:extLst>
                    <a:ext uri="{9D8B030D-6E8A-4147-A177-3AD203B41FA5}">
                      <a16:colId xmlns:a16="http://schemas.microsoft.com/office/drawing/2014/main" val="3053410812"/>
                    </a:ext>
                  </a:extLst>
                </a:gridCol>
                <a:gridCol w="4898559">
                  <a:extLst>
                    <a:ext uri="{9D8B030D-6E8A-4147-A177-3AD203B41FA5}">
                      <a16:colId xmlns:a16="http://schemas.microsoft.com/office/drawing/2014/main" val="3262588247"/>
                    </a:ext>
                  </a:extLst>
                </a:gridCol>
              </a:tblGrid>
              <a:tr h="746541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>
                          <a:effectLst/>
                          <a:latin typeface="Aptos" panose="020B0004020202020204" pitchFamily="34" charset="0"/>
                        </a:rPr>
                        <a:t>Traditional SQL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  <a:latin typeface="Aptos" panose="020B0004020202020204" pitchFamily="34" charset="0"/>
                        </a:rPr>
                        <a:t>ORM (</a:t>
                      </a:r>
                      <a:r>
                        <a:rPr lang="en-IN" sz="2400" b="1" dirty="0" err="1">
                          <a:effectLst/>
                          <a:latin typeface="Aptos" panose="020B0004020202020204" pitchFamily="34" charset="0"/>
                        </a:rPr>
                        <a:t>SQLAlchemy</a:t>
                      </a:r>
                      <a:r>
                        <a:rPr lang="en-IN" sz="2400" b="1" dirty="0">
                          <a:effectLst/>
                          <a:latin typeface="Aptos" panose="020B0004020202020204" pitchFamily="34" charset="0"/>
                        </a:rPr>
                        <a:t>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297317"/>
                  </a:ext>
                </a:extLst>
              </a:tr>
              <a:tr h="1226461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You </a:t>
                      </a:r>
                      <a:r>
                        <a:rPr lang="en-IN" sz="2400" b="1" dirty="0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</a:rPr>
                        <a:t>manually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 write INSERT, SELECT, UPDATE queries.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You create, read, and update </a:t>
                      </a:r>
                      <a:r>
                        <a:rPr lang="en-IN" sz="2400" b="1" dirty="0">
                          <a:effectLst/>
                          <a:latin typeface="Aptos" panose="020B0004020202020204" pitchFamily="34" charset="0"/>
                        </a:rPr>
                        <a:t>Python objects.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637443"/>
                  </a:ext>
                </a:extLst>
              </a:tr>
              <a:tr h="1226461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You need to manage table joins, schema changes, and SQL syntax.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ORM handles relationships, joins, and schema automatically.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368584"/>
                  </a:ext>
                </a:extLst>
              </a:tr>
              <a:tr h="746541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>
                          <a:effectLst/>
                          <a:latin typeface="Aptos" panose="020B0004020202020204" pitchFamily="34" charset="0"/>
                        </a:rPr>
                        <a:t>Harder to maintain large applications.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Easier, cleaner, and </a:t>
                      </a:r>
                      <a:r>
                        <a:rPr lang="en-IN" sz="2400" b="1" dirty="0">
                          <a:effectLst/>
                          <a:latin typeface="Aptos" panose="020B0004020202020204" pitchFamily="34" charset="0"/>
                        </a:rPr>
                        <a:t>object-oriented</a:t>
                      </a: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95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80239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7DDE4-3423-DB29-F272-768580047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1F599-617A-8661-24F8-C8DC9394C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SQLAlchemy</a:t>
            </a:r>
            <a:r>
              <a:rPr lang="en-US" sz="2400" b="1" dirty="0"/>
              <a:t> Layers:</a:t>
            </a:r>
          </a:p>
          <a:p>
            <a:pPr marL="0" indent="0">
              <a:buNone/>
            </a:pPr>
            <a:r>
              <a:rPr lang="en-US" sz="2400" dirty="0" err="1"/>
              <a:t>SQLAlchemy</a:t>
            </a:r>
            <a:r>
              <a:rPr lang="en-US" sz="2400" dirty="0"/>
              <a:t> has </a:t>
            </a:r>
            <a:r>
              <a:rPr lang="en-US" sz="2400" b="1" dirty="0"/>
              <a:t>two main parts</a:t>
            </a:r>
            <a:r>
              <a:rPr lang="en-US" sz="2400" dirty="0"/>
              <a:t>:</a:t>
            </a:r>
          </a:p>
          <a:p>
            <a:pPr lvl="1"/>
            <a:r>
              <a:rPr lang="en-US" sz="2400" b="1" dirty="0"/>
              <a:t>Core (Low-level)</a:t>
            </a:r>
            <a:r>
              <a:rPr lang="en-US" sz="2400" dirty="0"/>
              <a:t> — lets you write SQL-like statements in Python.</a:t>
            </a:r>
          </a:p>
          <a:p>
            <a:pPr lvl="1"/>
            <a:r>
              <a:rPr lang="en-US" sz="2400" b="1" dirty="0"/>
              <a:t>ORM (High-level)</a:t>
            </a:r>
            <a:r>
              <a:rPr lang="en-US" sz="2400" dirty="0"/>
              <a:t> — maps </a:t>
            </a:r>
            <a:r>
              <a:rPr lang="en-US" sz="2400" b="1" dirty="0"/>
              <a:t>Python classes → database tables</a:t>
            </a:r>
            <a:r>
              <a:rPr lang="en-US" sz="2400" dirty="0"/>
              <a:t>.</a:t>
            </a:r>
          </a:p>
          <a:p>
            <a:r>
              <a:rPr lang="en-US" sz="2400" dirty="0"/>
              <a:t>In </a:t>
            </a:r>
            <a:r>
              <a:rPr lang="en-US" sz="2400" dirty="0" err="1"/>
              <a:t>FastAPI</a:t>
            </a:r>
            <a:r>
              <a:rPr lang="en-US" sz="2400" dirty="0"/>
              <a:t> projects, we usually use the </a:t>
            </a:r>
            <a:r>
              <a:rPr lang="en-US" sz="2400" b="1" dirty="0"/>
              <a:t>ORM layer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735304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27F45-8D67-8EEE-3968-340C71BD6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75E1D-1CE5-1261-20F2-DE4C478C4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Key ORM Concepts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F705E1-5BC1-64F6-0431-772B4BBBA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776160"/>
              </p:ext>
            </p:extLst>
          </p:nvPr>
        </p:nvGraphicFramePr>
        <p:xfrm>
          <a:off x="952879" y="1381465"/>
          <a:ext cx="10074350" cy="4377078"/>
        </p:xfrm>
        <a:graphic>
          <a:graphicData uri="http://schemas.openxmlformats.org/drawingml/2006/table">
            <a:tbl>
              <a:tblPr/>
              <a:tblGrid>
                <a:gridCol w="2174522">
                  <a:extLst>
                    <a:ext uri="{9D8B030D-6E8A-4147-A177-3AD203B41FA5}">
                      <a16:colId xmlns:a16="http://schemas.microsoft.com/office/drawing/2014/main" val="1249837850"/>
                    </a:ext>
                  </a:extLst>
                </a:gridCol>
                <a:gridCol w="7899828">
                  <a:extLst>
                    <a:ext uri="{9D8B030D-6E8A-4147-A177-3AD203B41FA5}">
                      <a16:colId xmlns:a16="http://schemas.microsoft.com/office/drawing/2014/main" val="2024694225"/>
                    </a:ext>
                  </a:extLst>
                </a:gridCol>
              </a:tblGrid>
              <a:tr h="490233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>
                          <a:effectLst/>
                          <a:latin typeface="Aptos" panose="020B0004020202020204" pitchFamily="34" charset="0"/>
                        </a:rPr>
                        <a:t>Concept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 dirty="0">
                          <a:effectLst/>
                          <a:latin typeface="Aptos" panose="020B0004020202020204" pitchFamily="34" charset="0"/>
                        </a:rPr>
                        <a:t>Description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218412"/>
                  </a:ext>
                </a:extLst>
              </a:tr>
              <a:tr h="805382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 dirty="0">
                          <a:effectLst/>
                          <a:latin typeface="Aptos" panose="020B0004020202020204" pitchFamily="34" charset="0"/>
                        </a:rPr>
                        <a:t>Engine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 dirty="0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</a:rPr>
                        <a:t>Connects</a:t>
                      </a: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IN" sz="2000" dirty="0" err="1">
                          <a:effectLst/>
                          <a:latin typeface="Aptos" panose="020B0004020202020204" pitchFamily="34" charset="0"/>
                        </a:rPr>
                        <a:t>SQLAlchemy</a:t>
                      </a: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 to your actual database (PostgreSQL, SQLite, etc.)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7986150"/>
                  </a:ext>
                </a:extLst>
              </a:tr>
              <a:tr h="805382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>
                          <a:effectLst/>
                          <a:latin typeface="Aptos" panose="020B0004020202020204" pitchFamily="34" charset="0"/>
                        </a:rPr>
                        <a:t>Session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Temporary </a:t>
                      </a:r>
                      <a:r>
                        <a:rPr lang="en-IN" sz="2000" b="1" dirty="0">
                          <a:effectLst/>
                          <a:latin typeface="Aptos" panose="020B0004020202020204" pitchFamily="34" charset="0"/>
                        </a:rPr>
                        <a:t>workspace for talking to the database</a:t>
                      </a: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 (like a browser session).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317901"/>
                  </a:ext>
                </a:extLst>
              </a:tr>
              <a:tr h="490233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>
                          <a:effectLst/>
                          <a:latin typeface="Aptos" panose="020B0004020202020204" pitchFamily="34" charset="0"/>
                        </a:rPr>
                        <a:t>Model (Class)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Represents a database </a:t>
                      </a:r>
                      <a:r>
                        <a:rPr lang="en-IN" sz="2000" b="1" dirty="0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</a:rPr>
                        <a:t>table</a:t>
                      </a: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405734"/>
                  </a:ext>
                </a:extLst>
              </a:tr>
              <a:tr h="805382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>
                          <a:effectLst/>
                          <a:latin typeface="Aptos" panose="020B0004020202020204" pitchFamily="34" charset="0"/>
                        </a:rPr>
                        <a:t>Instance (Object)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Represents </a:t>
                      </a:r>
                      <a:r>
                        <a:rPr lang="en-IN" sz="2000" b="1" dirty="0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</a:rPr>
                        <a:t>one row </a:t>
                      </a: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in the table.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763385"/>
                  </a:ext>
                </a:extLst>
              </a:tr>
              <a:tr h="490233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>
                          <a:effectLst/>
                          <a:latin typeface="Aptos" panose="020B0004020202020204" pitchFamily="34" charset="0"/>
                        </a:rPr>
                        <a:t>Base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Common class that </a:t>
                      </a:r>
                      <a:r>
                        <a:rPr lang="en-IN" sz="2000" b="1" dirty="0">
                          <a:effectLst/>
                          <a:latin typeface="Aptos" panose="020B0004020202020204" pitchFamily="34" charset="0"/>
                        </a:rPr>
                        <a:t>all</a:t>
                      </a: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IN" sz="2000" b="1" dirty="0">
                          <a:effectLst/>
                          <a:latin typeface="Aptos" panose="020B0004020202020204" pitchFamily="34" charset="0"/>
                        </a:rPr>
                        <a:t>ORM models </a:t>
                      </a:r>
                      <a:r>
                        <a:rPr lang="en-IN" sz="2000" b="1" dirty="0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</a:rPr>
                        <a:t>inherit</a:t>
                      </a:r>
                      <a:r>
                        <a:rPr lang="en-IN" sz="2000" b="1" dirty="0"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from.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81161"/>
                  </a:ext>
                </a:extLst>
              </a:tr>
              <a:tr h="490233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b="1" dirty="0">
                          <a:effectLst/>
                          <a:latin typeface="Aptos" panose="020B0004020202020204" pitchFamily="34" charset="0"/>
                        </a:rPr>
                        <a:t>Query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A way to fetch or modify data (e.g., </a:t>
                      </a:r>
                      <a:r>
                        <a:rPr lang="en-IN" sz="2000" dirty="0" err="1">
                          <a:effectLst/>
                          <a:latin typeface="Aptos" panose="020B0004020202020204" pitchFamily="34" charset="0"/>
                        </a:rPr>
                        <a:t>session.query</a:t>
                      </a:r>
                      <a:r>
                        <a:rPr lang="en-IN" sz="2000" dirty="0">
                          <a:effectLst/>
                          <a:latin typeface="Aptos" panose="020B0004020202020204" pitchFamily="34" charset="0"/>
                        </a:rPr>
                        <a:t>(User).all()).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866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12846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6FDCD-1054-AD99-1C25-F1B43A7DF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F5EFD-79BA-AE8F-19B2-C71FE0F7C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Example:</a:t>
            </a:r>
          </a:p>
          <a:p>
            <a:pPr marL="457200" indent="-457200">
              <a:buAutoNum type="arabicPeriod"/>
            </a:pPr>
            <a:r>
              <a:rPr lang="en-IN" sz="2400" dirty="0"/>
              <a:t>Step 1: Install the Package:</a:t>
            </a:r>
          </a:p>
          <a:p>
            <a:pPr marL="457200" indent="-457200">
              <a:buAutoNum type="arabicPeriod"/>
            </a:pPr>
            <a:endParaRPr lang="en-IN" sz="2400" dirty="0"/>
          </a:p>
          <a:p>
            <a:pPr marL="457200" indent="-457200">
              <a:buAutoNum type="arabicPeriod"/>
            </a:pPr>
            <a:endParaRPr lang="en-IN" sz="2400" dirty="0"/>
          </a:p>
          <a:p>
            <a:pPr marL="457200" indent="-457200">
              <a:buAutoNum type="arabicPeriod"/>
            </a:pPr>
            <a:endParaRPr lang="en-IN" sz="2400" dirty="0"/>
          </a:p>
          <a:p>
            <a:pPr marL="457200" indent="-457200">
              <a:buAutoNum type="arabicPeriod"/>
            </a:pPr>
            <a:r>
              <a:rPr lang="en-US" sz="2400" dirty="0"/>
              <a:t>Step 2: Create a </a:t>
            </a:r>
            <a:r>
              <a:rPr lang="en-US" dirty="0"/>
              <a:t>database.py</a:t>
            </a:r>
            <a:r>
              <a:rPr lang="en-US" sz="2400" dirty="0"/>
              <a:t> file</a:t>
            </a:r>
          </a:p>
          <a:p>
            <a:r>
              <a:rPr lang="en-US" sz="2400" b="1" dirty="0"/>
              <a:t>Import: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E112C0-4CC9-175A-CF8D-8379C578B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153" y="1925466"/>
            <a:ext cx="7661619" cy="761302"/>
          </a:xfrm>
          <a:prstGeom prst="rect">
            <a:avLst/>
          </a:prstGeom>
        </p:spPr>
      </p:pic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AA01FF40-F1A4-4E34-3F05-5FA4BFBB1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51" y="4376628"/>
            <a:ext cx="11864688" cy="129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1744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60C18-C696-94B6-F58A-0288D0563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F22F7-98A0-3857-5D3D-951DFF4DD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r>
              <a:rPr lang="en-IN" sz="2400" b="1" dirty="0"/>
              <a:t>Connection string</a:t>
            </a:r>
            <a:endParaRPr lang="en-US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r>
              <a:rPr lang="en-US" sz="2400" dirty="0"/>
              <a:t>This line tells </a:t>
            </a:r>
            <a:r>
              <a:rPr lang="en-US" sz="2400" dirty="0" err="1"/>
              <a:t>SQLAlchemy</a:t>
            </a:r>
            <a:r>
              <a:rPr lang="en-US" sz="2400" dirty="0"/>
              <a:t> </a:t>
            </a:r>
            <a:r>
              <a:rPr lang="en-US" sz="2400" b="1" dirty="0"/>
              <a:t>where your database is</a:t>
            </a:r>
            <a:r>
              <a:rPr lang="en-US" sz="2400" dirty="0"/>
              <a:t> and </a:t>
            </a:r>
            <a:r>
              <a:rPr lang="en-US" sz="2400" b="1" dirty="0"/>
              <a:t>how to log in</a:t>
            </a:r>
            <a:r>
              <a:rPr lang="en-US" sz="2400" dirty="0"/>
              <a:t>. Think of this as a </a:t>
            </a:r>
            <a:r>
              <a:rPr lang="en-US" sz="2400" b="1" dirty="0">
                <a:solidFill>
                  <a:srgbClr val="C00000"/>
                </a:solidFill>
              </a:rPr>
              <a:t>home address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for your database — it tells Python exactly where to knock!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IN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021B93-2AC5-3CBC-180E-836971D77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1" y="1336767"/>
            <a:ext cx="10659110" cy="67359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2DB277-3675-6D00-D331-F3937FDDA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84946"/>
              </p:ext>
            </p:extLst>
          </p:nvPr>
        </p:nvGraphicFramePr>
        <p:xfrm>
          <a:off x="1328646" y="3485428"/>
          <a:ext cx="9959840" cy="28282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80068">
                  <a:extLst>
                    <a:ext uri="{9D8B030D-6E8A-4147-A177-3AD203B41FA5}">
                      <a16:colId xmlns:a16="http://schemas.microsoft.com/office/drawing/2014/main" val="3968816264"/>
                    </a:ext>
                  </a:extLst>
                </a:gridCol>
                <a:gridCol w="6879772">
                  <a:extLst>
                    <a:ext uri="{9D8B030D-6E8A-4147-A177-3AD203B41FA5}">
                      <a16:colId xmlns:a16="http://schemas.microsoft.com/office/drawing/2014/main" val="1312788054"/>
                    </a:ext>
                  </a:extLst>
                </a:gridCol>
              </a:tblGrid>
              <a:tr h="4018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Part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Meaning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9298743"/>
                  </a:ext>
                </a:extLst>
              </a:tr>
              <a:tr h="4018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postgresql://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Type of database (PostgreSQL)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7396739"/>
                  </a:ext>
                </a:extLst>
              </a:tr>
              <a:tr h="4018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 err="1">
                          <a:effectLst/>
                        </a:rPr>
                        <a:t>postgres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Username used to log in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43758045"/>
                  </a:ext>
                </a:extLst>
              </a:tr>
              <a:tr h="4018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Monday%40123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Password (@ is encoded as %40)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7351673"/>
                  </a:ext>
                </a:extLst>
              </a:tr>
              <a:tr h="4018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localhost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The database is running on the same computer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0516419"/>
                  </a:ext>
                </a:extLst>
              </a:tr>
              <a:tr h="8189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/ROOKIES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The name of the </a:t>
                      </a:r>
                      <a:r>
                        <a:rPr lang="en-IN" sz="2400" b="1" kern="100" dirty="0">
                          <a:solidFill>
                            <a:srgbClr val="C00000"/>
                          </a:solidFill>
                          <a:effectLst/>
                        </a:rPr>
                        <a:t>database</a:t>
                      </a:r>
                      <a:r>
                        <a:rPr lang="en-IN" sz="2400" kern="100" dirty="0">
                          <a:effectLst/>
                        </a:rPr>
                        <a:t> you want to connect to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1126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07213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C069C-A32B-FC24-A82A-869576167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50FD4-C2C3-BB7D-D733-B6BF91598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r>
              <a:rPr lang="en-IN" sz="2400" b="1" dirty="0"/>
              <a:t>Create the engine</a:t>
            </a:r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pPr lvl="1"/>
            <a:r>
              <a:rPr lang="en-US" sz="2400" dirty="0"/>
              <a:t>This </a:t>
            </a:r>
            <a:r>
              <a:rPr lang="en-US" sz="2400" b="1" dirty="0"/>
              <a:t>creates a </a:t>
            </a:r>
            <a:r>
              <a:rPr lang="en-US" sz="2400" b="1" dirty="0">
                <a:solidFill>
                  <a:srgbClr val="C00000"/>
                </a:solidFill>
              </a:rPr>
              <a:t>connection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engine</a:t>
            </a:r>
            <a:r>
              <a:rPr lang="en-US" sz="2400" dirty="0"/>
              <a:t> — the tool that </a:t>
            </a:r>
            <a:r>
              <a:rPr lang="en-US" sz="2400" b="1" dirty="0"/>
              <a:t>actually talks to PostgreSQL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Imagine </a:t>
            </a:r>
            <a:r>
              <a:rPr lang="en-US" sz="2400" b="1" dirty="0"/>
              <a:t>engine</a:t>
            </a:r>
            <a:r>
              <a:rPr lang="en-US" sz="2400" dirty="0"/>
              <a:t> as the </a:t>
            </a:r>
            <a:r>
              <a:rPr lang="en-US" sz="2400" b="1" dirty="0">
                <a:solidFill>
                  <a:srgbClr val="C00000"/>
                </a:solidFill>
              </a:rPr>
              <a:t>bridge</a:t>
            </a:r>
            <a:r>
              <a:rPr lang="en-US" sz="2400" dirty="0"/>
              <a:t> that connects </a:t>
            </a:r>
            <a:r>
              <a:rPr lang="en-US" sz="2400" b="1" dirty="0"/>
              <a:t>Python to your database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Every time the app wants to run a query, it goes through this engine.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IN" sz="2400" b="1" dirty="0"/>
              <a:t>Create a session: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183A3A-AA35-1E78-F111-EE9C90A7A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609" y="1417237"/>
            <a:ext cx="8154162" cy="7376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FA5EA0-B0D0-DB1F-3E17-C8857EA93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57" y="5004837"/>
            <a:ext cx="11436350" cy="63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9929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ABC2B-6FF3-84C1-130A-76C212CDB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87A4A-D75F-2E06-A05D-6B6B10C50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r>
              <a:rPr lang="en-US" sz="2400" dirty="0"/>
              <a:t>A </a:t>
            </a:r>
            <a:r>
              <a:rPr lang="en-US" sz="2400" b="1" dirty="0"/>
              <a:t>session</a:t>
            </a:r>
            <a:r>
              <a:rPr lang="en-US" sz="2400" dirty="0"/>
              <a:t> is like </a:t>
            </a:r>
            <a:r>
              <a:rPr lang="en-US" sz="2400" b="1" dirty="0">
                <a:solidFill>
                  <a:srgbClr val="C00000"/>
                </a:solidFill>
              </a:rPr>
              <a:t>opening a document </a:t>
            </a:r>
            <a:r>
              <a:rPr lang="en-US" sz="2400" dirty="0"/>
              <a:t>to edit:</a:t>
            </a:r>
          </a:p>
          <a:p>
            <a:pPr lvl="1"/>
            <a:r>
              <a:rPr lang="en-US" sz="2400" dirty="0"/>
              <a:t>You open it (</a:t>
            </a:r>
            <a:r>
              <a:rPr lang="en-US" sz="2000" dirty="0"/>
              <a:t>start a session</a:t>
            </a:r>
            <a:r>
              <a:rPr lang="en-US" sz="2400" dirty="0"/>
              <a:t>)</a:t>
            </a:r>
          </a:p>
          <a:p>
            <a:pPr lvl="1"/>
            <a:r>
              <a:rPr lang="en-US" sz="2400" dirty="0"/>
              <a:t>Make your changes (insert, update, delete)</a:t>
            </a:r>
          </a:p>
          <a:p>
            <a:pPr lvl="1"/>
            <a:r>
              <a:rPr lang="en-US" sz="2400" dirty="0"/>
              <a:t>Then </a:t>
            </a:r>
            <a:r>
              <a:rPr lang="en-US" sz="2400" b="1" dirty="0"/>
              <a:t>save</a:t>
            </a:r>
            <a:r>
              <a:rPr lang="en-US" sz="2400" dirty="0"/>
              <a:t> (commit) or </a:t>
            </a:r>
            <a:r>
              <a:rPr lang="en-US" sz="2400" b="1" dirty="0"/>
              <a:t>discard</a:t>
            </a:r>
            <a:r>
              <a:rPr lang="en-US" sz="2400" dirty="0"/>
              <a:t> (rollback)</a:t>
            </a:r>
          </a:p>
          <a:p>
            <a:pPr lvl="1"/>
            <a:r>
              <a:rPr lang="en-US" sz="2400" dirty="0"/>
              <a:t>This line creates a </a:t>
            </a:r>
            <a:r>
              <a:rPr lang="en-US" sz="2400" b="1" dirty="0"/>
              <a:t>factory</a:t>
            </a:r>
            <a:r>
              <a:rPr lang="en-US" sz="2400" dirty="0"/>
              <a:t> (</a:t>
            </a:r>
            <a:r>
              <a:rPr lang="en-US" sz="2400" dirty="0" err="1"/>
              <a:t>SessionLocal</a:t>
            </a:r>
            <a:r>
              <a:rPr lang="en-US" sz="2400" dirty="0"/>
              <a:t>) that can make new sessions whenever you need them.</a:t>
            </a:r>
          </a:p>
          <a:p>
            <a:pPr marL="0" indent="0">
              <a:buNone/>
            </a:pPr>
            <a:endParaRPr lang="en-IN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2F95E52-6043-224B-DB08-9F523B1D1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757587"/>
              </p:ext>
            </p:extLst>
          </p:nvPr>
        </p:nvGraphicFramePr>
        <p:xfrm>
          <a:off x="1219788" y="3436824"/>
          <a:ext cx="9970726" cy="27244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54241">
                  <a:extLst>
                    <a:ext uri="{9D8B030D-6E8A-4147-A177-3AD203B41FA5}">
                      <a16:colId xmlns:a16="http://schemas.microsoft.com/office/drawing/2014/main" val="2432624936"/>
                    </a:ext>
                  </a:extLst>
                </a:gridCol>
                <a:gridCol w="6716485">
                  <a:extLst>
                    <a:ext uri="{9D8B030D-6E8A-4147-A177-3AD203B41FA5}">
                      <a16:colId xmlns:a16="http://schemas.microsoft.com/office/drawing/2014/main" val="2421227592"/>
                    </a:ext>
                  </a:extLst>
                </a:gridCol>
              </a:tblGrid>
              <a:tr h="5408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Parameter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Meaning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6254894"/>
                  </a:ext>
                </a:extLst>
              </a:tr>
              <a:tr h="5408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bind=engine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Tells sessions which database connection to use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5946412"/>
                  </a:ext>
                </a:extLst>
              </a:tr>
              <a:tr h="5408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 err="1">
                          <a:effectLst/>
                        </a:rPr>
                        <a:t>autocommit</a:t>
                      </a:r>
                      <a:r>
                        <a:rPr lang="en-IN" sz="2400" kern="100" dirty="0">
                          <a:effectLst/>
                        </a:rPr>
                        <a:t>=False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You must save changes manually (safer)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7606995"/>
                  </a:ext>
                </a:extLst>
              </a:tr>
              <a:tr h="11020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autoflush=False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Prevents automatic sending of changes before commit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1603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9130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B885C-C0AE-4DF9-90F4-1EE837C2E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27972-EB2C-F067-D907-C5C51C3EF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r>
              <a:rPr lang="en-IN" sz="2400" b="1" dirty="0"/>
              <a:t>Create the Base class</a:t>
            </a:r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r>
              <a:rPr lang="en-US" sz="2400" dirty="0"/>
              <a:t>This is the </a:t>
            </a:r>
            <a:r>
              <a:rPr lang="en-US" sz="2400" b="1" dirty="0"/>
              <a:t>starting point</a:t>
            </a:r>
            <a:r>
              <a:rPr lang="en-US" sz="2400" dirty="0"/>
              <a:t> for creating database tables.</a:t>
            </a:r>
          </a:p>
          <a:p>
            <a:r>
              <a:rPr lang="en-US" sz="2400" dirty="0"/>
              <a:t>Later define classes (like </a:t>
            </a:r>
            <a:r>
              <a:rPr lang="en-US" dirty="0"/>
              <a:t>User</a:t>
            </a:r>
            <a:r>
              <a:rPr lang="en-US" sz="2400" dirty="0"/>
              <a:t>, </a:t>
            </a:r>
            <a:r>
              <a:rPr lang="en-US" dirty="0"/>
              <a:t>Product</a:t>
            </a:r>
            <a:r>
              <a:rPr lang="en-US" sz="2400" dirty="0"/>
              <a:t>, etc.) that </a:t>
            </a:r>
            <a:r>
              <a:rPr lang="en-US" sz="2400" b="1" dirty="0"/>
              <a:t>inherit</a:t>
            </a:r>
            <a:r>
              <a:rPr lang="en-US" sz="2400" dirty="0"/>
              <a:t> from </a:t>
            </a:r>
            <a:r>
              <a:rPr lang="en-US" dirty="0"/>
              <a:t>Base</a:t>
            </a:r>
            <a:r>
              <a:rPr lang="en-US" sz="2400" dirty="0"/>
              <a:t>.</a:t>
            </a:r>
          </a:p>
          <a:p>
            <a:r>
              <a:rPr lang="en-US" sz="2400" dirty="0"/>
              <a:t>Each class becomes a </a:t>
            </a:r>
            <a:r>
              <a:rPr lang="en-US" sz="2400" b="1" dirty="0"/>
              <a:t>table</a:t>
            </a:r>
            <a:r>
              <a:rPr lang="en-US" sz="2400" dirty="0"/>
              <a:t> in the database.</a:t>
            </a:r>
          </a:p>
          <a:p>
            <a:r>
              <a:rPr lang="en-US" sz="2400" dirty="0"/>
              <a:t>Think of </a:t>
            </a:r>
            <a:r>
              <a:rPr lang="en-US" dirty="0"/>
              <a:t>Base</a:t>
            </a:r>
            <a:r>
              <a:rPr lang="en-US" sz="2400" dirty="0"/>
              <a:t> as a </a:t>
            </a:r>
            <a:r>
              <a:rPr lang="en-US" sz="2400" b="1" dirty="0">
                <a:solidFill>
                  <a:srgbClr val="C00000"/>
                </a:solidFill>
              </a:rPr>
              <a:t>parent blueprint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— </a:t>
            </a:r>
            <a:r>
              <a:rPr lang="en-US" sz="2400" b="1" dirty="0"/>
              <a:t>every new table will be a “</a:t>
            </a:r>
            <a:r>
              <a:rPr lang="en-US" sz="2400" b="1" dirty="0">
                <a:solidFill>
                  <a:srgbClr val="C00000"/>
                </a:solidFill>
              </a:rPr>
              <a:t>child</a:t>
            </a:r>
            <a:r>
              <a:rPr lang="en-US" sz="2400" b="1" dirty="0"/>
              <a:t>” of this base</a:t>
            </a:r>
            <a:r>
              <a:rPr lang="en-US" sz="2400" dirty="0"/>
              <a:t>.</a:t>
            </a:r>
          </a:p>
          <a:p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A3E1EC-7EBD-8F1C-80D4-1C6ECA17F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457" y="1383915"/>
            <a:ext cx="5470257" cy="75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994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7E115-3533-1E79-C0A2-03575CBAC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CF0CA-C938-2802-FC96-FDA5861DB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Step: 3 </a:t>
            </a:r>
            <a:r>
              <a:rPr lang="en-IN" sz="2400" b="1" dirty="0"/>
              <a:t>Define a Model (a table) → models.py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BD3939-7293-5F4E-0C4F-4D4064C49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943" y="1361496"/>
            <a:ext cx="9577429" cy="481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6163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73227-C8E2-1833-A156-405743E3D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3C7C3-D10D-9FC3-DD35-3C4A5D61A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Where,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User class </a:t>
            </a:r>
            <a:r>
              <a:rPr lang="en-US" sz="2400" dirty="0"/>
              <a:t>represents the </a:t>
            </a:r>
            <a:r>
              <a:rPr lang="en-US" sz="2400" b="1" dirty="0">
                <a:solidFill>
                  <a:srgbClr val="C00000"/>
                </a:solidFill>
              </a:rPr>
              <a:t>users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table</a:t>
            </a:r>
            <a:r>
              <a:rPr lang="en-US" sz="2400" dirty="0"/>
              <a:t>.</a:t>
            </a:r>
          </a:p>
          <a:p>
            <a:r>
              <a:rPr lang="en-US" sz="2400" dirty="0"/>
              <a:t>Each attribute → column in PostgreSQL.</a:t>
            </a:r>
          </a:p>
          <a:p>
            <a:r>
              <a:rPr lang="en-US" sz="2400" dirty="0"/>
              <a:t>id, name, email → become columns in the table.</a:t>
            </a:r>
          </a:p>
          <a:p>
            <a:r>
              <a:rPr lang="en-US" sz="2400" b="1" dirty="0"/>
              <a:t>Base</a:t>
            </a:r>
            <a:r>
              <a:rPr lang="en-US" sz="2400" dirty="0"/>
              <a:t> → Comes from the previous setup (</a:t>
            </a:r>
            <a:r>
              <a:rPr lang="en-US" dirty="0" err="1"/>
              <a:t>declarative_base</a:t>
            </a:r>
            <a:r>
              <a:rPr lang="en-US" dirty="0"/>
              <a:t>()</a:t>
            </a:r>
            <a:r>
              <a:rPr lang="en-US" sz="2400" dirty="0"/>
              <a:t>), acts as a </a:t>
            </a:r>
            <a:r>
              <a:rPr lang="en-US" sz="2400" b="1" dirty="0"/>
              <a:t>blueprint</a:t>
            </a:r>
            <a:r>
              <a:rPr lang="en-US" sz="2400" dirty="0"/>
              <a:t> for creating database tables.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37586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5148C-FAA0-B28C-D11C-7A3E1CDFF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94018-880D-41E9-12BB-B64C73799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Step 4 : </a:t>
            </a:r>
            <a:r>
              <a:rPr lang="en-US" sz="2400" dirty="0"/>
              <a:t>Once your model is defined, you can </a:t>
            </a:r>
            <a:r>
              <a:rPr lang="en-US" sz="2400" b="1" dirty="0"/>
              <a:t>actually create the table</a:t>
            </a:r>
            <a:r>
              <a:rPr lang="en-US" sz="2400" dirty="0"/>
              <a:t> in your database using: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0F8F9B-799D-981D-21E1-E928E6A86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271" y="1996951"/>
            <a:ext cx="10243457" cy="286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3553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6EED2-A3BB-B01D-74E3-F3E59700F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8D154-D5E2-6D6C-49CD-F890F93EB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Step 5: </a:t>
            </a:r>
            <a:r>
              <a:rPr lang="en-US" sz="2400" dirty="0"/>
              <a:t>Opens a </a:t>
            </a:r>
            <a:r>
              <a:rPr lang="en-US" sz="2400" b="1" dirty="0"/>
              <a:t>database session</a:t>
            </a:r>
            <a:r>
              <a:rPr lang="en-US" sz="2400" dirty="0"/>
              <a:t>, and do the </a:t>
            </a:r>
            <a:r>
              <a:rPr lang="en-US" sz="2400" b="1" dirty="0"/>
              <a:t>CRUD</a:t>
            </a:r>
            <a:r>
              <a:rPr lang="en-US" sz="2400" dirty="0"/>
              <a:t> Operation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DE8399-64B9-8195-1182-0EB3C2091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1304544"/>
            <a:ext cx="10472057" cy="456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488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062E5-9979-AA23-0B3F-F62EE5E58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A2593-0AF0-A4C2-0094-583BB78D1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Step 6: Check the PostgreSQL DB</a:t>
            </a:r>
          </a:p>
          <a:p>
            <a:r>
              <a:rPr lang="en-US" sz="2400" dirty="0"/>
              <a:t>Now there should be a table named Users with one Row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14B586-E511-A602-F886-EF5747756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599" y="1963067"/>
            <a:ext cx="7657143" cy="37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8317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1B423-1B3C-B999-58CA-1F2E39B10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67193-08B6-7B71-FE70-1AB35E1CC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840323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70C9C-1825-C1BB-B27D-D6796596E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E0F72-31EB-FB6C-A5EF-627736FF1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120589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B2377-F360-B3B9-8904-5F5162A7E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5A955-1F7A-FEF3-3FE1-AFC83BC7A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802324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49BA2-BC89-C17F-266A-4F25C5357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9459F-9908-EC24-3C88-885CB2B6A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1153881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2BF70-0222-7D2A-403B-E8E7C9549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FD233-4602-2FCC-A5D0-4B73E0D4B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2337272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FD299-99A3-7A8B-8AF5-EC887096D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23A25-8439-9012-C5D6-59ADDCE56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96686"/>
            <a:ext cx="10659110" cy="548027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01866386"/>
      </p:ext>
    </p:extLst>
  </p:cSld>
  <p:clrMapOvr>
    <a:masterClrMapping/>
  </p:clrMapOvr>
</p:sld>
</file>

<file path=ppt/theme/theme1.xml><?xml version="1.0" encoding="utf-8"?>
<a:theme xmlns:a="http://schemas.openxmlformats.org/drawingml/2006/main" name="ConfettiVTI">
  <a:themeElements>
    <a:clrScheme name="Custom 30">
      <a:dk1>
        <a:sysClr val="windowText" lastClr="000000"/>
      </a:dk1>
      <a:lt1>
        <a:sysClr val="window" lastClr="FFFFFF"/>
      </a:lt1>
      <a:dk2>
        <a:srgbClr val="420023"/>
      </a:dk2>
      <a:lt2>
        <a:srgbClr val="FDFBF9"/>
      </a:lt2>
      <a:accent1>
        <a:srgbClr val="97446E"/>
      </a:accent1>
      <a:accent2>
        <a:srgbClr val="A40056"/>
      </a:accent2>
      <a:accent3>
        <a:srgbClr val="24BEEE"/>
      </a:accent3>
      <a:accent4>
        <a:srgbClr val="91274F"/>
      </a:accent4>
      <a:accent5>
        <a:srgbClr val="F39E29"/>
      </a:accent5>
      <a:accent6>
        <a:srgbClr val="E87450"/>
      </a:accent6>
      <a:hlink>
        <a:srgbClr val="F55D5D"/>
      </a:hlink>
      <a:folHlink>
        <a:srgbClr val="EA3A60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ttiVTI" id="{B5618F7C-B4F0-4D28-83B4-440D0519681F}" vid="{5F84EFDF-E14E-48C6-955C-990A32085A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11423</TotalTime>
  <Words>2651</Words>
  <Application>Microsoft Office PowerPoint</Application>
  <PresentationFormat>Widescreen</PresentationFormat>
  <Paragraphs>358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1" baseType="lpstr">
      <vt:lpstr>Aptos</vt:lpstr>
      <vt:lpstr>Arial</vt:lpstr>
      <vt:lpstr>Calibri</vt:lpstr>
      <vt:lpstr>Gill Sans Nova</vt:lpstr>
      <vt:lpstr>ConfettiVTI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PRAMOD NAIK</dc:creator>
  <cp:lastModifiedBy>PRAMOD NAIK</cp:lastModifiedBy>
  <cp:revision>252</cp:revision>
  <dcterms:created xsi:type="dcterms:W3CDTF">2024-11-25T17:19:06Z</dcterms:created>
  <dcterms:modified xsi:type="dcterms:W3CDTF">2025-11-01T18:12:07Z</dcterms:modified>
</cp:coreProperties>
</file>