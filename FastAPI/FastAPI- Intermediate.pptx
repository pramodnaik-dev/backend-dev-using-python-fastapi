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64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55" r:id="rId11"/>
    <p:sldId id="532" r:id="rId12"/>
    <p:sldId id="533" r:id="rId13"/>
    <p:sldId id="534" r:id="rId14"/>
    <p:sldId id="535" r:id="rId15"/>
    <p:sldId id="536" r:id="rId16"/>
    <p:sldId id="541" r:id="rId17"/>
    <p:sldId id="542" r:id="rId18"/>
    <p:sldId id="543" r:id="rId19"/>
    <p:sldId id="544" r:id="rId20"/>
    <p:sldId id="537" r:id="rId21"/>
    <p:sldId id="538" r:id="rId22"/>
    <p:sldId id="539" r:id="rId23"/>
    <p:sldId id="540" r:id="rId24"/>
    <p:sldId id="545" r:id="rId25"/>
    <p:sldId id="546" r:id="rId26"/>
    <p:sldId id="547" r:id="rId27"/>
    <p:sldId id="549" r:id="rId28"/>
    <p:sldId id="550" r:id="rId29"/>
    <p:sldId id="551" r:id="rId30"/>
    <p:sldId id="552" r:id="rId31"/>
    <p:sldId id="553" r:id="rId32"/>
    <p:sldId id="548" r:id="rId33"/>
    <p:sldId id="554" r:id="rId34"/>
    <p:sldId id="556" r:id="rId35"/>
    <p:sldId id="557" r:id="rId36"/>
    <p:sldId id="558" r:id="rId37"/>
    <p:sldId id="559" r:id="rId38"/>
    <p:sldId id="560" r:id="rId39"/>
    <p:sldId id="561" r:id="rId40"/>
    <p:sldId id="562" r:id="rId41"/>
    <p:sldId id="564" r:id="rId42"/>
    <p:sldId id="563" r:id="rId43"/>
    <p:sldId id="565" r:id="rId44"/>
    <p:sldId id="567" r:id="rId45"/>
    <p:sldId id="568" r:id="rId46"/>
    <p:sldId id="566" r:id="rId47"/>
    <p:sldId id="569" r:id="rId48"/>
    <p:sldId id="570" r:id="rId49"/>
    <p:sldId id="571" r:id="rId50"/>
    <p:sldId id="572" r:id="rId51"/>
    <p:sldId id="573" r:id="rId52"/>
    <p:sldId id="574" r:id="rId53"/>
    <p:sldId id="575" r:id="rId54"/>
    <p:sldId id="576" r:id="rId55"/>
    <p:sldId id="577" r:id="rId56"/>
    <p:sldId id="578" r:id="rId57"/>
    <p:sldId id="579" r:id="rId58"/>
    <p:sldId id="580" r:id="rId59"/>
    <p:sldId id="581" r:id="rId60"/>
    <p:sldId id="582" r:id="rId61"/>
    <p:sldId id="583" r:id="rId62"/>
    <p:sldId id="584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190" dt="2025-11-01T14:24:57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 sldOrd">
      <pc:chgData name="Pramod Naik" userId="ceb6df04-ef15-4d9b-a141-998a03559d75" providerId="ADAL" clId="{62E9B5AE-779D-4001-92D3-8FF830A8A9C1}" dt="2025-11-01T14:25:04.390" v="4053" actId="5793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7T06:47:51.196" v="2997" actId="20578"/>
        <pc:sldMkLst>
          <pc:docMk/>
          <pc:sldMk cId="2300769400" sldId="309"/>
        </pc:sldMkLst>
        <pc:spChg chg="mod">
          <ac:chgData name="Pramod Naik" userId="ceb6df04-ef15-4d9b-a141-998a03559d75" providerId="ADAL" clId="{62E9B5AE-779D-4001-92D3-8FF830A8A9C1}" dt="2025-10-27T06:47:51.196" v="2997" actId="20578"/>
          <ac:spMkLst>
            <pc:docMk/>
            <pc:sldMk cId="2300769400" sldId="309"/>
            <ac:spMk id="3" creationId="{B3E740B7-3016-3ABF-8912-284FC640E81B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7T06:49:17.452" v="3003" actId="20577"/>
        <pc:sldMkLst>
          <pc:docMk/>
          <pc:sldMk cId="1417320102" sldId="313"/>
        </pc:sldMkLst>
        <pc:spChg chg="mod">
          <ac:chgData name="Pramod Naik" userId="ceb6df04-ef15-4d9b-a141-998a03559d75" providerId="ADAL" clId="{62E9B5AE-779D-4001-92D3-8FF830A8A9C1}" dt="2025-10-27T06:49:17.452" v="3003" actId="20577"/>
          <ac:spMkLst>
            <pc:docMk/>
            <pc:sldMk cId="1417320102" sldId="313"/>
            <ac:spMk id="3" creationId="{5A8A250C-3D0F-0849-B09B-2A4A159E4F65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7T06:56:21.357" v="3014" actId="6549"/>
        <pc:sldMkLst>
          <pc:docMk/>
          <pc:sldMk cId="250238104" sldId="315"/>
        </pc:sldMkLst>
        <pc:spChg chg="mod">
          <ac:chgData name="Pramod Naik" userId="ceb6df04-ef15-4d9b-a141-998a03559d75" providerId="ADAL" clId="{62E9B5AE-779D-4001-92D3-8FF830A8A9C1}" dt="2025-10-27T06:56:21.357" v="3014" actId="6549"/>
          <ac:spMkLst>
            <pc:docMk/>
            <pc:sldMk cId="250238104" sldId="315"/>
            <ac:spMk id="3" creationId="{B7F95E68-7228-F472-D99B-68B070A9BCA7}"/>
          </ac:spMkLst>
        </pc:spChg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7T06:57:54.582" v="3021" actId="14100"/>
        <pc:sldMkLst>
          <pc:docMk/>
          <pc:sldMk cId="3306552090" sldId="320"/>
        </pc:sldMkLst>
        <pc:picChg chg="add mod">
          <ac:chgData name="Pramod Naik" userId="ceb6df04-ef15-4d9b-a141-998a03559d75" providerId="ADAL" clId="{62E9B5AE-779D-4001-92D3-8FF830A8A9C1}" dt="2025-10-27T06:57:54.582" v="3021" actId="14100"/>
          <ac:picMkLst>
            <pc:docMk/>
            <pc:sldMk cId="3306552090" sldId="320"/>
            <ac:picMk id="4" creationId="{179E9F93-B544-6459-D770-A2C538F04700}"/>
          </ac:picMkLst>
        </pc:picChg>
        <pc:picChg chg="mod">
          <ac:chgData name="Pramod Naik" userId="ceb6df04-ef15-4d9b-a141-998a03559d75" providerId="ADAL" clId="{62E9B5AE-779D-4001-92D3-8FF830A8A9C1}" dt="2025-10-27T06:56:54.442" v="3017" actId="1076"/>
          <ac:picMkLst>
            <pc:docMk/>
            <pc:sldMk cId="3306552090" sldId="320"/>
            <ac:picMk id="6" creationId="{AC525010-61D2-60D1-1669-58F08CACBC88}"/>
          </ac:picMkLst>
        </pc:picChg>
        <pc:picChg chg="mod">
          <ac:chgData name="Pramod Naik" userId="ceb6df04-ef15-4d9b-a141-998a03559d75" providerId="ADAL" clId="{62E9B5AE-779D-4001-92D3-8FF830A8A9C1}" dt="2025-10-27T06:56:55.969" v="3018" actId="1076"/>
          <ac:picMkLst>
            <pc:docMk/>
            <pc:sldMk cId="3306552090" sldId="320"/>
            <ac:picMk id="9" creationId="{48D8ADC6-7662-1F3B-FDAC-9080CF7CD0B8}"/>
          </ac:picMkLst>
        </pc:picChg>
        <pc:picChg chg="mod">
          <ac:chgData name="Pramod Naik" userId="ceb6df04-ef15-4d9b-a141-998a03559d75" providerId="ADAL" clId="{62E9B5AE-779D-4001-92D3-8FF830A8A9C1}" dt="2025-10-27T06:56:50.140" v="3016" actId="1076"/>
          <ac:picMkLst>
            <pc:docMk/>
            <pc:sldMk cId="3306552090" sldId="320"/>
            <ac:picMk id="11" creationId="{D425886E-A48C-411D-63E6-05E692E0CD12}"/>
          </ac:picMkLst>
        </pc:picChg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del">
        <pc:chgData name="Pramod Naik" userId="ceb6df04-ef15-4d9b-a141-998a03559d75" providerId="ADAL" clId="{62E9B5AE-779D-4001-92D3-8FF830A8A9C1}" dt="2025-10-26T05:52:59.120" v="2460" actId="47"/>
        <pc:sldMkLst>
          <pc:docMk/>
          <pc:sldMk cId="2663992815" sldId="526"/>
        </pc:sldMkLst>
      </pc:sldChg>
      <pc:sldChg chg="modSp del mod">
        <pc:chgData name="Pramod Naik" userId="ceb6df04-ef15-4d9b-a141-998a03559d75" providerId="ADAL" clId="{62E9B5AE-779D-4001-92D3-8FF830A8A9C1}" dt="2025-10-26T05:52:59.627" v="2461" actId="47"/>
        <pc:sldMkLst>
          <pc:docMk/>
          <pc:sldMk cId="228400106" sldId="527"/>
        </pc:sldMkLst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del mod">
        <pc:chgData name="Pramod Naik" userId="ceb6df04-ef15-4d9b-a141-998a03559d75" providerId="ADAL" clId="{62E9B5AE-779D-4001-92D3-8FF830A8A9C1}" dt="2025-10-26T05:52:59.669" v="2462" actId="47"/>
        <pc:sldMkLst>
          <pc:docMk/>
          <pc:sldMk cId="645782176" sldId="528"/>
        </pc:sldMkLst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del mod">
        <pc:chgData name="Pramod Naik" userId="ceb6df04-ef15-4d9b-a141-998a03559d75" providerId="ADAL" clId="{62E9B5AE-779D-4001-92D3-8FF830A8A9C1}" dt="2025-10-26T05:52:59.692" v="2463" actId="47"/>
        <pc:sldMkLst>
          <pc:docMk/>
          <pc:sldMk cId="661470129" sldId="529"/>
        </pc:sldMkLst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modSp add mod">
        <pc:chgData name="Pramod Naik" userId="ceb6df04-ef15-4d9b-a141-998a03559d75" providerId="ADAL" clId="{62E9B5AE-779D-4001-92D3-8FF830A8A9C1}" dt="2025-10-30T05:47:28.659" v="3530" actId="113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30T05:47:28.659" v="3530" actId="113"/>
          <ac:spMkLst>
            <pc:docMk/>
            <pc:sldMk cId="1542586166" sldId="532"/>
            <ac:spMk id="3" creationId="{84954DEB-2EA5-ACB5-0BDB-FAA75E67485B}"/>
          </ac:spMkLst>
        </pc:spChg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Sp modSp add mod">
        <pc:chgData name="Pramod Naik" userId="ceb6df04-ef15-4d9b-a141-998a03559d75" providerId="ADAL" clId="{62E9B5AE-779D-4001-92D3-8FF830A8A9C1}" dt="2025-10-30T05:50:36.545" v="3531" actId="403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30T05:50:36.545" v="3531" actId="403"/>
          <ac:spMkLst>
            <pc:docMk/>
            <pc:sldMk cId="1574124982" sldId="534"/>
            <ac:spMk id="3" creationId="{958ABE57-FDE6-6552-1BFD-6C8B87B26F6B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del mod">
        <pc:chgData name="Pramod Naik" userId="ceb6df04-ef15-4d9b-a141-998a03559d75" providerId="ADAL" clId="{62E9B5AE-779D-4001-92D3-8FF830A8A9C1}" dt="2025-10-26T05:52:59.727" v="2464" actId="47"/>
        <pc:sldMkLst>
          <pc:docMk/>
          <pc:sldMk cId="1692959063" sldId="536"/>
        </pc:sldMkLst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del mod">
        <pc:chgData name="Pramod Naik" userId="ceb6df04-ef15-4d9b-a141-998a03559d75" providerId="ADAL" clId="{62E9B5AE-779D-4001-92D3-8FF830A8A9C1}" dt="2025-10-26T05:52:59.787" v="2465" actId="47"/>
        <pc:sldMkLst>
          <pc:docMk/>
          <pc:sldMk cId="3011003526" sldId="537"/>
        </pc:sldMkLst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0.697" v="2480" actId="47"/>
        <pc:sldMkLst>
          <pc:docMk/>
          <pc:sldMk cId="1663416122" sldId="538"/>
        </pc:sldMkLst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1.195" v="2481" actId="47"/>
        <pc:sldMkLst>
          <pc:docMk/>
          <pc:sldMk cId="1058796560" sldId="539"/>
        </pc:sldMkLst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del mod">
        <pc:chgData name="Pramod Naik" userId="ceb6df04-ef15-4d9b-a141-998a03559d75" providerId="ADAL" clId="{62E9B5AE-779D-4001-92D3-8FF830A8A9C1}" dt="2025-10-26T05:53:01.237" v="2482" actId="47"/>
        <pc:sldMkLst>
          <pc:docMk/>
          <pc:sldMk cId="792488442" sldId="540"/>
        </pc:sldMkLst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1799605924" sldId="541"/>
        </pc:sldMkLst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del mod">
        <pc:chgData name="Pramod Naik" userId="ceb6df04-ef15-4d9b-a141-998a03559d75" providerId="ADAL" clId="{62E9B5AE-779D-4001-92D3-8FF830A8A9C1}" dt="2025-10-26T05:53:01.369" v="2483" actId="47"/>
        <pc:sldMkLst>
          <pc:docMk/>
          <pc:sldMk cId="3987673880" sldId="541"/>
        </pc:sldMkLst>
      </pc:sldChg>
      <pc:sldChg chg="modSp add mod">
        <pc:chgData name="Pramod Naik" userId="ceb6df04-ef15-4d9b-a141-998a03559d75" providerId="ADAL" clId="{62E9B5AE-779D-4001-92D3-8FF830A8A9C1}" dt="2025-10-29T06:45:59.562" v="3027" actId="403"/>
        <pc:sldMkLst>
          <pc:docMk/>
          <pc:sldMk cId="1246240379" sldId="542"/>
        </pc:sldMkLst>
        <pc:spChg chg="mod">
          <ac:chgData name="Pramod Naik" userId="ceb6df04-ef15-4d9b-a141-998a03559d75" providerId="ADAL" clId="{62E9B5AE-779D-4001-92D3-8FF830A8A9C1}" dt="2025-10-29T06:45:59.562" v="3027" actId="403"/>
          <ac:spMkLst>
            <pc:docMk/>
            <pc:sldMk cId="1246240379" sldId="542"/>
            <ac:spMk id="3" creationId="{16F99938-04B2-18EF-CB76-B49128814016}"/>
          </ac:spMkLst>
        </pc:sp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del mod">
        <pc:chgData name="Pramod Naik" userId="ceb6df04-ef15-4d9b-a141-998a03559d75" providerId="ADAL" clId="{62E9B5AE-779D-4001-92D3-8FF830A8A9C1}" dt="2025-10-26T05:53:01.889" v="2484" actId="47"/>
        <pc:sldMkLst>
          <pc:docMk/>
          <pc:sldMk cId="3002241645" sldId="542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4202198839" sldId="542"/>
        </pc:sldMkLst>
      </pc:sldChg>
      <pc:sldChg chg="modSp add mod">
        <pc:chgData name="Pramod Naik" userId="ceb6df04-ef15-4d9b-a141-998a03559d75" providerId="ADAL" clId="{62E9B5AE-779D-4001-92D3-8FF830A8A9C1}" dt="2025-10-29T06:51:48.191" v="3030" actId="207"/>
        <pc:sldMkLst>
          <pc:docMk/>
          <pc:sldMk cId="432416882" sldId="543"/>
        </pc:sldMkLst>
        <pc:spChg chg="mod">
          <ac:chgData name="Pramod Naik" userId="ceb6df04-ef15-4d9b-a141-998a03559d75" providerId="ADAL" clId="{62E9B5AE-779D-4001-92D3-8FF830A8A9C1}" dt="2025-10-29T06:51:48.191" v="3030" actId="207"/>
          <ac:spMkLst>
            <pc:docMk/>
            <pc:sldMk cId="43241688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49" v="2485" actId="47"/>
        <pc:sldMkLst>
          <pc:docMk/>
          <pc:sldMk cId="1636630037" sldId="543"/>
        </pc:sldMkLst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323561692" sldId="543"/>
        </pc:sldMkLst>
      </pc:sldChg>
      <pc:sldChg chg="addSp modSp add del mod">
        <pc:chgData name="Pramod Naik" userId="ceb6df04-ef15-4d9b-a141-998a03559d75" providerId="ADAL" clId="{62E9B5AE-779D-4001-92D3-8FF830A8A9C1}" dt="2025-10-26T05:53:01.967" v="2486" actId="47"/>
        <pc:sldMkLst>
          <pc:docMk/>
          <pc:sldMk cId="3112172767" sldId="544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270327816" sldId="544"/>
        </pc:sldMkLst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6T05:53:01.967" v="2487" actId="47"/>
        <pc:sldMkLst>
          <pc:docMk/>
          <pc:sldMk cId="1701663649" sldId="545"/>
        </pc:sldMkLst>
      </pc:sldChg>
      <pc:sldChg chg="modSp add mod">
        <pc:chgData name="Pramod Naik" userId="ceb6df04-ef15-4d9b-a141-998a03559d75" providerId="ADAL" clId="{62E9B5AE-779D-4001-92D3-8FF830A8A9C1}" dt="2025-10-29T17:50:52.228" v="3058" actId="403"/>
        <pc:sldMkLst>
          <pc:docMk/>
          <pc:sldMk cId="3943781873" sldId="545"/>
        </pc:sldMkLst>
        <pc:spChg chg="mod">
          <ac:chgData name="Pramod Naik" userId="ceb6df04-ef15-4d9b-a141-998a03559d75" providerId="ADAL" clId="{62E9B5AE-779D-4001-92D3-8FF830A8A9C1}" dt="2025-10-29T17:50:52.228" v="3058" actId="403"/>
          <ac:spMkLst>
            <pc:docMk/>
            <pc:sldMk cId="3943781873" sldId="545"/>
            <ac:spMk id="3" creationId="{669DABD5-A332-1082-442E-90E31E84F908}"/>
          </ac:spMkLst>
        </pc:spChg>
      </pc:sldChg>
      <pc:sldChg chg="modSp add mod">
        <pc:chgData name="Pramod Naik" userId="ceb6df04-ef15-4d9b-a141-998a03559d75" providerId="ADAL" clId="{62E9B5AE-779D-4001-92D3-8FF830A8A9C1}" dt="2025-10-29T17:55:36.782" v="3120" actId="14100"/>
        <pc:sldMkLst>
          <pc:docMk/>
          <pc:sldMk cId="36506538" sldId="546"/>
        </pc:sldMkLst>
        <pc:spChg chg="mod">
          <ac:chgData name="Pramod Naik" userId="ceb6df04-ef15-4d9b-a141-998a03559d75" providerId="ADAL" clId="{62E9B5AE-779D-4001-92D3-8FF830A8A9C1}" dt="2025-10-29T17:55:36.782" v="3120" actId="14100"/>
          <ac:spMkLst>
            <pc:docMk/>
            <pc:sldMk cId="36506538" sldId="546"/>
            <ac:spMk id="3" creationId="{8746F807-C77E-7DAD-5038-EDDF5C8B83E2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2.017" v="2488" actId="47"/>
        <pc:sldMkLst>
          <pc:docMk/>
          <pc:sldMk cId="976242571" sldId="546"/>
        </pc:sldMkLst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Sp delSp modSp add mod">
        <pc:chgData name="Pramod Naik" userId="ceb6df04-ef15-4d9b-a141-998a03559d75" providerId="ADAL" clId="{62E9B5AE-779D-4001-92D3-8FF830A8A9C1}" dt="2025-10-29T17:59:48.507" v="3158" actId="113"/>
        <pc:sldMkLst>
          <pc:docMk/>
          <pc:sldMk cId="1075547662" sldId="547"/>
        </pc:sldMkLst>
        <pc:spChg chg="mod">
          <ac:chgData name="Pramod Naik" userId="ceb6df04-ef15-4d9b-a141-998a03559d75" providerId="ADAL" clId="{62E9B5AE-779D-4001-92D3-8FF830A8A9C1}" dt="2025-10-29T17:59:48.507" v="3158" actId="113"/>
          <ac:spMkLst>
            <pc:docMk/>
            <pc:sldMk cId="1075547662" sldId="547"/>
            <ac:spMk id="3" creationId="{05E5B31D-0E10-7D2E-BC2A-F96D16287DA7}"/>
          </ac:spMkLst>
        </pc:spChg>
        <pc:picChg chg="add mod">
          <ac:chgData name="Pramod Naik" userId="ceb6df04-ef15-4d9b-a141-998a03559d75" providerId="ADAL" clId="{62E9B5AE-779D-4001-92D3-8FF830A8A9C1}" dt="2025-10-29T17:57:05.429" v="3142" actId="1076"/>
          <ac:picMkLst>
            <pc:docMk/>
            <pc:sldMk cId="1075547662" sldId="547"/>
            <ac:picMk id="4" creationId="{591D0356-8DE7-CE59-71BE-E3781041A58D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07" v="2466" actId="47"/>
        <pc:sldMkLst>
          <pc:docMk/>
          <pc:sldMk cId="1743501250" sldId="547"/>
        </pc:sldMkLst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30" v="2467" actId="47"/>
        <pc:sldMkLst>
          <pc:docMk/>
          <pc:sldMk cId="2217804995" sldId="548"/>
        </pc:sldMkLst>
      </pc:sldChg>
      <pc:sldChg chg="addSp modSp add del mod ord">
        <pc:chgData name="Pramod Naik" userId="ceb6df04-ef15-4d9b-a141-998a03559d75" providerId="ADAL" clId="{62E9B5AE-779D-4001-92D3-8FF830A8A9C1}" dt="2025-10-29T18:16:20.876" v="3375"/>
        <pc:sldMkLst>
          <pc:docMk/>
          <pc:sldMk cId="4070054215" sldId="548"/>
        </pc:sldMkLst>
        <pc:spChg chg="mod">
          <ac:chgData name="Pramod Naik" userId="ceb6df04-ef15-4d9b-a141-998a03559d75" providerId="ADAL" clId="{62E9B5AE-779D-4001-92D3-8FF830A8A9C1}" dt="2025-10-29T17:59:30.277" v="3146" actId="20577"/>
          <ac:spMkLst>
            <pc:docMk/>
            <pc:sldMk cId="4070054215" sldId="548"/>
            <ac:spMk id="3" creationId="{AB66216B-06F6-82F1-5605-A4216249DAB7}"/>
          </ac:spMkLst>
        </pc:spChg>
        <pc:picChg chg="add">
          <ac:chgData name="Pramod Naik" userId="ceb6df04-ef15-4d9b-a141-998a03559d75" providerId="ADAL" clId="{62E9B5AE-779D-4001-92D3-8FF830A8A9C1}" dt="2025-10-29T17:59:30.752" v="3147" actId="22"/>
          <ac:picMkLst>
            <pc:docMk/>
            <pc:sldMk cId="4070054215" sldId="548"/>
            <ac:picMk id="4" creationId="{5A8BD139-D089-F0CB-A7C3-D1C0D5CE971A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43" v="2468" actId="47"/>
        <pc:sldMkLst>
          <pc:docMk/>
          <pc:sldMk cId="52434813" sldId="549"/>
        </pc:sldMkLst>
      </pc:sldChg>
      <pc:sldChg chg="addSp modSp add mod ord">
        <pc:chgData name="Pramod Naik" userId="ceb6df04-ef15-4d9b-a141-998a03559d75" providerId="ADAL" clId="{62E9B5AE-779D-4001-92D3-8FF830A8A9C1}" dt="2025-10-29T18:04:08.843" v="3197" actId="207"/>
        <pc:sldMkLst>
          <pc:docMk/>
          <pc:sldMk cId="2542508812" sldId="549"/>
        </pc:sldMkLst>
        <pc:spChg chg="mod">
          <ac:chgData name="Pramod Naik" userId="ceb6df04-ef15-4d9b-a141-998a03559d75" providerId="ADAL" clId="{62E9B5AE-779D-4001-92D3-8FF830A8A9C1}" dt="2025-10-29T18:04:08.843" v="3197" actId="207"/>
          <ac:spMkLst>
            <pc:docMk/>
            <pc:sldMk cId="2542508812" sldId="549"/>
            <ac:spMk id="3" creationId="{5EE72B67-D2F2-0834-C25D-97B016B19520}"/>
          </ac:spMkLst>
        </pc:spChg>
        <pc:picChg chg="add mod">
          <ac:chgData name="Pramod Naik" userId="ceb6df04-ef15-4d9b-a141-998a03559d75" providerId="ADAL" clId="{62E9B5AE-779D-4001-92D3-8FF830A8A9C1}" dt="2025-10-29T18:03:57.040" v="3178" actId="1076"/>
          <ac:picMkLst>
            <pc:docMk/>
            <pc:sldMk cId="2542508812" sldId="549"/>
            <ac:picMk id="4" creationId="{4CB49D6B-9CE2-8494-29CC-C78D472A4345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10:34.408" v="3228" actId="1076"/>
        <pc:sldMkLst>
          <pc:docMk/>
          <pc:sldMk cId="1926645783" sldId="550"/>
        </pc:sldMkLst>
        <pc:spChg chg="mod">
          <ac:chgData name="Pramod Naik" userId="ceb6df04-ef15-4d9b-a141-998a03559d75" providerId="ADAL" clId="{62E9B5AE-779D-4001-92D3-8FF830A8A9C1}" dt="2025-10-29T18:10:28.462" v="3227" actId="403"/>
          <ac:spMkLst>
            <pc:docMk/>
            <pc:sldMk cId="1926645783" sldId="550"/>
            <ac:spMk id="3" creationId="{6A3750CF-38F0-DD0B-0F8A-C583D6389F8E}"/>
          </ac:spMkLst>
        </pc:spChg>
        <pc:picChg chg="add mod">
          <ac:chgData name="Pramod Naik" userId="ceb6df04-ef15-4d9b-a141-998a03559d75" providerId="ADAL" clId="{62E9B5AE-779D-4001-92D3-8FF830A8A9C1}" dt="2025-10-29T18:10:34.408" v="3228" actId="1076"/>
          <ac:picMkLst>
            <pc:docMk/>
            <pc:sldMk cId="1926645783" sldId="550"/>
            <ac:picMk id="4" creationId="{1EE2C232-DC0C-4366-AB84-8B5AB96DCB2B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879" v="2469" actId="47"/>
        <pc:sldMkLst>
          <pc:docMk/>
          <pc:sldMk cId="3742978219" sldId="550"/>
        </pc:sldMkLst>
      </pc:sldChg>
      <pc:sldChg chg="modSp add del mod">
        <pc:chgData name="Pramod Naik" userId="ceb6df04-ef15-4d9b-a141-998a03559d75" providerId="ADAL" clId="{62E9B5AE-779D-4001-92D3-8FF830A8A9C1}" dt="2025-10-26T05:52:59.917" v="2470" actId="47"/>
        <pc:sldMkLst>
          <pc:docMk/>
          <pc:sldMk cId="1299490774" sldId="551"/>
        </pc:sldMkLst>
      </pc:sldChg>
      <pc:sldChg chg="addSp modSp add mod ord">
        <pc:chgData name="Pramod Naik" userId="ceb6df04-ef15-4d9b-a141-998a03559d75" providerId="ADAL" clId="{62E9B5AE-779D-4001-92D3-8FF830A8A9C1}" dt="2025-10-29T18:12:44.200" v="3283" actId="14100"/>
        <pc:sldMkLst>
          <pc:docMk/>
          <pc:sldMk cId="3077920898" sldId="551"/>
        </pc:sldMkLst>
        <pc:spChg chg="mod">
          <ac:chgData name="Pramod Naik" userId="ceb6df04-ef15-4d9b-a141-998a03559d75" providerId="ADAL" clId="{62E9B5AE-779D-4001-92D3-8FF830A8A9C1}" dt="2025-10-29T18:12:44.200" v="3283" actId="14100"/>
          <ac:spMkLst>
            <pc:docMk/>
            <pc:sldMk cId="3077920898" sldId="551"/>
            <ac:spMk id="3" creationId="{AA11C33D-7267-21DD-E537-2FC9F908BECC}"/>
          </ac:spMkLst>
        </pc:spChg>
        <pc:picChg chg="add mod">
          <ac:chgData name="Pramod Naik" userId="ceb6df04-ef15-4d9b-a141-998a03559d75" providerId="ADAL" clId="{62E9B5AE-779D-4001-92D3-8FF830A8A9C1}" dt="2025-10-29T18:12:43.517" v="3282" actId="1076"/>
          <ac:picMkLst>
            <pc:docMk/>
            <pc:sldMk cId="3077920898" sldId="551"/>
            <ac:picMk id="4" creationId="{51B211C8-2BF3-F3F5-4EAC-5CB0D85BFE5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2:59.951" v="2471" actId="47"/>
        <pc:sldMkLst>
          <pc:docMk/>
          <pc:sldMk cId="865861587" sldId="552"/>
        </pc:sldMkLst>
      </pc:sldChg>
      <pc:sldChg chg="addSp delSp modSp add mod ord">
        <pc:chgData name="Pramod Naik" userId="ceb6df04-ef15-4d9b-a141-998a03559d75" providerId="ADAL" clId="{62E9B5AE-779D-4001-92D3-8FF830A8A9C1}" dt="2025-10-29T18:13:37.325" v="3287" actId="1076"/>
        <pc:sldMkLst>
          <pc:docMk/>
          <pc:sldMk cId="3305929081" sldId="552"/>
        </pc:sldMkLst>
        <pc:picChg chg="add mod">
          <ac:chgData name="Pramod Naik" userId="ceb6df04-ef15-4d9b-a141-998a03559d75" providerId="ADAL" clId="{62E9B5AE-779D-4001-92D3-8FF830A8A9C1}" dt="2025-10-29T18:13:37.325" v="3287" actId="1076"/>
          <ac:picMkLst>
            <pc:docMk/>
            <pc:sldMk cId="3305929081" sldId="552"/>
            <ac:picMk id="4" creationId="{03EE35BF-0C44-6347-FE65-D08F0820B278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990" v="2472" actId="47"/>
        <pc:sldMkLst>
          <pc:docMk/>
          <pc:sldMk cId="319971518" sldId="553"/>
        </pc:sldMkLst>
      </pc:sldChg>
      <pc:sldChg chg="modSp add mod">
        <pc:chgData name="Pramod Naik" userId="ceb6df04-ef15-4d9b-a141-998a03559d75" providerId="ADAL" clId="{62E9B5AE-779D-4001-92D3-8FF830A8A9C1}" dt="2025-10-29T18:16:39.307" v="3402" actId="113"/>
        <pc:sldMkLst>
          <pc:docMk/>
          <pc:sldMk cId="1895132841" sldId="553"/>
        </pc:sldMkLst>
        <pc:spChg chg="mod">
          <ac:chgData name="Pramod Naik" userId="ceb6df04-ef15-4d9b-a141-998a03559d75" providerId="ADAL" clId="{62E9B5AE-779D-4001-92D3-8FF830A8A9C1}" dt="2025-10-29T18:16:39.307" v="3402" actId="113"/>
          <ac:spMkLst>
            <pc:docMk/>
            <pc:sldMk cId="1895132841" sldId="553"/>
            <ac:spMk id="3" creationId="{BBABF3DF-1412-1262-0B45-131BB51E219D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00.025" v="2473" actId="47"/>
        <pc:sldMkLst>
          <pc:docMk/>
          <pc:sldMk cId="1986494582" sldId="554"/>
        </pc:sldMkLst>
      </pc:sldChg>
      <pc:sldChg chg="addSp modSp add mod">
        <pc:chgData name="Pramod Naik" userId="ceb6df04-ef15-4d9b-a141-998a03559d75" providerId="ADAL" clId="{62E9B5AE-779D-4001-92D3-8FF830A8A9C1}" dt="2025-10-29T18:17:36.949" v="3412" actId="1076"/>
        <pc:sldMkLst>
          <pc:docMk/>
          <pc:sldMk cId="2406591720" sldId="554"/>
        </pc:sldMkLst>
        <pc:spChg chg="mod">
          <ac:chgData name="Pramod Naik" userId="ceb6df04-ef15-4d9b-a141-998a03559d75" providerId="ADAL" clId="{62E9B5AE-779D-4001-92D3-8FF830A8A9C1}" dt="2025-10-29T18:17:07.229" v="3408" actId="12"/>
          <ac:spMkLst>
            <pc:docMk/>
            <pc:sldMk cId="2406591720" sldId="554"/>
            <ac:spMk id="3" creationId="{297A44BC-D9AD-0CB8-D7A7-9091B63F9A04}"/>
          </ac:spMkLst>
        </pc:spChg>
        <pc:picChg chg="add mod">
          <ac:chgData name="Pramod Naik" userId="ceb6df04-ef15-4d9b-a141-998a03559d75" providerId="ADAL" clId="{62E9B5AE-779D-4001-92D3-8FF830A8A9C1}" dt="2025-10-29T18:17:36.949" v="3412" actId="1076"/>
          <ac:picMkLst>
            <pc:docMk/>
            <pc:sldMk cId="2406591720" sldId="554"/>
            <ac:picMk id="4" creationId="{D873B4A7-D299-DCCD-7F79-2A64AF17F7E0}"/>
          </ac:picMkLst>
        </pc:picChg>
      </pc:sldChg>
      <pc:sldChg chg="addSp delSp modSp new mod ord">
        <pc:chgData name="Pramod Naik" userId="ceb6df04-ef15-4d9b-a141-998a03559d75" providerId="ADAL" clId="{62E9B5AE-779D-4001-92D3-8FF830A8A9C1}" dt="2025-10-27T05:48:49.273" v="2993" actId="1076"/>
        <pc:sldMkLst>
          <pc:docMk/>
          <pc:sldMk cId="2633946043" sldId="555"/>
        </pc:sldMkLst>
        <pc:spChg chg="add mod">
          <ac:chgData name="Pramod Naik" userId="ceb6df04-ef15-4d9b-a141-998a03559d75" providerId="ADAL" clId="{62E9B5AE-779D-4001-92D3-8FF830A8A9C1}" dt="2025-10-27T05:48:49.273" v="2993" actId="1076"/>
          <ac:spMkLst>
            <pc:docMk/>
            <pc:sldMk cId="2633946043" sldId="555"/>
            <ac:spMk id="10" creationId="{57D60E8E-E4EA-8BC2-BC63-DD933256A14C}"/>
          </ac:spMkLst>
        </pc:s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7" creationId="{2065756A-A698-393E-89A6-518E3AB852CC}"/>
          </ac:grpSpMkLst>
        </pc:gr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9" creationId="{93EB1FD5-AA15-8914-ACFA-513B792B6755}"/>
          </ac:grpSpMkLst>
        </pc:grp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5" creationId="{39E4EA64-2440-DC32-AB5E-E5BE8F979972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" creationId="{5734B1DF-FA33-53D3-35C3-E4BE20DD6679}"/>
          </ac:picMkLst>
        </pc:picChg>
        <pc:picChg chg="add mod">
          <ac:chgData name="Pramod Naik" userId="ceb6df04-ef15-4d9b-a141-998a03559d75" providerId="ADAL" clId="{62E9B5AE-779D-4001-92D3-8FF830A8A9C1}" dt="2025-10-27T05:47:48.203" v="2958" actId="164"/>
          <ac:picMkLst>
            <pc:docMk/>
            <pc:sldMk cId="2633946043" sldId="555"/>
            <ac:picMk id="8" creationId="{B7A47590-E920-AFDD-84F0-59A47B2EF14F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150" creationId="{A47266AD-0BC2-D48F-D828-DB9B756D2271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064" v="2474" actId="47"/>
        <pc:sldMkLst>
          <pc:docMk/>
          <pc:sldMk cId="2892914401" sldId="555"/>
        </pc:sldMkLst>
      </pc:sldChg>
      <pc:sldChg chg="modSp add mod">
        <pc:chgData name="Pramod Naik" userId="ceb6df04-ef15-4d9b-a141-998a03559d75" providerId="ADAL" clId="{62E9B5AE-779D-4001-92D3-8FF830A8A9C1}" dt="2025-10-29T18:23:10.443" v="3433" actId="403"/>
        <pc:sldMkLst>
          <pc:docMk/>
          <pc:sldMk cId="216335680" sldId="556"/>
        </pc:sldMkLst>
        <pc:spChg chg="mod">
          <ac:chgData name="Pramod Naik" userId="ceb6df04-ef15-4d9b-a141-998a03559d75" providerId="ADAL" clId="{62E9B5AE-779D-4001-92D3-8FF830A8A9C1}" dt="2025-10-29T18:23:10.443" v="3433" actId="403"/>
          <ac:spMkLst>
            <pc:docMk/>
            <pc:sldMk cId="216335680" sldId="556"/>
            <ac:spMk id="3" creationId="{93D4FA4F-FF49-9381-9088-14702BE90525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0.085" v="2475" actId="47"/>
        <pc:sldMkLst>
          <pc:docMk/>
          <pc:sldMk cId="1111199599" sldId="556"/>
        </pc:sldMkLst>
      </pc:sldChg>
      <pc:sldChg chg="addSp modSp add mod">
        <pc:chgData name="Pramod Naik" userId="ceb6df04-ef15-4d9b-a141-998a03559d75" providerId="ADAL" clId="{62E9B5AE-779D-4001-92D3-8FF830A8A9C1}" dt="2025-10-29T18:30:34.828" v="3450" actId="403"/>
        <pc:sldMkLst>
          <pc:docMk/>
          <pc:sldMk cId="1678586277" sldId="557"/>
        </pc:sldMkLst>
        <pc:spChg chg="mod">
          <ac:chgData name="Pramod Naik" userId="ceb6df04-ef15-4d9b-a141-998a03559d75" providerId="ADAL" clId="{62E9B5AE-779D-4001-92D3-8FF830A8A9C1}" dt="2025-10-29T18:30:34.828" v="3450" actId="403"/>
          <ac:spMkLst>
            <pc:docMk/>
            <pc:sldMk cId="1678586277" sldId="557"/>
            <ac:spMk id="3" creationId="{BDCB39C3-1BA5-2004-69AF-496300D67748}"/>
          </ac:spMkLst>
        </pc:spChg>
        <pc:picChg chg="add mod modCrop">
          <ac:chgData name="Pramod Naik" userId="ceb6df04-ef15-4d9b-a141-998a03559d75" providerId="ADAL" clId="{62E9B5AE-779D-4001-92D3-8FF830A8A9C1}" dt="2025-10-29T18:30:31.123" v="3447" actId="1076"/>
          <ac:picMkLst>
            <pc:docMk/>
            <pc:sldMk cId="1678586277" sldId="557"/>
            <ac:picMk id="4" creationId="{56264168-4FCB-0C5B-6E12-FA09694F944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06" v="2476" actId="47"/>
        <pc:sldMkLst>
          <pc:docMk/>
          <pc:sldMk cId="2258860110" sldId="557"/>
        </pc:sldMkLst>
      </pc:sldChg>
      <pc:sldChg chg="modSp add mod">
        <pc:chgData name="Pramod Naik" userId="ceb6df04-ef15-4d9b-a141-998a03559d75" providerId="ADAL" clId="{62E9B5AE-779D-4001-92D3-8FF830A8A9C1}" dt="2025-10-29T18:33:27.562" v="3479" actId="403"/>
        <pc:sldMkLst>
          <pc:docMk/>
          <pc:sldMk cId="3215175598" sldId="558"/>
        </pc:sldMkLst>
        <pc:spChg chg="mod">
          <ac:chgData name="Pramod Naik" userId="ceb6df04-ef15-4d9b-a141-998a03559d75" providerId="ADAL" clId="{62E9B5AE-779D-4001-92D3-8FF830A8A9C1}" dt="2025-10-29T18:33:27.562" v="3479" actId="403"/>
          <ac:spMkLst>
            <pc:docMk/>
            <pc:sldMk cId="3215175598" sldId="558"/>
            <ac:spMk id="3" creationId="{40DBE0BE-7C7C-8108-E793-38D4FF50C854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0.143" v="2477" actId="47"/>
        <pc:sldMkLst>
          <pc:docMk/>
          <pc:sldMk cId="3340419842" sldId="558"/>
        </pc:sldMkLst>
      </pc:sldChg>
      <pc:sldChg chg="addSp delSp modSp add mod">
        <pc:chgData name="Pramod Naik" userId="ceb6df04-ef15-4d9b-a141-998a03559d75" providerId="ADAL" clId="{62E9B5AE-779D-4001-92D3-8FF830A8A9C1}" dt="2025-10-29T18:40:46.534" v="3506" actId="1076"/>
        <pc:sldMkLst>
          <pc:docMk/>
          <pc:sldMk cId="1863801318" sldId="559"/>
        </pc:sldMkLst>
        <pc:spChg chg="mod">
          <ac:chgData name="Pramod Naik" userId="ceb6df04-ef15-4d9b-a141-998a03559d75" providerId="ADAL" clId="{62E9B5AE-779D-4001-92D3-8FF830A8A9C1}" dt="2025-10-29T18:34:51.423" v="3481" actId="113"/>
          <ac:spMkLst>
            <pc:docMk/>
            <pc:sldMk cId="1863801318" sldId="559"/>
            <ac:spMk id="3" creationId="{9C1827B3-07A6-EF3F-7D9B-FF00AEEB4D31}"/>
          </ac:spMkLst>
        </pc:spChg>
        <pc:picChg chg="add mod">
          <ac:chgData name="Pramod Naik" userId="ceb6df04-ef15-4d9b-a141-998a03559d75" providerId="ADAL" clId="{62E9B5AE-779D-4001-92D3-8FF830A8A9C1}" dt="2025-10-29T18:40:46.534" v="3506" actId="1076"/>
          <ac:picMkLst>
            <pc:docMk/>
            <pc:sldMk cId="1863801318" sldId="559"/>
            <ac:picMk id="6" creationId="{150AA1F4-AA37-D412-E86C-942DFE6B658C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85" v="2478" actId="47"/>
        <pc:sldMkLst>
          <pc:docMk/>
          <pc:sldMk cId="3804633679" sldId="559"/>
        </pc:sldMkLst>
      </pc:sldChg>
      <pc:sldChg chg="addSp modSp add del mod">
        <pc:chgData name="Pramod Naik" userId="ceb6df04-ef15-4d9b-a141-998a03559d75" providerId="ADAL" clId="{62E9B5AE-779D-4001-92D3-8FF830A8A9C1}" dt="2025-10-26T05:53:00.206" v="2479" actId="47"/>
        <pc:sldMkLst>
          <pc:docMk/>
          <pc:sldMk cId="91052272" sldId="560"/>
        </pc:sldMkLst>
      </pc:sldChg>
      <pc:sldChg chg="addSp modSp add mod">
        <pc:chgData name="Pramod Naik" userId="ceb6df04-ef15-4d9b-a141-998a03559d75" providerId="ADAL" clId="{62E9B5AE-779D-4001-92D3-8FF830A8A9C1}" dt="2025-10-29T18:35:38.105" v="3502" actId="22"/>
        <pc:sldMkLst>
          <pc:docMk/>
          <pc:sldMk cId="561616237" sldId="560"/>
        </pc:sldMkLst>
        <pc:spChg chg="mod">
          <ac:chgData name="Pramod Naik" userId="ceb6df04-ef15-4d9b-a141-998a03559d75" providerId="ADAL" clId="{62E9B5AE-779D-4001-92D3-8FF830A8A9C1}" dt="2025-10-29T18:35:37.820" v="3501" actId="113"/>
          <ac:spMkLst>
            <pc:docMk/>
            <pc:sldMk cId="561616237" sldId="560"/>
            <ac:spMk id="3" creationId="{6E918AB6-1057-4A90-98A6-189364E9A4F4}"/>
          </ac:spMkLst>
        </pc:spChg>
        <pc:picChg chg="add">
          <ac:chgData name="Pramod Naik" userId="ceb6df04-ef15-4d9b-a141-998a03559d75" providerId="ADAL" clId="{62E9B5AE-779D-4001-92D3-8FF830A8A9C1}" dt="2025-10-29T18:35:38.105" v="3502" actId="22"/>
          <ac:picMkLst>
            <pc:docMk/>
            <pc:sldMk cId="561616237" sldId="560"/>
            <ac:picMk id="4" creationId="{A91444B6-7E8C-1280-AE79-4C8517B91DA5}"/>
          </ac:picMkLst>
        </pc:picChg>
      </pc:sldChg>
      <pc:sldChg chg="addSp modSp add mod">
        <pc:chgData name="Pramod Naik" userId="ceb6df04-ef15-4d9b-a141-998a03559d75" providerId="ADAL" clId="{62E9B5AE-779D-4001-92D3-8FF830A8A9C1}" dt="2025-10-29T18:42:03.611" v="3513" actId="1076"/>
        <pc:sldMkLst>
          <pc:docMk/>
          <pc:sldMk cId="1234122165" sldId="561"/>
        </pc:sldMkLst>
        <pc:spChg chg="mod">
          <ac:chgData name="Pramod Naik" userId="ceb6df04-ef15-4d9b-a141-998a03559d75" providerId="ADAL" clId="{62E9B5AE-779D-4001-92D3-8FF830A8A9C1}" dt="2025-10-29T18:41:36.616" v="3510" actId="20577"/>
          <ac:spMkLst>
            <pc:docMk/>
            <pc:sldMk cId="1234122165" sldId="561"/>
            <ac:spMk id="3" creationId="{35C85EA4-B4B5-CF44-7889-0C522E9BF5A5}"/>
          </ac:spMkLst>
        </pc:spChg>
        <pc:picChg chg="add mod">
          <ac:chgData name="Pramod Naik" userId="ceb6df04-ef15-4d9b-a141-998a03559d75" providerId="ADAL" clId="{62E9B5AE-779D-4001-92D3-8FF830A8A9C1}" dt="2025-10-29T18:42:03.611" v="3513" actId="1076"/>
          <ac:picMkLst>
            <pc:docMk/>
            <pc:sldMk cId="1234122165" sldId="561"/>
            <ac:picMk id="4" creationId="{0FADDEBE-66B0-6531-2652-F2AD0149752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2.050" v="2489" actId="47"/>
        <pc:sldMkLst>
          <pc:docMk/>
          <pc:sldMk cId="4037816503" sldId="561"/>
        </pc:sldMkLst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modSp add mod">
        <pc:chgData name="Pramod Naik" userId="ceb6df04-ef15-4d9b-a141-998a03559d75" providerId="ADAL" clId="{62E9B5AE-779D-4001-92D3-8FF830A8A9C1}" dt="2025-10-29T18:43:06.446" v="3529" actId="113"/>
        <pc:sldMkLst>
          <pc:docMk/>
          <pc:sldMk cId="172351539" sldId="562"/>
        </pc:sldMkLst>
        <pc:spChg chg="mod">
          <ac:chgData name="Pramod Naik" userId="ceb6df04-ef15-4d9b-a141-998a03559d75" providerId="ADAL" clId="{62E9B5AE-779D-4001-92D3-8FF830A8A9C1}" dt="2025-10-29T18:43:06.446" v="3529" actId="113"/>
          <ac:spMkLst>
            <pc:docMk/>
            <pc:sldMk cId="172351539" sldId="562"/>
            <ac:spMk id="3" creationId="{82C59336-0695-7311-88FA-940BF6424B61}"/>
          </ac:spMkLst>
        </pc:spChg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del mod">
        <pc:chgData name="Pramod Naik" userId="ceb6df04-ef15-4d9b-a141-998a03559d75" providerId="ADAL" clId="{62E9B5AE-779D-4001-92D3-8FF830A8A9C1}" dt="2025-10-26T05:53:02.077" v="2490" actId="47"/>
        <pc:sldMkLst>
          <pc:docMk/>
          <pc:sldMk cId="1912196509" sldId="562"/>
        </pc:sldMkLst>
      </pc:sldChg>
      <pc:sldChg chg="addSp modSp add mod ord">
        <pc:chgData name="Pramod Naik" userId="ceb6df04-ef15-4d9b-a141-998a03559d75" providerId="ADAL" clId="{62E9B5AE-779D-4001-92D3-8FF830A8A9C1}" dt="2025-11-01T13:56:55.828" v="3550"/>
        <pc:sldMkLst>
          <pc:docMk/>
          <pc:sldMk cId="2473509293" sldId="563"/>
        </pc:sldMkLst>
        <pc:grpChg chg="add mod">
          <ac:chgData name="Pramod Naik" userId="ceb6df04-ef15-4d9b-a141-998a03559d75" providerId="ADAL" clId="{62E9B5AE-779D-4001-92D3-8FF830A8A9C1}" dt="2025-11-01T13:56:03.490" v="3546" actId="164"/>
          <ac:grpSpMkLst>
            <pc:docMk/>
            <pc:sldMk cId="2473509293" sldId="563"/>
            <ac:grpSpMk id="6" creationId="{49601D0F-58B5-676D-9A15-6B1F2A3F9304}"/>
          </ac:grpSpMkLst>
        </pc:grp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4" creationId="{77966D3B-8D55-5AA0-4C04-E4073BB8BB50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5" creationId="{6CD3631C-A2F6-485B-9830-1404F936094A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1026" creationId="{A4B8EA69-61EC-BD90-5B1D-226695348111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113" v="2491" actId="47"/>
        <pc:sldMkLst>
          <pc:docMk/>
          <pc:sldMk cId="3246291351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43" v="2492" actId="47"/>
        <pc:sldMkLst>
          <pc:docMk/>
          <pc:sldMk cId="813558974" sldId="564"/>
        </pc:sldMkLst>
      </pc:sldChg>
      <pc:sldChg chg="addSp delSp modSp add mod ord">
        <pc:chgData name="Pramod Naik" userId="ceb6df04-ef15-4d9b-a141-998a03559d75" providerId="ADAL" clId="{62E9B5AE-779D-4001-92D3-8FF830A8A9C1}" dt="2025-11-01T13:58:51.691" v="3560" actId="1076"/>
        <pc:sldMkLst>
          <pc:docMk/>
          <pc:sldMk cId="1794317502" sldId="564"/>
        </pc:sldMkLst>
        <pc:spChg chg="del">
          <ac:chgData name="Pramod Naik" userId="ceb6df04-ef15-4d9b-a141-998a03559d75" providerId="ADAL" clId="{62E9B5AE-779D-4001-92D3-8FF830A8A9C1}" dt="2025-11-01T13:58:47.281" v="3559" actId="478"/>
          <ac:spMkLst>
            <pc:docMk/>
            <pc:sldMk cId="1794317502" sldId="564"/>
            <ac:spMk id="3" creationId="{FC24096A-3BE6-88B2-F3CC-318F849A5EAF}"/>
          </ac:spMkLst>
        </pc:spChg>
        <pc:picChg chg="add mod">
          <ac:chgData name="Pramod Naik" userId="ceb6df04-ef15-4d9b-a141-998a03559d75" providerId="ADAL" clId="{62E9B5AE-779D-4001-92D3-8FF830A8A9C1}" dt="2025-11-01T13:58:51.691" v="3560" actId="1076"/>
          <ac:picMkLst>
            <pc:docMk/>
            <pc:sldMk cId="1794317502" sldId="564"/>
            <ac:picMk id="2050" creationId="{F581DCC5-6A64-8FC8-35F6-9DD8C8F6F6B3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3:02.177" v="2493" actId="47"/>
        <pc:sldMkLst>
          <pc:docMk/>
          <pc:sldMk cId="494025414" sldId="565"/>
        </pc:sldMkLst>
      </pc:sldChg>
      <pc:sldChg chg="addSp delSp modSp add mod setBg">
        <pc:chgData name="Pramod Naik" userId="ceb6df04-ef15-4d9b-a141-998a03559d75" providerId="ADAL" clId="{62E9B5AE-779D-4001-92D3-8FF830A8A9C1}" dt="2025-11-01T14:03:23.049" v="3620" actId="20577"/>
        <pc:sldMkLst>
          <pc:docMk/>
          <pc:sldMk cId="4103649649" sldId="565"/>
        </pc:sldMkLst>
        <pc:spChg chg="mod">
          <ac:chgData name="Pramod Naik" userId="ceb6df04-ef15-4d9b-a141-998a03559d75" providerId="ADAL" clId="{62E9B5AE-779D-4001-92D3-8FF830A8A9C1}" dt="2025-11-01T14:03:23.049" v="3620" actId="20577"/>
          <ac:spMkLst>
            <pc:docMk/>
            <pc:sldMk cId="4103649649" sldId="565"/>
            <ac:spMk id="3" creationId="{998A68B0-5C24-F615-D4FC-1FBD05838EC3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79" creationId="{4F8E18AC-903E-4B46-8CC0-FE20E612CE37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81" creationId="{3DEE38FB-0763-470C-8A5E-44456B5130D7}"/>
          </ac:spMkLst>
        </pc:spChg>
        <pc:spChg chg="add del">
          <ac:chgData name="Pramod Naik" userId="ceb6df04-ef15-4d9b-a141-998a03559d75" providerId="ADAL" clId="{62E9B5AE-779D-4001-92D3-8FF830A8A9C1}" dt="2025-11-01T14:01:40.662" v="3600" actId="26606"/>
          <ac:spMkLst>
            <pc:docMk/>
            <pc:sldMk cId="4103649649" sldId="565"/>
            <ac:spMk id="3083" creationId="{F1D6E6C0-11C7-4A38-BD12-80741960B53C}"/>
          </ac:spMkLst>
        </pc:spChg>
        <pc:grpChg chg="add del">
          <ac:chgData name="Pramod Naik" userId="ceb6df04-ef15-4d9b-a141-998a03559d75" providerId="ADAL" clId="{62E9B5AE-779D-4001-92D3-8FF830A8A9C1}" dt="2025-11-01T14:01:40.662" v="3600" actId="26606"/>
          <ac:grpSpMkLst>
            <pc:docMk/>
            <pc:sldMk cId="4103649649" sldId="565"/>
            <ac:grpSpMk id="3085" creationId="{2B16E781-E64A-4007-B0F1-5A50135A4276}"/>
          </ac:grpSpMkLst>
        </pc:grpChg>
        <pc:picChg chg="add mod">
          <ac:chgData name="Pramod Naik" userId="ceb6df04-ef15-4d9b-a141-998a03559d75" providerId="ADAL" clId="{62E9B5AE-779D-4001-92D3-8FF830A8A9C1}" dt="2025-11-01T14:01:48.812" v="3602" actId="1076"/>
          <ac:picMkLst>
            <pc:docMk/>
            <pc:sldMk cId="4103649649" sldId="565"/>
            <ac:picMk id="3074" creationId="{23DB1387-FE1B-A757-97F1-2CCA1CABF6B8}"/>
          </ac:picMkLst>
        </pc:picChg>
      </pc:sldChg>
      <pc:sldChg chg="modSp add mod ord">
        <pc:chgData name="Pramod Naik" userId="ceb6df04-ef15-4d9b-a141-998a03559d75" providerId="ADAL" clId="{62E9B5AE-779D-4001-92D3-8FF830A8A9C1}" dt="2025-11-01T14:12:54.882" v="3849" actId="207"/>
        <pc:sldMkLst>
          <pc:docMk/>
          <pc:sldMk cId="3712268275" sldId="566"/>
        </pc:sldMkLst>
        <pc:spChg chg="mod">
          <ac:chgData name="Pramod Naik" userId="ceb6df04-ef15-4d9b-a141-998a03559d75" providerId="ADAL" clId="{62E9B5AE-779D-4001-92D3-8FF830A8A9C1}" dt="2025-11-01T14:12:54.882" v="3849" actId="207"/>
          <ac:spMkLst>
            <pc:docMk/>
            <pc:sldMk cId="3712268275" sldId="566"/>
            <ac:spMk id="3" creationId="{4298DA18-9AFF-9C1F-AC4C-6351501744B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2.205" v="2494" actId="47"/>
        <pc:sldMkLst>
          <pc:docMk/>
          <pc:sldMk cId="4083528472" sldId="566"/>
        </pc:sldMkLst>
      </pc:sldChg>
      <pc:sldChg chg="addSp modSp add mod ord">
        <pc:chgData name="Pramod Naik" userId="ceb6df04-ef15-4d9b-a141-998a03559d75" providerId="ADAL" clId="{62E9B5AE-779D-4001-92D3-8FF830A8A9C1}" dt="2025-11-01T14:05:27.088" v="3717" actId="20577"/>
        <pc:sldMkLst>
          <pc:docMk/>
          <pc:sldMk cId="1517013679" sldId="567"/>
        </pc:sldMkLst>
        <pc:spChg chg="mod">
          <ac:chgData name="Pramod Naik" userId="ceb6df04-ef15-4d9b-a141-998a03559d75" providerId="ADAL" clId="{62E9B5AE-779D-4001-92D3-8FF830A8A9C1}" dt="2025-11-01T14:05:27.088" v="3717" actId="20577"/>
          <ac:spMkLst>
            <pc:docMk/>
            <pc:sldMk cId="1517013679" sldId="567"/>
            <ac:spMk id="3" creationId="{F0BD15C9-DAF0-3253-6761-4709721837D1}"/>
          </ac:spMkLst>
        </pc:spChg>
        <pc:picChg chg="add mod modCrop">
          <ac:chgData name="Pramod Naik" userId="ceb6df04-ef15-4d9b-a141-998a03559d75" providerId="ADAL" clId="{62E9B5AE-779D-4001-92D3-8FF830A8A9C1}" dt="2025-11-01T14:05:06.700" v="3691" actId="732"/>
          <ac:picMkLst>
            <pc:docMk/>
            <pc:sldMk cId="1517013679" sldId="567"/>
            <ac:picMk id="4" creationId="{B3540E61-41BD-C529-F3F5-E658F2D9590A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247" v="2495" actId="47"/>
        <pc:sldMkLst>
          <pc:docMk/>
          <pc:sldMk cId="4110756528" sldId="567"/>
        </pc:sldMkLst>
      </pc:sldChg>
      <pc:sldChg chg="modSp add del mod">
        <pc:chgData name="Pramod Naik" userId="ceb6df04-ef15-4d9b-a141-998a03559d75" providerId="ADAL" clId="{62E9B5AE-779D-4001-92D3-8FF830A8A9C1}" dt="2025-10-26T05:53:02.276" v="2496" actId="47"/>
        <pc:sldMkLst>
          <pc:docMk/>
          <pc:sldMk cId="1668062704" sldId="568"/>
        </pc:sldMkLst>
      </pc:sldChg>
      <pc:sldChg chg="addSp modSp add mod">
        <pc:chgData name="Pramod Naik" userId="ceb6df04-ef15-4d9b-a141-998a03559d75" providerId="ADAL" clId="{62E9B5AE-779D-4001-92D3-8FF830A8A9C1}" dt="2025-11-01T14:07:57.957" v="3824" actId="1076"/>
        <pc:sldMkLst>
          <pc:docMk/>
          <pc:sldMk cId="2275605110" sldId="568"/>
        </pc:sldMkLst>
        <pc:spChg chg="mod">
          <ac:chgData name="Pramod Naik" userId="ceb6df04-ef15-4d9b-a141-998a03559d75" providerId="ADAL" clId="{62E9B5AE-779D-4001-92D3-8FF830A8A9C1}" dt="2025-11-01T14:07:34.749" v="3820" actId="113"/>
          <ac:spMkLst>
            <pc:docMk/>
            <pc:sldMk cId="2275605110" sldId="568"/>
            <ac:spMk id="3" creationId="{B3263A9C-41D5-DC27-AE5E-66517C1A8A59}"/>
          </ac:spMkLst>
        </pc:spChg>
        <pc:picChg chg="add mod modCrop">
          <ac:chgData name="Pramod Naik" userId="ceb6df04-ef15-4d9b-a141-998a03559d75" providerId="ADAL" clId="{62E9B5AE-779D-4001-92D3-8FF830A8A9C1}" dt="2025-11-01T14:07:15.013" v="3801" actId="1076"/>
          <ac:picMkLst>
            <pc:docMk/>
            <pc:sldMk cId="2275605110" sldId="568"/>
            <ac:picMk id="4" creationId="{2F7C5F61-40DF-DA69-510B-E4FE5542F0CB}"/>
          </ac:picMkLst>
        </pc:picChg>
        <pc:picChg chg="add mod modCrop">
          <ac:chgData name="Pramod Naik" userId="ceb6df04-ef15-4d9b-a141-998a03559d75" providerId="ADAL" clId="{62E9B5AE-779D-4001-92D3-8FF830A8A9C1}" dt="2025-11-01T14:07:19.691" v="3804" actId="1076"/>
          <ac:picMkLst>
            <pc:docMk/>
            <pc:sldMk cId="2275605110" sldId="568"/>
            <ac:picMk id="6" creationId="{436F1722-8529-ED38-B75B-7CB4EF90B1DB}"/>
          </ac:picMkLst>
        </pc:picChg>
        <pc:picChg chg="add mod modCrop">
          <ac:chgData name="Pramod Naik" userId="ceb6df04-ef15-4d9b-a141-998a03559d75" providerId="ADAL" clId="{62E9B5AE-779D-4001-92D3-8FF830A8A9C1}" dt="2025-11-01T14:07:57.957" v="3824" actId="1076"/>
          <ac:picMkLst>
            <pc:docMk/>
            <pc:sldMk cId="2275605110" sldId="568"/>
            <ac:picMk id="8" creationId="{17A57875-2B92-4E86-8275-FA43CAAE948D}"/>
          </ac:picMkLst>
        </pc:picChg>
        <pc:picChg chg="add mod">
          <ac:chgData name="Pramod Naik" userId="ceb6df04-ef15-4d9b-a141-998a03559d75" providerId="ADAL" clId="{62E9B5AE-779D-4001-92D3-8FF830A8A9C1}" dt="2025-11-01T14:07:56.297" v="3823" actId="1076"/>
          <ac:picMkLst>
            <pc:docMk/>
            <pc:sldMk cId="2275605110" sldId="568"/>
            <ac:picMk id="10" creationId="{CACE381B-CEAD-7E87-2F8C-5311F69EE758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307" v="2497" actId="47"/>
        <pc:sldMkLst>
          <pc:docMk/>
          <pc:sldMk cId="959162173" sldId="569"/>
        </pc:sldMkLst>
      </pc:sldChg>
      <pc:sldChg chg="addSp modSp add mod">
        <pc:chgData name="Pramod Naik" userId="ceb6df04-ef15-4d9b-a141-998a03559d75" providerId="ADAL" clId="{62E9B5AE-779D-4001-92D3-8FF830A8A9C1}" dt="2025-11-01T14:17:04.171" v="3925" actId="113"/>
        <pc:sldMkLst>
          <pc:docMk/>
          <pc:sldMk cId="3330856063" sldId="569"/>
        </pc:sldMkLst>
        <pc:spChg chg="mod">
          <ac:chgData name="Pramod Naik" userId="ceb6df04-ef15-4d9b-a141-998a03559d75" providerId="ADAL" clId="{62E9B5AE-779D-4001-92D3-8FF830A8A9C1}" dt="2025-11-01T14:17:04.171" v="3925" actId="113"/>
          <ac:spMkLst>
            <pc:docMk/>
            <pc:sldMk cId="3330856063" sldId="569"/>
            <ac:spMk id="3" creationId="{33B14B21-6322-A82C-BD09-4093DCB77DBC}"/>
          </ac:spMkLst>
        </pc:spChg>
        <pc:picChg chg="add mod">
          <ac:chgData name="Pramod Naik" userId="ceb6df04-ef15-4d9b-a141-998a03559d75" providerId="ADAL" clId="{62E9B5AE-779D-4001-92D3-8FF830A8A9C1}" dt="2025-11-01T14:16:49.365" v="3923" actId="1076"/>
          <ac:picMkLst>
            <pc:docMk/>
            <pc:sldMk cId="3330856063" sldId="569"/>
            <ac:picMk id="4098" creationId="{55E09A31-F14C-44ED-B1A6-48F50165A176}"/>
          </ac:picMkLst>
        </pc:picChg>
      </pc:sldChg>
      <pc:sldChg chg="addSp modSp add mod">
        <pc:chgData name="Pramod Naik" userId="ceb6df04-ef15-4d9b-a141-998a03559d75" providerId="ADAL" clId="{62E9B5AE-779D-4001-92D3-8FF830A8A9C1}" dt="2025-11-01T14:19:26.509" v="3948" actId="113"/>
        <pc:sldMkLst>
          <pc:docMk/>
          <pc:sldMk cId="1668023934" sldId="570"/>
        </pc:sldMkLst>
        <pc:spChg chg="mod">
          <ac:chgData name="Pramod Naik" userId="ceb6df04-ef15-4d9b-a141-998a03559d75" providerId="ADAL" clId="{62E9B5AE-779D-4001-92D3-8FF830A8A9C1}" dt="2025-11-01T14:18:37.921" v="3929" actId="113"/>
          <ac:spMkLst>
            <pc:docMk/>
            <pc:sldMk cId="1668023934" sldId="570"/>
            <ac:spMk id="3" creationId="{F89D1488-AAC8-CA94-3CED-A347136BED80}"/>
          </ac:spMkLst>
        </pc:spChg>
        <pc:graphicFrameChg chg="add mod modGraphic">
          <ac:chgData name="Pramod Naik" userId="ceb6df04-ef15-4d9b-a141-998a03559d75" providerId="ADAL" clId="{62E9B5AE-779D-4001-92D3-8FF830A8A9C1}" dt="2025-11-01T14:19:26.509" v="3948" actId="113"/>
          <ac:graphicFrameMkLst>
            <pc:docMk/>
            <pc:sldMk cId="1668023934" sldId="570"/>
            <ac:graphicFrameMk id="2" creationId="{BF9CE034-CEC3-74EB-B561-CCC7056A7BFD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337" v="2498" actId="47"/>
        <pc:sldMkLst>
          <pc:docMk/>
          <pc:sldMk cId="3252099199" sldId="570"/>
        </pc:sldMkLst>
      </pc:sldChg>
      <pc:sldChg chg="addSp delSp modSp add del mod">
        <pc:chgData name="Pramod Naik" userId="ceb6df04-ef15-4d9b-a141-998a03559d75" providerId="ADAL" clId="{62E9B5AE-779D-4001-92D3-8FF830A8A9C1}" dt="2025-10-26T05:53:02.373" v="2499" actId="47"/>
        <pc:sldMkLst>
          <pc:docMk/>
          <pc:sldMk cId="1073918120" sldId="571"/>
        </pc:sldMkLst>
      </pc:sldChg>
      <pc:sldChg chg="addSp modSp add mod">
        <pc:chgData name="Pramod Naik" userId="ceb6df04-ef15-4d9b-a141-998a03559d75" providerId="ADAL" clId="{62E9B5AE-779D-4001-92D3-8FF830A8A9C1}" dt="2025-11-01T14:21:41.211" v="3969" actId="1076"/>
        <pc:sldMkLst>
          <pc:docMk/>
          <pc:sldMk cId="1873530423" sldId="571"/>
        </pc:sldMkLst>
        <pc:spChg chg="mod">
          <ac:chgData name="Pramod Naik" userId="ceb6df04-ef15-4d9b-a141-998a03559d75" providerId="ADAL" clId="{62E9B5AE-779D-4001-92D3-8FF830A8A9C1}" dt="2025-11-01T14:20:13.727" v="3954" actId="20577"/>
          <ac:spMkLst>
            <pc:docMk/>
            <pc:sldMk cId="1873530423" sldId="571"/>
            <ac:spMk id="3" creationId="{BEB1F599-617A-8661-24F8-C8DC9394C1CF}"/>
          </ac:spMkLst>
        </pc:spChg>
        <pc:graphicFrameChg chg="add mod modGraphic">
          <ac:chgData name="Pramod Naik" userId="ceb6df04-ef15-4d9b-a141-998a03559d75" providerId="ADAL" clId="{62E9B5AE-779D-4001-92D3-8FF830A8A9C1}" dt="2025-11-01T14:21:41.211" v="3969" actId="1076"/>
          <ac:graphicFrameMkLst>
            <pc:docMk/>
            <pc:sldMk cId="1873530423" sldId="571"/>
            <ac:graphicFrameMk id="2" creationId="{33280359-D07B-2B59-F42A-322E79B79653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406" v="2500" actId="47"/>
        <pc:sldMkLst>
          <pc:docMk/>
          <pc:sldMk cId="1808909135" sldId="572"/>
        </pc:sldMkLst>
      </pc:sldChg>
      <pc:sldChg chg="addSp modSp add mod">
        <pc:chgData name="Pramod Naik" userId="ceb6df04-ef15-4d9b-a141-998a03559d75" providerId="ADAL" clId="{62E9B5AE-779D-4001-92D3-8FF830A8A9C1}" dt="2025-11-01T14:23:25.747" v="3998" actId="207"/>
        <pc:sldMkLst>
          <pc:docMk/>
          <pc:sldMk cId="3371284684" sldId="572"/>
        </pc:sldMkLst>
        <pc:spChg chg="mod">
          <ac:chgData name="Pramod Naik" userId="ceb6df04-ef15-4d9b-a141-998a03559d75" providerId="ADAL" clId="{62E9B5AE-779D-4001-92D3-8FF830A8A9C1}" dt="2025-11-01T14:22:05.546" v="3977" actId="113"/>
          <ac:spMkLst>
            <pc:docMk/>
            <pc:sldMk cId="3371284684" sldId="572"/>
            <ac:spMk id="3" creationId="{87C75E1D-1CE5-1261-20F2-DE4C478C4FD4}"/>
          </ac:spMkLst>
        </pc:spChg>
        <pc:graphicFrameChg chg="add mod modGraphic">
          <ac:chgData name="Pramod Naik" userId="ceb6df04-ef15-4d9b-a141-998a03559d75" providerId="ADAL" clId="{62E9B5AE-779D-4001-92D3-8FF830A8A9C1}" dt="2025-11-01T14:23:25.747" v="3998" actId="207"/>
          <ac:graphicFrameMkLst>
            <pc:docMk/>
            <pc:sldMk cId="3371284684" sldId="572"/>
            <ac:graphicFrameMk id="2" creationId="{CFF705E1-5BC1-64F6-0431-772B4BBBABAE}"/>
          </ac:graphicFrameMkLst>
        </pc:graphicFrameChg>
      </pc:sldChg>
      <pc:sldChg chg="addSp modSp add del mod">
        <pc:chgData name="Pramod Naik" userId="ceb6df04-ef15-4d9b-a141-998a03559d75" providerId="ADAL" clId="{62E9B5AE-779D-4001-92D3-8FF830A8A9C1}" dt="2025-10-26T05:53:02.438" v="2501" actId="47"/>
        <pc:sldMkLst>
          <pc:docMk/>
          <pc:sldMk cId="636557185" sldId="573"/>
        </pc:sldMkLst>
      </pc:sldChg>
      <pc:sldChg chg="addSp modSp add mod">
        <pc:chgData name="Pramod Naik" userId="ceb6df04-ef15-4d9b-a141-998a03559d75" providerId="ADAL" clId="{62E9B5AE-779D-4001-92D3-8FF830A8A9C1}" dt="2025-11-01T14:25:04.390" v="4053" actId="5793"/>
        <pc:sldMkLst>
          <pc:docMk/>
          <pc:sldMk cId="699174406" sldId="573"/>
        </pc:sldMkLst>
        <pc:spChg chg="mod">
          <ac:chgData name="Pramod Naik" userId="ceb6df04-ef15-4d9b-a141-998a03559d75" providerId="ADAL" clId="{62E9B5AE-779D-4001-92D3-8FF830A8A9C1}" dt="2025-11-01T14:25:04.390" v="4053" actId="5793"/>
          <ac:spMkLst>
            <pc:docMk/>
            <pc:sldMk cId="699174406" sldId="573"/>
            <ac:spMk id="3" creationId="{62BF5EFD-79BA-AE8F-19B2-C71FE0F7CB99}"/>
          </ac:spMkLst>
        </pc:spChg>
        <pc:picChg chg="add mod">
          <ac:chgData name="Pramod Naik" userId="ceb6df04-ef15-4d9b-a141-998a03559d75" providerId="ADAL" clId="{62E9B5AE-779D-4001-92D3-8FF830A8A9C1}" dt="2025-11-01T14:24:43.136" v="4038" actId="1076"/>
          <ac:picMkLst>
            <pc:docMk/>
            <pc:sldMk cId="699174406" sldId="573"/>
            <ac:picMk id="4" creationId="{3DE112C0-4CC9-175A-CF8D-8379C578B253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2.473" v="2502" actId="47"/>
        <pc:sldMkLst>
          <pc:docMk/>
          <pc:sldMk cId="2101197699" sldId="574"/>
        </pc:sldMkLst>
      </pc:sldChg>
      <pc:sldChg chg="add">
        <pc:chgData name="Pramod Naik" userId="ceb6df04-ef15-4d9b-a141-998a03559d75" providerId="ADAL" clId="{62E9B5AE-779D-4001-92D3-8FF830A8A9C1}" dt="2025-11-01T14:04:20.010" v="3673"/>
        <pc:sldMkLst>
          <pc:docMk/>
          <pc:sldMk cId="4026936663" sldId="574"/>
        </pc:sldMkLst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">
        <pc:chgData name="Pramod Naik" userId="ceb6df04-ef15-4d9b-a141-998a03559d75" providerId="ADAL" clId="{62E9B5AE-779D-4001-92D3-8FF830A8A9C1}" dt="2025-11-01T14:04:20.055" v="3674"/>
        <pc:sldMkLst>
          <pc:docMk/>
          <pc:sldMk cId="3130721367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">
        <pc:chgData name="Pramod Naik" userId="ceb6df04-ef15-4d9b-a141-998a03559d75" providerId="ADAL" clId="{62E9B5AE-779D-4001-92D3-8FF830A8A9C1}" dt="2025-11-01T14:04:20.090" v="3675"/>
        <pc:sldMkLst>
          <pc:docMk/>
          <pc:sldMk cId="1462992910" sldId="576"/>
        </pc:sldMkLst>
      </pc:sldChg>
      <pc:sldChg chg="add">
        <pc:chgData name="Pramod Naik" userId="ceb6df04-ef15-4d9b-a141-998a03559d75" providerId="ADAL" clId="{62E9B5AE-779D-4001-92D3-8FF830A8A9C1}" dt="2025-11-01T14:04:20.110" v="3676"/>
        <pc:sldMkLst>
          <pc:docMk/>
          <pc:sldMk cId="2559913098" sldId="577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">
        <pc:chgData name="Pramod Naik" userId="ceb6df04-ef15-4d9b-a141-998a03559d75" providerId="ADAL" clId="{62E9B5AE-779D-4001-92D3-8FF830A8A9C1}" dt="2025-11-01T14:04:20.153" v="3677"/>
        <pc:sldMkLst>
          <pc:docMk/>
          <pc:sldMk cId="238499470" sldId="578"/>
        </pc:sldMkLst>
      </pc:sldChg>
      <pc:sldChg chg="addSp delSp modSp add del mod">
        <pc:chgData name="Pramod Naik" userId="ceb6df04-ef15-4d9b-a141-998a03559d75" providerId="ADAL" clId="{62E9B5AE-779D-4001-92D3-8FF830A8A9C1}" dt="2025-10-26T05:53:02.506" v="2503" actId="47"/>
        <pc:sldMkLst>
          <pc:docMk/>
          <pc:sldMk cId="2851575667" sldId="578"/>
        </pc:sldMkLst>
      </pc:sldChg>
      <pc:sldChg chg="add">
        <pc:chgData name="Pramod Naik" userId="ceb6df04-ef15-4d9b-a141-998a03559d75" providerId="ADAL" clId="{62E9B5AE-779D-4001-92D3-8FF830A8A9C1}" dt="2025-11-01T14:04:20.176" v="3678"/>
        <pc:sldMkLst>
          <pc:docMk/>
          <pc:sldMk cId="4133616361" sldId="579"/>
        </pc:sldMkLst>
      </pc:sldChg>
      <pc:sldChg chg="add">
        <pc:chgData name="Pramod Naik" userId="ceb6df04-ef15-4d9b-a141-998a03559d75" providerId="ADAL" clId="{62E9B5AE-779D-4001-92D3-8FF830A8A9C1}" dt="2025-11-01T14:04:20.217" v="3679"/>
        <pc:sldMkLst>
          <pc:docMk/>
          <pc:sldMk cId="133758683" sldId="580"/>
        </pc:sldMkLst>
      </pc:sldChg>
      <pc:sldChg chg="add">
        <pc:chgData name="Pramod Naik" userId="ceb6df04-ef15-4d9b-a141-998a03559d75" providerId="ADAL" clId="{62E9B5AE-779D-4001-92D3-8FF830A8A9C1}" dt="2025-11-01T14:04:20.245" v="3680"/>
        <pc:sldMkLst>
          <pc:docMk/>
          <pc:sldMk cId="2779355306" sldId="581"/>
        </pc:sldMkLst>
      </pc:sldChg>
      <pc:sldChg chg="add">
        <pc:chgData name="Pramod Naik" userId="ceb6df04-ef15-4d9b-a141-998a03559d75" providerId="ADAL" clId="{62E9B5AE-779D-4001-92D3-8FF830A8A9C1}" dt="2025-11-01T14:04:20.283" v="3681"/>
        <pc:sldMkLst>
          <pc:docMk/>
          <pc:sldMk cId="1341148807" sldId="582"/>
        </pc:sldMkLst>
      </pc:sldChg>
      <pc:sldChg chg="add">
        <pc:chgData name="Pramod Naik" userId="ceb6df04-ef15-4d9b-a141-998a03559d75" providerId="ADAL" clId="{62E9B5AE-779D-4001-92D3-8FF830A8A9C1}" dt="2025-11-01T14:04:20.314" v="3682"/>
        <pc:sldMkLst>
          <pc:docMk/>
          <pc:sldMk cId="1068831768" sldId="583"/>
        </pc:sldMkLst>
      </pc:sldChg>
      <pc:sldChg chg="add">
        <pc:chgData name="Pramod Naik" userId="ceb6df04-ef15-4d9b-a141-998a03559d75" providerId="ADAL" clId="{62E9B5AE-779D-4001-92D3-8FF830A8A9C1}" dt="2025-11-01T14:04:20.351" v="3683"/>
        <pc:sldMkLst>
          <pc:docMk/>
          <pc:sldMk cId="4084032356" sldId="584"/>
        </pc:sldMkLst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11/1/2025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11/1/2025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11/1/2025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1. 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Python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/>
              <a:t>PYPI</a:t>
            </a:r>
            <a:r>
              <a:rPr lang="en-US" sz="2400" dirty="0"/>
              <a:t> </a:t>
            </a:r>
            <a:r>
              <a:rPr lang="en-US" sz="2400" b="1" dirty="0"/>
              <a:t>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09" y="1733157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11" y="1703088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431" y="3588756"/>
            <a:ext cx="5400000" cy="8095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79E9F93-B544-6459-D770-A2C538F04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586" y="5427576"/>
            <a:ext cx="3671994" cy="749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3EB1FD5-AA15-8914-ACFA-513B792B6755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065756A-A698-393E-89A6-518E3AB852CC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6150" name="Picture 6" descr="REST Model">
                <a:extLst>
                  <a:ext uri="{FF2B5EF4-FFF2-40B4-BE49-F238E27FC236}">
                    <a16:creationId xmlns:a16="http://schemas.microsoft.com/office/drawing/2014/main" id="{A47266AD-0BC2-D48F-D828-DB9B756D22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733425"/>
                <a:ext cx="12192000" cy="53911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39E4EA64-2440-DC32-AB5E-E5BE8F9799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73342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5734B1DF-FA33-53D3-35C3-E4BE20DD66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5840819"/>
                <a:ext cx="12192000" cy="1017181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A47590-E920-AFDD-84F0-59A47B2EF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799" y="1371600"/>
              <a:ext cx="1222745" cy="361507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7D60E8E-E4EA-8BC2-BC63-DD933256A14C}"/>
              </a:ext>
            </a:extLst>
          </p:cNvPr>
          <p:cNvSpPr txBox="1"/>
          <p:nvPr/>
        </p:nvSpPr>
        <p:spPr>
          <a:xfrm>
            <a:off x="2902687" y="638175"/>
            <a:ext cx="5582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latin typeface="+mj-lt"/>
              </a:rPr>
              <a:t>Client Request Data in</a:t>
            </a:r>
          </a:p>
        </p:txBody>
      </p:sp>
    </p:spTree>
    <p:extLst>
      <p:ext uri="{BB962C8B-B14F-4D97-AF65-F5344CB8AC3E}">
        <p14:creationId xmlns:p14="http://schemas.microsoft.com/office/powerpoint/2010/main" val="2633946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b="1" dirty="0"/>
              <a:t>Cookies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</a:t>
            </a:r>
            <a:r>
              <a:rPr lang="en-US" sz="2400" b="1" dirty="0"/>
              <a:t>filtering</a:t>
            </a:r>
            <a:r>
              <a:rPr lang="en-US" sz="2400" dirty="0"/>
              <a:t>, </a:t>
            </a:r>
            <a:r>
              <a:rPr lang="en-US" sz="2400" b="1" dirty="0"/>
              <a:t>searching</a:t>
            </a:r>
            <a:r>
              <a:rPr lang="en-US" sz="2400" dirty="0"/>
              <a:t>, or </a:t>
            </a:r>
            <a:r>
              <a:rPr lang="en-US" sz="2400" b="1" dirty="0"/>
              <a:t>pagination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r>
              <a:rPr lang="en-US" sz="2400" b="1" dirty="0">
                <a:solidFill>
                  <a:srgbClr val="C00000"/>
                </a:solidFill>
              </a:rPr>
              <a:t>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</a:t>
            </a:r>
            <a:r>
              <a:rPr lang="en-US" sz="2200" b="1" dirty="0"/>
              <a:t>filtering</a:t>
            </a:r>
            <a:r>
              <a:rPr lang="en-US" sz="2200" dirty="0"/>
              <a:t> and </a:t>
            </a:r>
            <a:r>
              <a:rPr lang="en-US" sz="2200" b="1" dirty="0"/>
              <a:t>controlling API responses</a:t>
            </a:r>
            <a:r>
              <a:rPr lang="en-US" sz="2200" dirty="0"/>
              <a:t>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Header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</a:t>
            </a:r>
            <a:r>
              <a:rPr lang="en-US" sz="2400" b="1" dirty="0"/>
              <a:t>required</a:t>
            </a:r>
            <a:r>
              <a:rPr lang="en-US" sz="2400" dirty="0"/>
              <a:t> or </a:t>
            </a:r>
            <a:r>
              <a:rPr lang="en-US" sz="2400" b="1" dirty="0"/>
              <a:t>optional</a:t>
            </a:r>
            <a:r>
              <a:rPr lang="en-US" sz="2400" dirty="0"/>
              <a:t>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>
                <a:solidFill>
                  <a:srgbClr val="FF0000"/>
                </a:solidFill>
              </a:rPr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</a:t>
            </a:r>
            <a:r>
              <a:rPr lang="en-US" sz="2400" b="1" dirty="0">
                <a:solidFill>
                  <a:srgbClr val="C00000"/>
                </a:solidFill>
              </a:rPr>
              <a:t>hyphens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underscores</a:t>
            </a:r>
            <a:r>
              <a:rPr lang="en-US" sz="2400" dirty="0"/>
              <a:t>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sz="2400" b="1" dirty="0">
                <a:solidFill>
                  <a:srgbClr val="002060"/>
                </a:solidFill>
              </a:rPr>
              <a:t>Header(...)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sz="2400" b="1" dirty="0">
                <a:solidFill>
                  <a:srgbClr val="002060"/>
                </a:solidFill>
              </a:rPr>
              <a:t>Header(None)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Here … </a:t>
            </a:r>
            <a:r>
              <a:rPr lang="en-IN" sz="2400" dirty="0"/>
              <a:t>Ellipsis used to </a:t>
            </a:r>
            <a:r>
              <a:rPr lang="en-US" sz="2400" dirty="0"/>
              <a:t>mark the parameter as </a:t>
            </a:r>
            <a:r>
              <a:rPr lang="en-US" sz="2400" b="1" dirty="0"/>
              <a:t>required</a:t>
            </a:r>
            <a:r>
              <a:rPr lang="en-US" sz="2400" dirty="0"/>
              <a:t> — just like </a:t>
            </a:r>
            <a:r>
              <a:rPr lang="en-US" b="1" dirty="0"/>
              <a:t>required=True</a:t>
            </a:r>
            <a:r>
              <a:rPr lang="en-US" sz="2400" b="1" dirty="0"/>
              <a:t> </a:t>
            </a:r>
            <a:r>
              <a:rPr lang="en-US" sz="2400" dirty="0"/>
              <a:t>in other frameworks.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Middleware</a:t>
            </a:r>
          </a:p>
          <a:p>
            <a:r>
              <a:rPr lang="en-US" sz="2800" b="1" dirty="0"/>
              <a:t>Middleware</a:t>
            </a:r>
            <a:r>
              <a:rPr lang="en-US" sz="2800" dirty="0"/>
              <a:t> is a </a:t>
            </a:r>
            <a:r>
              <a:rPr lang="en-US" sz="2800" b="1" i="1" dirty="0"/>
              <a:t>layer</a:t>
            </a:r>
            <a:r>
              <a:rPr lang="en-US" sz="2800" dirty="0"/>
              <a:t> that sits </a:t>
            </a:r>
            <a:r>
              <a:rPr lang="en-US" sz="2800" b="1" dirty="0"/>
              <a:t>between</a:t>
            </a:r>
            <a:r>
              <a:rPr lang="en-US" sz="2800" dirty="0"/>
              <a:t> the </a:t>
            </a:r>
            <a:r>
              <a:rPr lang="en-US" sz="2800" b="1" dirty="0">
                <a:solidFill>
                  <a:srgbClr val="C00000"/>
                </a:solidFill>
              </a:rPr>
              <a:t>client request </a:t>
            </a:r>
            <a:r>
              <a:rPr lang="en-US" sz="2800" dirty="0"/>
              <a:t>and your </a:t>
            </a:r>
            <a:r>
              <a:rPr lang="en-US" sz="2800" b="1" dirty="0">
                <a:solidFill>
                  <a:srgbClr val="C00000"/>
                </a:solidFill>
              </a:rPr>
              <a:t>route handlers </a:t>
            </a:r>
            <a:r>
              <a:rPr lang="en-US" sz="2800" dirty="0"/>
              <a:t>(endpoints).</a:t>
            </a:r>
            <a:br>
              <a:rPr lang="en-US" sz="2800" dirty="0"/>
            </a:br>
            <a:r>
              <a:rPr lang="en-US" sz="2800" dirty="0"/>
              <a:t>It can: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request</a:t>
            </a:r>
            <a:r>
              <a:rPr lang="en-US" sz="2800" dirty="0"/>
              <a:t> before it reaches your endpoint.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response</a:t>
            </a:r>
            <a:r>
              <a:rPr lang="en-US" sz="2800" dirty="0"/>
              <a:t> before it goes back to the client.</a:t>
            </a:r>
          </a:p>
          <a:p>
            <a:pPr lvl="1"/>
            <a:r>
              <a:rPr lang="en-US" sz="2800" dirty="0"/>
              <a:t>Perform tasks like logging, authentication, metrics, CORS, compression, etc.</a:t>
            </a:r>
          </a:p>
          <a:p>
            <a:r>
              <a:rPr lang="en-US" sz="2800" dirty="0"/>
              <a:t>Think of it like an </a:t>
            </a:r>
            <a:r>
              <a:rPr lang="en-US" sz="2800" b="1" dirty="0"/>
              <a:t>onion</a:t>
            </a:r>
            <a:r>
              <a:rPr lang="en-US" sz="2800" dirty="0"/>
              <a:t> 🧅:</a:t>
            </a:r>
          </a:p>
          <a:p>
            <a:pPr marL="0" indent="0">
              <a:buNone/>
            </a:pPr>
            <a:r>
              <a:rPr lang="en-US" sz="2800" dirty="0"/>
              <a:t>The request enters through </a:t>
            </a:r>
            <a:r>
              <a:rPr lang="en-US" sz="2800" b="1" dirty="0"/>
              <a:t>several middleware layers</a:t>
            </a:r>
            <a:r>
              <a:rPr lang="en-US" sz="2800" dirty="0"/>
              <a:t>, </a:t>
            </a:r>
            <a:r>
              <a:rPr lang="en-US" sz="2800" b="1" dirty="0"/>
              <a:t>reaches your endpoint</a:t>
            </a:r>
            <a:r>
              <a:rPr lang="en-US" sz="2800" dirty="0"/>
              <a:t>, and then travels back through the same layers as a response.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34143"/>
            <a:ext cx="10659110" cy="5142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Middleware Flow</a:t>
            </a:r>
          </a:p>
          <a:p>
            <a:pPr marL="457200" indent="-457200">
              <a:buAutoNum type="arabicPeriod"/>
            </a:pPr>
            <a:r>
              <a:rPr lang="en-US" sz="2800" dirty="0"/>
              <a:t>Client sends a </a:t>
            </a:r>
            <a:r>
              <a:rPr lang="en-US" sz="2800" b="1" dirty="0"/>
              <a:t>request</a:t>
            </a:r>
            <a:r>
              <a:rPr lang="en-US" sz="2800" dirty="0"/>
              <a:t> → </a:t>
            </a:r>
            <a:r>
              <a:rPr lang="en-US" sz="2800" b="1" dirty="0"/>
              <a:t>enters the middleware </a:t>
            </a:r>
            <a:r>
              <a:rPr lang="en-US" sz="2800" b="1" dirty="0">
                <a:solidFill>
                  <a:srgbClr val="C00000"/>
                </a:solidFill>
              </a:rPr>
              <a:t>stack</a:t>
            </a:r>
            <a:r>
              <a:rPr lang="en-US" sz="2800" dirty="0"/>
              <a:t>.</a:t>
            </a:r>
          </a:p>
          <a:p>
            <a:pPr marL="457200" indent="-457200">
              <a:buAutoNum type="arabicPeriod"/>
            </a:pPr>
            <a:r>
              <a:rPr lang="en-US" sz="2800" dirty="0"/>
              <a:t>Each middleware can:</a:t>
            </a:r>
          </a:p>
          <a:p>
            <a:pPr lvl="1"/>
            <a:r>
              <a:rPr lang="en-US" sz="2800" dirty="0"/>
              <a:t>Run logic </a:t>
            </a:r>
            <a:r>
              <a:rPr lang="en-US" sz="2800" i="1" dirty="0"/>
              <a:t>before</a:t>
            </a:r>
            <a:r>
              <a:rPr lang="en-US" sz="2800" dirty="0"/>
              <a:t> passing to the </a:t>
            </a:r>
            <a:r>
              <a:rPr lang="en-US" sz="2800" b="1" dirty="0"/>
              <a:t>next handler</a:t>
            </a:r>
            <a:r>
              <a:rPr lang="en-US" sz="2800" dirty="0"/>
              <a:t>.</a:t>
            </a:r>
          </a:p>
          <a:p>
            <a:pPr lvl="1"/>
            <a:r>
              <a:rPr lang="en-US" sz="2800" b="1" dirty="0"/>
              <a:t>Optionally</a:t>
            </a:r>
            <a:r>
              <a:rPr lang="en-US" sz="2800" dirty="0"/>
              <a:t> stop the chain (e.g., reject request).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After your route runs and returns a response, each middleware can:</a:t>
            </a:r>
          </a:p>
          <a:p>
            <a:pPr lvl="1"/>
            <a:r>
              <a:rPr lang="en-US" sz="2800" dirty="0"/>
              <a:t>Modify the outgoing response.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Finally, the response is sent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Middleware Works in </a:t>
            </a:r>
            <a:r>
              <a:rPr lang="en-US" sz="2800" b="1" dirty="0" err="1"/>
              <a:t>FastAPI</a:t>
            </a:r>
            <a:r>
              <a:rPr lang="en-US" sz="2800" b="1" dirty="0"/>
              <a:t> (or Starlette)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, middleware must be </a:t>
            </a:r>
            <a:r>
              <a:rPr lang="en-US" sz="2800" b="1" dirty="0"/>
              <a:t>asynchronous</a:t>
            </a:r>
            <a:r>
              <a:rPr lang="en-US" sz="2800" dirty="0"/>
              <a:t> and accept: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b="1" dirty="0"/>
              <a:t>request: </a:t>
            </a:r>
            <a:r>
              <a:rPr lang="en-US" sz="2800" dirty="0"/>
              <a:t>the incoming Request object.</a:t>
            </a:r>
          </a:p>
          <a:p>
            <a:r>
              <a:rPr lang="en-US" sz="2800" b="1" dirty="0" err="1"/>
              <a:t>call_next</a:t>
            </a:r>
            <a:r>
              <a:rPr lang="en-US" sz="2800" b="1" dirty="0"/>
              <a:t>: </a:t>
            </a:r>
            <a:r>
              <a:rPr lang="en-US" sz="2800" dirty="0"/>
              <a:t>a function that </a:t>
            </a:r>
            <a:r>
              <a:rPr lang="en-US" sz="2800" b="1" dirty="0"/>
              <a:t>passes the request to the next handler </a:t>
            </a:r>
            <a:r>
              <a:rPr lang="en-US" sz="2800" dirty="0"/>
              <a:t>(and eventually your endpoint). It returns a Response.</a:t>
            </a:r>
          </a:p>
          <a:p>
            <a:endParaRPr lang="en-US" sz="2800" dirty="0"/>
          </a:p>
          <a:p>
            <a:r>
              <a:rPr lang="en-US" sz="2800" b="1" dirty="0"/>
              <a:t>Example: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D0356-8DE7-CE59-71BE-E3781041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72" y="2135685"/>
            <a:ext cx="4306372" cy="6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 </a:t>
            </a:r>
            <a:r>
              <a:rPr lang="en-US" sz="2400" b="1" dirty="0">
                <a:solidFill>
                  <a:srgbClr val="C00000"/>
                </a:solidFill>
              </a:rPr>
              <a:t>Every request </a:t>
            </a:r>
            <a:r>
              <a:rPr lang="en-US" sz="2400" dirty="0"/>
              <a:t>to any route passes through this middleware.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B49D6B-9CE2-8494-29CC-C78D472A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730" y="1337333"/>
            <a:ext cx="10190129" cy="326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53156"/>
            <a:ext cx="10659110" cy="59238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Multiple Middleware's:</a:t>
            </a:r>
          </a:p>
          <a:p>
            <a:pPr marL="0" indent="0">
              <a:buNone/>
            </a:pP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E2C232-DC0C-4366-AB84-8B5AB96D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09" y="837209"/>
            <a:ext cx="8952381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Output: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</a:t>
            </a:r>
          </a:p>
          <a:p>
            <a:r>
              <a:rPr lang="en-US" sz="2400" dirty="0"/>
              <a:t>The </a:t>
            </a:r>
            <a:r>
              <a:rPr lang="en-US" sz="2400" i="1" dirty="0"/>
              <a:t>last</a:t>
            </a:r>
            <a:r>
              <a:rPr lang="en-US" sz="2400" dirty="0"/>
              <a:t> middleware you declare in code becomes the </a:t>
            </a:r>
            <a:r>
              <a:rPr lang="en-US" sz="2400" b="1" dirty="0"/>
              <a:t>outermost</a:t>
            </a:r>
            <a:r>
              <a:rPr lang="en-US" sz="2400" dirty="0"/>
              <a:t> layer and runs </a:t>
            </a:r>
            <a:r>
              <a:rPr lang="en-US" sz="2400" b="1" dirty="0"/>
              <a:t>first</a:t>
            </a:r>
            <a:r>
              <a:rPr lang="en-US" sz="2400" dirty="0"/>
              <a:t> on the way </a:t>
            </a:r>
            <a:r>
              <a:rPr lang="en-US" sz="2400" i="1" dirty="0"/>
              <a:t>in</a:t>
            </a:r>
            <a:r>
              <a:rPr lang="en-US" sz="2400" dirty="0"/>
              <a:t> (request), and </a:t>
            </a:r>
            <a:r>
              <a:rPr lang="en-US" sz="2400" b="1" dirty="0"/>
              <a:t>last</a:t>
            </a:r>
            <a:r>
              <a:rPr lang="en-US" sz="2400" dirty="0"/>
              <a:t> on the way </a:t>
            </a:r>
            <a:r>
              <a:rPr lang="en-US" sz="2400" i="1" dirty="0"/>
              <a:t>out</a:t>
            </a:r>
            <a:r>
              <a:rPr lang="en-US" sz="2400" dirty="0"/>
              <a:t> (response).</a:t>
            </a:r>
          </a:p>
          <a:p>
            <a:r>
              <a:rPr lang="en-US" sz="2400" dirty="0"/>
              <a:t>This is because </a:t>
            </a:r>
            <a:r>
              <a:rPr lang="en-US" sz="2400" dirty="0" err="1"/>
              <a:t>FastAPI</a:t>
            </a:r>
            <a:r>
              <a:rPr lang="en-US" sz="2400" dirty="0"/>
              <a:t> builds the middleware chain </a:t>
            </a:r>
            <a:r>
              <a:rPr lang="en-US" sz="2400" b="1" dirty="0"/>
              <a:t>in reverse declaration order</a:t>
            </a:r>
            <a:r>
              <a:rPr lang="en-US" sz="2400" dirty="0"/>
              <a:t> — each new </a:t>
            </a:r>
            <a:r>
              <a:rPr lang="en-US" dirty="0"/>
              <a:t>@app.middleware("http")</a:t>
            </a:r>
            <a:r>
              <a:rPr lang="en-US" sz="2400" dirty="0"/>
              <a:t> wraps around the previous stack.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B211C8-2BF3-F3F5-4EAC-5CB0D85BF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782" y="1303125"/>
            <a:ext cx="6472934" cy="233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EE35BF-0C44-6347-FE65-D08F0820B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18" y="163286"/>
            <a:ext cx="8470411" cy="630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Types of Middleware:</a:t>
            </a:r>
          </a:p>
          <a:p>
            <a:pPr marL="0" indent="0">
              <a:buNone/>
            </a:pPr>
            <a:r>
              <a:rPr lang="en-US" sz="2800" b="1" dirty="0"/>
              <a:t>1. Application-Level Middleware (Custom Middleware)</a:t>
            </a:r>
          </a:p>
          <a:p>
            <a:r>
              <a:rPr lang="en-US" sz="2800" b="1" dirty="0"/>
              <a:t>Defined directly in your </a:t>
            </a:r>
            <a:r>
              <a:rPr lang="en-US" sz="2800" b="1" dirty="0" err="1"/>
              <a:t>FastAPI</a:t>
            </a:r>
            <a:r>
              <a:rPr lang="en-US" sz="2800" b="1" dirty="0"/>
              <a:t> app using </a:t>
            </a:r>
            <a:r>
              <a:rPr lang="en-US" sz="2400" b="1" dirty="0"/>
              <a:t>@app.middleware("http")</a:t>
            </a:r>
            <a:r>
              <a:rPr lang="en-US" sz="2800" b="1" dirty="0"/>
              <a:t>.</a:t>
            </a:r>
            <a:endParaRPr lang="en-US" sz="2800" dirty="0"/>
          </a:p>
          <a:p>
            <a:r>
              <a:rPr lang="en-US" sz="2800" dirty="0"/>
              <a:t>These are </a:t>
            </a:r>
            <a:r>
              <a:rPr lang="en-US" sz="2800" b="1" dirty="0"/>
              <a:t>custom middleware</a:t>
            </a:r>
            <a:r>
              <a:rPr lang="en-US" sz="2800" dirty="0"/>
              <a:t> that you write for your own logic such as:</a:t>
            </a:r>
          </a:p>
          <a:p>
            <a:pPr lvl="1"/>
            <a:r>
              <a:rPr lang="en-US" sz="2800" dirty="0"/>
              <a:t>Logging requests/responses</a:t>
            </a:r>
          </a:p>
          <a:p>
            <a:pPr lvl="1"/>
            <a:r>
              <a:rPr lang="en-US" sz="2800" dirty="0"/>
              <a:t>Modifying headers</a:t>
            </a:r>
          </a:p>
          <a:p>
            <a:pPr lvl="1"/>
            <a:r>
              <a:rPr lang="en-US" sz="2800" dirty="0"/>
              <a:t>Handling custom authentication</a:t>
            </a:r>
          </a:p>
          <a:p>
            <a:pPr lvl="1"/>
            <a:r>
              <a:rPr lang="en-US" sz="2800" dirty="0"/>
              <a:t>Measuring execution time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Example: </a:t>
            </a:r>
            <a:r>
              <a:rPr lang="en-US" sz="2800" dirty="0"/>
              <a:t>Logging Request/Response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/>
              <a:t>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8BD139-D089-F0CB-A7C3-D1C0D5CE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65"/>
            <a:ext cx="12192000" cy="675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Third-Party or Built-in Middleware (Starlette Middleware)</a:t>
            </a:r>
          </a:p>
          <a:p>
            <a:r>
              <a:rPr lang="en-US" sz="2400" dirty="0"/>
              <a:t>These are </a:t>
            </a:r>
            <a:r>
              <a:rPr lang="en-US" sz="2400" b="1" dirty="0"/>
              <a:t>middleware classes</a:t>
            </a:r>
            <a:r>
              <a:rPr lang="en-US" sz="2400" dirty="0"/>
              <a:t> that come from Starlette (the framework under </a:t>
            </a:r>
            <a:r>
              <a:rPr lang="en-US" sz="2400" dirty="0" err="1"/>
              <a:t>FastAPI</a:t>
            </a:r>
            <a:r>
              <a:rPr lang="en-US" sz="2400" dirty="0"/>
              <a:t>) or third-party libraries.</a:t>
            </a:r>
          </a:p>
          <a:p>
            <a:r>
              <a:rPr lang="en-US" sz="2400" dirty="0"/>
              <a:t>They are added using </a:t>
            </a:r>
            <a:r>
              <a:rPr lang="en-US" dirty="0" err="1"/>
              <a:t>app.add_middleware</a:t>
            </a:r>
            <a:r>
              <a:rPr lang="en-US" dirty="0"/>
              <a:t>()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3B4A7-D299-DCCD-7F79-2A64AF17F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67" y="2648533"/>
            <a:ext cx="6489448" cy="395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3EE3-8751-653F-46A1-4E598983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4FA4F-FF49-9381-9088-14702BE90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</a:rPr>
              <a:t>Dependency Injection</a:t>
            </a:r>
          </a:p>
          <a:p>
            <a:r>
              <a:rPr lang="en-US" sz="2800" b="1" dirty="0"/>
              <a:t>Dependency Injection (DI)</a:t>
            </a:r>
            <a:r>
              <a:rPr lang="en-US" sz="2800" dirty="0"/>
              <a:t> is a software design pattern that allows you to </a:t>
            </a:r>
            <a:r>
              <a:rPr lang="en-US" sz="2800" b="1" dirty="0">
                <a:solidFill>
                  <a:srgbClr val="C00000"/>
                </a:solidFill>
              </a:rPr>
              <a:t>inject external components or reusable logic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into your </a:t>
            </a:r>
            <a:r>
              <a:rPr lang="en-US" sz="2800" b="1" dirty="0"/>
              <a:t>path operations </a:t>
            </a:r>
            <a:r>
              <a:rPr lang="en-US" sz="2800" dirty="0"/>
              <a:t>(endpoints), instead of hardcoding them inside every function.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:</a:t>
            </a:r>
          </a:p>
          <a:p>
            <a:pPr lvl="1"/>
            <a:r>
              <a:rPr lang="en-US" sz="2800" dirty="0"/>
              <a:t>A </a:t>
            </a:r>
            <a:r>
              <a:rPr lang="en-US" sz="2800" b="1" dirty="0"/>
              <a:t>dependency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is just a function </a:t>
            </a:r>
            <a:r>
              <a:rPr lang="en-US" sz="2800" dirty="0"/>
              <a:t>(or class) that </a:t>
            </a:r>
            <a:r>
              <a:rPr lang="en-US" sz="2800" dirty="0" err="1"/>
              <a:t>FastAPI</a:t>
            </a:r>
            <a:r>
              <a:rPr lang="en-US" sz="2800" dirty="0"/>
              <a:t> </a:t>
            </a:r>
            <a:r>
              <a:rPr lang="en-US" sz="2800" b="1" dirty="0"/>
              <a:t>calls for you automatically.</a:t>
            </a:r>
          </a:p>
          <a:p>
            <a:pPr lvl="1"/>
            <a:r>
              <a:rPr lang="en-US" sz="2800" dirty="0"/>
              <a:t>You can </a:t>
            </a:r>
            <a:r>
              <a:rPr lang="en-US" sz="2800" b="1" dirty="0"/>
              <a:t>reuse</a:t>
            </a:r>
            <a:r>
              <a:rPr lang="en-US" sz="2800" dirty="0"/>
              <a:t> dependencies across routes.</a:t>
            </a:r>
          </a:p>
          <a:p>
            <a:pPr lvl="1"/>
            <a:r>
              <a:rPr lang="en-US" sz="2800" dirty="0"/>
              <a:t>They can perform </a:t>
            </a:r>
            <a:r>
              <a:rPr lang="en-US" sz="2800" b="1" dirty="0"/>
              <a:t>common logic</a:t>
            </a:r>
            <a:r>
              <a:rPr lang="en-US" sz="2800" dirty="0"/>
              <a:t> (e.g., </a:t>
            </a:r>
            <a:r>
              <a:rPr lang="en-US" sz="2800" b="1" dirty="0"/>
              <a:t>database</a:t>
            </a:r>
            <a:r>
              <a:rPr lang="en-US" sz="2800" dirty="0"/>
              <a:t> </a:t>
            </a:r>
            <a:r>
              <a:rPr lang="en-US" sz="2800" b="1" dirty="0"/>
              <a:t>connection</a:t>
            </a:r>
            <a:r>
              <a:rPr lang="en-US" sz="2800" dirty="0"/>
              <a:t>, </a:t>
            </a:r>
            <a:r>
              <a:rPr lang="en-US" sz="2800" b="1" dirty="0"/>
              <a:t>auth</a:t>
            </a:r>
            <a:r>
              <a:rPr lang="en-US" sz="2800" dirty="0"/>
              <a:t>, </a:t>
            </a:r>
            <a:r>
              <a:rPr lang="en-US" sz="2800" b="1" dirty="0"/>
              <a:t>config</a:t>
            </a:r>
            <a:r>
              <a:rPr lang="en-US" sz="2800" dirty="0"/>
              <a:t>, </a:t>
            </a:r>
            <a:r>
              <a:rPr lang="en-US" sz="2800" b="1" dirty="0"/>
              <a:t>validation</a:t>
            </a:r>
            <a:r>
              <a:rPr lang="en-US" sz="2800" dirty="0"/>
              <a:t>, etc.)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63356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42F2D-6DAB-9D32-6BE9-8BBFCE9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39C3-1BA5-2004-69AF-496300D67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  <a:p>
            <a:pPr marL="0" indent="0">
              <a:buNone/>
            </a:pPr>
            <a:endParaRPr lang="en-IN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64168-4FCB-0C5B-6E12-FA09694F94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18"/>
          <a:stretch>
            <a:fillRect/>
          </a:stretch>
        </p:blipFill>
        <p:spPr>
          <a:xfrm>
            <a:off x="388620" y="1688566"/>
            <a:ext cx="11436350" cy="325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6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8A30D-5962-4980-5636-207A910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E0BE-7C7C-8108-E793-38D4FF50C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1. Depends(</a:t>
            </a:r>
            <a:r>
              <a:rPr lang="en-US" sz="2400" b="1" dirty="0" err="1"/>
              <a:t>health_dependency</a:t>
            </a:r>
            <a:r>
              <a:rPr lang="en-US" sz="2400" b="1" dirty="0"/>
              <a:t>)</a:t>
            </a:r>
            <a:endParaRPr lang="en-US" sz="2800" b="1" dirty="0"/>
          </a:p>
          <a:p>
            <a:r>
              <a:rPr lang="en-US" dirty="0"/>
              <a:t>Depends</a:t>
            </a:r>
            <a:r>
              <a:rPr lang="en-US" sz="2400" dirty="0"/>
              <a:t> is a </a:t>
            </a:r>
            <a:r>
              <a:rPr lang="en-US" sz="2400" b="1" dirty="0" err="1"/>
              <a:t>FastAPI</a:t>
            </a:r>
            <a:r>
              <a:rPr lang="en-US" sz="2400" b="1" dirty="0"/>
              <a:t> dependency injection mechanism</a:t>
            </a:r>
            <a:r>
              <a:rPr lang="en-US" sz="2400" dirty="0"/>
              <a:t>.</a:t>
            </a:r>
          </a:p>
          <a:p>
            <a:r>
              <a:rPr lang="en-US" sz="2400" dirty="0"/>
              <a:t>It tells </a:t>
            </a:r>
            <a:r>
              <a:rPr lang="en-US" sz="2400" dirty="0" err="1"/>
              <a:t>FastAPI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Before running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health_check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endpoint, call </a:t>
            </a:r>
            <a:r>
              <a:rPr lang="en-US" sz="2400" b="1" dirty="0" err="1">
                <a:solidFill>
                  <a:srgbClr val="C00000"/>
                </a:solidFill>
              </a:rPr>
              <a:t>health_dependency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and pass its return value as the argument </a:t>
            </a:r>
            <a:r>
              <a:rPr lang="en-US" sz="2400" b="1" dirty="0">
                <a:solidFill>
                  <a:srgbClr val="C00000"/>
                </a:solidFill>
              </a:rPr>
              <a:t>commons</a:t>
            </a:r>
            <a:r>
              <a:rPr lang="en-US" sz="2400" dirty="0"/>
              <a:t>.”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2. How </a:t>
            </a:r>
            <a:r>
              <a:rPr lang="en-US" sz="2400" b="1" dirty="0" err="1"/>
              <a:t>FastAPI</a:t>
            </a:r>
            <a:r>
              <a:rPr lang="en-US" sz="2400" b="1" dirty="0"/>
              <a:t> passes parameters (name, age)</a:t>
            </a:r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looks for parameters of the dependency function (name and age) in the </a:t>
            </a:r>
            <a:r>
              <a:rPr lang="en-US" sz="2400" b="1" dirty="0"/>
              <a:t>HTTP request</a:t>
            </a:r>
            <a:r>
              <a:rPr lang="en-US" sz="2400" dirty="0"/>
              <a:t>:</a:t>
            </a:r>
          </a:p>
          <a:p>
            <a:pPr lvl="1"/>
            <a:r>
              <a:rPr lang="en-US" sz="2000" b="1" dirty="0"/>
              <a:t>Query parameters</a:t>
            </a:r>
            <a:r>
              <a:rPr lang="en-US" sz="2000" dirty="0"/>
              <a:t> (e.g., /</a:t>
            </a:r>
            <a:r>
              <a:rPr lang="en-US" sz="2000" dirty="0" err="1"/>
              <a:t>health?name</a:t>
            </a:r>
            <a:r>
              <a:rPr lang="en-US" sz="2000" dirty="0"/>
              <a:t>=</a:t>
            </a:r>
            <a:r>
              <a:rPr lang="en-US" sz="2000" dirty="0" err="1"/>
              <a:t>Pramod&amp;age</a:t>
            </a:r>
            <a:r>
              <a:rPr lang="en-US" sz="2000" dirty="0"/>
              <a:t>=25)</a:t>
            </a:r>
          </a:p>
          <a:p>
            <a:pPr lvl="1"/>
            <a:r>
              <a:rPr lang="en-US" sz="2000" b="1" dirty="0"/>
              <a:t>Form data</a:t>
            </a:r>
            <a:endParaRPr lang="en-US" sz="2000" dirty="0"/>
          </a:p>
          <a:p>
            <a:pPr lvl="1"/>
            <a:r>
              <a:rPr lang="en-US" sz="2000" b="1" dirty="0"/>
              <a:t>Headers</a:t>
            </a:r>
            <a:endParaRPr lang="en-US" sz="2000" dirty="0"/>
          </a:p>
          <a:p>
            <a:pPr lvl="1"/>
            <a:r>
              <a:rPr lang="en-US" sz="2000" b="1" dirty="0"/>
              <a:t>Path parameters</a:t>
            </a:r>
            <a:endParaRPr lang="en-US" sz="2000" dirty="0"/>
          </a:p>
          <a:p>
            <a:r>
              <a:rPr lang="en-US" sz="2400" dirty="0"/>
              <a:t>If it finds them, it passes them in.</a:t>
            </a:r>
          </a:p>
          <a:p>
            <a:r>
              <a:rPr lang="en-US" sz="2400" dirty="0"/>
              <a:t>If not, it uses their </a:t>
            </a:r>
            <a:r>
              <a:rPr lang="en-US" sz="2400" b="1" dirty="0"/>
              <a:t>default values</a:t>
            </a:r>
            <a:r>
              <a:rPr lang="en-US" sz="2400" dirty="0"/>
              <a:t> (None here).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5175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210C-09CE-B6D0-8633-ECF10B5A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827B3-07A6-EF3F-7D9B-FF00AEEB4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2: Using Multiple Dependencies</a:t>
            </a: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AA1F4-AA37-D412-E86C-942DFE6B6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14" y="1812695"/>
            <a:ext cx="11299371" cy="32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013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8761D-32EB-C81F-92C1-F0370BB4F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18AB6-1057-4A90-98A6-189364E9A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Endpoint: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444B6-7E8C-1280-AE79-4C8517B9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3" y="1343285"/>
            <a:ext cx="9285714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162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7A741-BD91-9E39-3977-7D05B2B3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5EA4-B4B5-CF44-7889-0C522E9BF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3: Class as a Dependency</a:t>
            </a:r>
          </a:p>
          <a:p>
            <a:r>
              <a:rPr lang="en-US" sz="2400" dirty="0"/>
              <a:t>We can also make dependencies </a:t>
            </a:r>
            <a:r>
              <a:rPr lang="en-US" sz="2400" b="1" dirty="0"/>
              <a:t>classes</a:t>
            </a:r>
            <a:r>
              <a:rPr lang="en-US" sz="2400" dirty="0"/>
              <a:t> — very useful for stateful or structured logic.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ADDEBE-66B0-6531-2652-F2AD01497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64" y="2099582"/>
            <a:ext cx="10831286" cy="40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1221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7CAB-AE42-5948-CB75-F2B68B9C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9336-0695-7311-88FA-940BF6424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Here:</a:t>
            </a:r>
          </a:p>
          <a:p>
            <a:r>
              <a:rPr lang="en-US" sz="2800" dirty="0" err="1"/>
              <a:t>FastAPI</a:t>
            </a:r>
            <a:r>
              <a:rPr lang="en-US" sz="2800" dirty="0"/>
              <a:t> automatically:</a:t>
            </a:r>
          </a:p>
          <a:p>
            <a:pPr lvl="1"/>
            <a:r>
              <a:rPr lang="en-US" sz="2800" dirty="0"/>
              <a:t>Instantiates </a:t>
            </a:r>
            <a:r>
              <a:rPr lang="en-US" sz="2400" dirty="0"/>
              <a:t>CommonQueryParams</a:t>
            </a:r>
            <a:endParaRPr lang="en-US" sz="2800" dirty="0"/>
          </a:p>
          <a:p>
            <a:pPr lvl="1"/>
            <a:r>
              <a:rPr lang="en-US" sz="2800" dirty="0"/>
              <a:t>Extracts query params from the request</a:t>
            </a:r>
          </a:p>
          <a:p>
            <a:pPr lvl="1"/>
            <a:r>
              <a:rPr lang="en-US" sz="2800" dirty="0"/>
              <a:t>Injects the instance into your route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23515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6981-E6C1-FF15-497A-47B0DC8B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onnecting FastAPI to a Database with SQLModel">
            <a:extLst>
              <a:ext uri="{FF2B5EF4-FFF2-40B4-BE49-F238E27FC236}">
                <a16:creationId xmlns:a16="http://schemas.microsoft.com/office/drawing/2014/main" id="{F581DCC5-6A64-8FC8-35F6-9DD8C8F6F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143" y="0"/>
            <a:ext cx="10123714" cy="6749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3175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2DE8-FC8E-26B0-88A4-0FD4542A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03F5-B8B6-7BA8-B68E-22FFFBCF4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601D0F-58B5-676D-9A15-6B1F2A3F9304}"/>
              </a:ext>
            </a:extLst>
          </p:cNvPr>
          <p:cNvGrpSpPr/>
          <p:nvPr/>
        </p:nvGrpSpPr>
        <p:grpSpPr>
          <a:xfrm>
            <a:off x="0" y="-109629"/>
            <a:ext cx="12213590" cy="6967630"/>
            <a:chOff x="0" y="-109629"/>
            <a:chExt cx="12213590" cy="6967630"/>
          </a:xfrm>
        </p:grpSpPr>
        <p:pic>
          <p:nvPicPr>
            <p:cNvPr id="1026" name="Picture 2" descr="Deploying with Python + FastAPI + Postgres | by Ali Akram | Medium">
              <a:extLst>
                <a:ext uri="{FF2B5EF4-FFF2-40B4-BE49-F238E27FC236}">
                  <a16:creationId xmlns:a16="http://schemas.microsoft.com/office/drawing/2014/main" id="{A4B8EA69-61EC-BD90-5B1D-2266953481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032"/>
            <a:stretch>
              <a:fillRect/>
            </a:stretch>
          </p:blipFill>
          <p:spPr bwMode="auto">
            <a:xfrm>
              <a:off x="777240" y="0"/>
              <a:ext cx="10659110" cy="6828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7966D3B-8D55-5AA0-4C04-E4073BB8B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1"/>
              <a:ext cx="777240" cy="685800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D3631C-A2F6-485B-9830-1404F9360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36350" y="-109629"/>
              <a:ext cx="777240" cy="6967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509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04F8-C59B-25C0-483E-8E358855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A68B0-5C24-F615-D4FC-1FBD05838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1037"/>
            <a:ext cx="10659110" cy="54959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PostgreSQL:</a:t>
            </a:r>
          </a:p>
          <a:p>
            <a:r>
              <a:rPr lang="en-US" sz="2400" dirty="0"/>
              <a:t>PostgreSQL (often called </a:t>
            </a:r>
            <a:r>
              <a:rPr lang="en-US" sz="2400" b="1" dirty="0"/>
              <a:t>Postgres</a:t>
            </a:r>
            <a:r>
              <a:rPr lang="en-US" sz="2400" dirty="0"/>
              <a:t>) is an </a:t>
            </a:r>
            <a:r>
              <a:rPr lang="en-US" sz="2400" b="1" dirty="0"/>
              <a:t>open-source, powerful, and advanced relational database management system (RDBMS)</a:t>
            </a:r>
            <a:r>
              <a:rPr lang="en-US" sz="2400" dirty="0"/>
              <a:t>. It is used to </a:t>
            </a:r>
            <a:r>
              <a:rPr lang="en-US" sz="2400" b="1" dirty="0"/>
              <a:t>store, organize, and retrieve structured data</a:t>
            </a:r>
            <a:r>
              <a:rPr lang="en-US" sz="2400" dirty="0"/>
              <a:t> efficiently and reliably.</a:t>
            </a:r>
          </a:p>
          <a:p>
            <a:r>
              <a:rPr lang="en-US" sz="2400" dirty="0"/>
              <a:t>It stores data in </a:t>
            </a:r>
            <a:r>
              <a:rPr lang="en-US" sz="2400" b="1" dirty="0"/>
              <a:t>tables</a:t>
            </a:r>
            <a:r>
              <a:rPr lang="en-US" sz="2400" dirty="0"/>
              <a:t> (rows and columns) and supports </a:t>
            </a:r>
            <a:r>
              <a:rPr lang="en-US" sz="2400" b="1" dirty="0"/>
              <a:t>SQL</a:t>
            </a:r>
            <a:r>
              <a:rPr lang="en-US" sz="2400" dirty="0"/>
              <a:t> for queries.</a:t>
            </a:r>
          </a:p>
          <a:p>
            <a:r>
              <a:rPr lang="en-US" sz="2400" b="1" dirty="0"/>
              <a:t>PostgreSQL</a:t>
            </a:r>
            <a:r>
              <a:rPr lang="en-US" sz="2400" dirty="0"/>
              <a:t> is an </a:t>
            </a:r>
            <a:r>
              <a:rPr lang="en-US" sz="2400" b="1" dirty="0"/>
              <a:t>object-relational database management system (ORDBMS)</a:t>
            </a:r>
            <a:r>
              <a:rPr lang="en-US" sz="2400" dirty="0"/>
              <a:t> that uses </a:t>
            </a:r>
            <a:r>
              <a:rPr lang="en-US" sz="2400" b="1" dirty="0"/>
              <a:t>SQL</a:t>
            </a:r>
            <a:r>
              <a:rPr lang="en-US" sz="2400" dirty="0"/>
              <a:t> (Structured Query Language) for defining and manipulating data.</a:t>
            </a:r>
          </a:p>
          <a:p>
            <a:r>
              <a:rPr lang="en-IN" sz="2400" b="1" dirty="0"/>
              <a:t>Key Features of PostgreSQL: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Open Source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Cross-platform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ACID Compliant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Strong Security</a:t>
            </a:r>
          </a:p>
        </p:txBody>
      </p:sp>
      <p:pic>
        <p:nvPicPr>
          <p:cNvPr id="3074" name="Picture 2" descr="PostgreSQL - Wikipedia">
            <a:extLst>
              <a:ext uri="{FF2B5EF4-FFF2-40B4-BE49-F238E27FC236}">
                <a16:creationId xmlns:a16="http://schemas.microsoft.com/office/drawing/2014/main" id="{23DB1387-FE1B-A757-97F1-2CCA1CABF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745" y="4005263"/>
            <a:ext cx="2105025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36496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7FBF6-D802-59E4-64DE-184A9FC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15C9-DAF0-3253-6761-470972183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dirty="0"/>
              <a:t>Basic SQL in PostgreSQL (CRUD)</a:t>
            </a:r>
          </a:p>
          <a:p>
            <a:pPr marL="0" indent="0">
              <a:buNone/>
            </a:pPr>
            <a:r>
              <a:rPr lang="en-US" sz="2400" b="1" dirty="0"/>
              <a:t>1. CREATE TABLE: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540E61-41BD-C529-F3F5-E658F2D9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73"/>
          <a:stretch>
            <a:fillRect/>
          </a:stretch>
        </p:blipFill>
        <p:spPr>
          <a:xfrm>
            <a:off x="2214952" y="2046514"/>
            <a:ext cx="4991391" cy="340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013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E6B4-EE2D-F954-0859-3238092E5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63A9C-41D5-DC27-AE5E-66517C1A8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2. INSERT: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3. SELECT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4. UPDATE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5. DELETE: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C5F61-40DF-DA69-510B-E4FE5542F0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03" r="17581" b="69284"/>
          <a:stretch>
            <a:fillRect/>
          </a:stretch>
        </p:blipFill>
        <p:spPr>
          <a:xfrm>
            <a:off x="2582011" y="696686"/>
            <a:ext cx="7767933" cy="1091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6F1722-8529-ED38-B75B-7CB4EF90B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 r="17581" b="35274"/>
          <a:stretch>
            <a:fillRect/>
          </a:stretch>
        </p:blipFill>
        <p:spPr>
          <a:xfrm>
            <a:off x="2582011" y="2325574"/>
            <a:ext cx="7767933" cy="7333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A57875-2B92-4E86-8275-FA43CAAE94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081" b="5746"/>
          <a:stretch>
            <a:fillRect/>
          </a:stretch>
        </p:blipFill>
        <p:spPr>
          <a:xfrm>
            <a:off x="2582011" y="3799115"/>
            <a:ext cx="9424934" cy="6061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CE381B-CEAD-7E87-2F8C-5311F69EE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011" y="5267420"/>
            <a:ext cx="6407790" cy="74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6051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03728-60B9-F537-3F39-63222D96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8DA18-9AFF-9C1F-AC4C-635150174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 err="1"/>
              <a:t>FastAPI</a:t>
            </a:r>
            <a:r>
              <a:rPr lang="en-IN" sz="2600" b="1" dirty="0"/>
              <a:t> + PostgreSQL Integration:</a:t>
            </a:r>
          </a:p>
          <a:p>
            <a:pPr marL="0" indent="0">
              <a:buNone/>
            </a:pPr>
            <a:r>
              <a:rPr lang="en-US" sz="2400" b="1" dirty="0"/>
              <a:t>Why Do We Need a Real Database?</a:t>
            </a:r>
          </a:p>
          <a:p>
            <a:pPr marL="0" indent="0">
              <a:buNone/>
            </a:pPr>
            <a:r>
              <a:rPr lang="en-US" sz="2600" dirty="0"/>
              <a:t>When we use an </a:t>
            </a:r>
            <a:r>
              <a:rPr lang="en-US" sz="2600" b="1" dirty="0">
                <a:solidFill>
                  <a:srgbClr val="C00000"/>
                </a:solidFill>
              </a:rPr>
              <a:t>in-memory</a:t>
            </a:r>
            <a:r>
              <a:rPr lang="en-US" sz="2600" b="1" dirty="0"/>
              <a:t> list or dictionary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Data disappears when the app restarts.</a:t>
            </a:r>
          </a:p>
          <a:p>
            <a:pPr lvl="1"/>
            <a:r>
              <a:rPr lang="en-US" sz="2600" dirty="0"/>
              <a:t>Concurrency (multiple users) isn’t handled.</a:t>
            </a:r>
          </a:p>
          <a:p>
            <a:pPr lvl="1"/>
            <a:r>
              <a:rPr lang="en-US" sz="2600" dirty="0"/>
              <a:t>No query optimization or indexing.</a:t>
            </a:r>
          </a:p>
          <a:p>
            <a:pPr lvl="1"/>
            <a:r>
              <a:rPr lang="en-US" sz="2600" dirty="0"/>
              <a:t>No relationship between data.</a:t>
            </a:r>
          </a:p>
          <a:p>
            <a:r>
              <a:rPr lang="en-US" sz="2400" dirty="0"/>
              <a:t>👉 To make the data </a:t>
            </a:r>
            <a:r>
              <a:rPr lang="en-US" sz="2400" b="1" dirty="0"/>
              <a:t>persistent, reliable, and scalable</a:t>
            </a:r>
            <a:r>
              <a:rPr lang="en-US" sz="2400" dirty="0"/>
              <a:t>, we need a </a:t>
            </a:r>
            <a:r>
              <a:rPr lang="en-US" sz="2400" b="1" dirty="0"/>
              <a:t>database system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600" b="1" dirty="0"/>
              <a:t>PostgreSQL</a:t>
            </a:r>
            <a:r>
              <a:rPr lang="en-US" sz="2400" dirty="0"/>
              <a:t> is ideal because it’s:</a:t>
            </a:r>
          </a:p>
          <a:p>
            <a:r>
              <a:rPr lang="en-US" sz="2400" dirty="0"/>
              <a:t>Open-source</a:t>
            </a:r>
          </a:p>
          <a:p>
            <a:r>
              <a:rPr lang="en-US" sz="2400" b="1" dirty="0"/>
              <a:t>SQL-compliant</a:t>
            </a:r>
          </a:p>
          <a:p>
            <a:r>
              <a:rPr lang="en-US" sz="2400" dirty="0"/>
              <a:t>Highly reliable</a:t>
            </a:r>
          </a:p>
          <a:p>
            <a:r>
              <a:rPr lang="en-US" sz="2400" dirty="0"/>
              <a:t>Works well with </a:t>
            </a:r>
            <a:r>
              <a:rPr lang="en-US" sz="2400" b="1" dirty="0" err="1">
                <a:solidFill>
                  <a:srgbClr val="C00000"/>
                </a:solidFill>
              </a:rPr>
              <a:t>FastAPI</a:t>
            </a:r>
            <a:r>
              <a:rPr lang="en-US" sz="2400" dirty="0"/>
              <a:t> and </a:t>
            </a:r>
            <a:r>
              <a:rPr lang="en-US" sz="2400" b="1" dirty="0" err="1">
                <a:solidFill>
                  <a:srgbClr val="C00000"/>
                </a:solidFill>
              </a:rPr>
              <a:t>SQLAlchemy</a:t>
            </a:r>
            <a:endParaRPr lang="en-IN" sz="24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22682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43719-3788-2719-8DDE-A57C6D07C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14B21-6322-A82C-BD09-4093DCB77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What is </a:t>
            </a:r>
            <a:r>
              <a:rPr lang="en-US" sz="2800" b="1" dirty="0" err="1">
                <a:solidFill>
                  <a:srgbClr val="C00000"/>
                </a:solidFill>
              </a:rPr>
              <a:t>SQLAlchemy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endParaRPr lang="en-IN" sz="2800" b="1" dirty="0"/>
          </a:p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dirty="0"/>
              <a:t> a </a:t>
            </a:r>
            <a:r>
              <a:rPr lang="en-US" sz="2400" b="1" dirty="0">
                <a:solidFill>
                  <a:srgbClr val="C00000"/>
                </a:solidFill>
              </a:rPr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library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ORM</a:t>
            </a:r>
            <a:r>
              <a:rPr lang="en-US" sz="2400" dirty="0"/>
              <a:t> that helps you </a:t>
            </a:r>
            <a:r>
              <a:rPr lang="en-US" sz="2400" b="1" dirty="0"/>
              <a:t>interact with relational databases (like PostgreSQL)</a:t>
            </a:r>
            <a:r>
              <a:rPr lang="en-US" sz="2400" dirty="0"/>
              <a:t> using </a:t>
            </a:r>
            <a:r>
              <a:rPr lang="en-US" sz="2400" b="1" dirty="0"/>
              <a:t>Python classes and objects</a:t>
            </a:r>
            <a:r>
              <a:rPr lang="en-US" sz="2400" dirty="0"/>
              <a:t>, instead of writing </a:t>
            </a:r>
            <a:r>
              <a:rPr lang="en-US" sz="2400" b="1" dirty="0"/>
              <a:t>raw SQL queries</a:t>
            </a:r>
            <a:r>
              <a:rPr lang="en-US" sz="2400" dirty="0"/>
              <a:t>.</a:t>
            </a:r>
            <a:endParaRPr lang="en-IN" sz="2400" dirty="0"/>
          </a:p>
          <a:p>
            <a:endParaRPr lang="en-IN" sz="2400" b="1" dirty="0"/>
          </a:p>
          <a:p>
            <a:pPr marL="0" indent="0">
              <a:buNone/>
            </a:pPr>
            <a:r>
              <a:rPr lang="en-US" sz="2400" b="1" dirty="0"/>
              <a:t>Simple Analogy</a:t>
            </a:r>
          </a:p>
          <a:p>
            <a:r>
              <a:rPr lang="en-US" sz="2400" b="1" dirty="0"/>
              <a:t>Without ORM: </a:t>
            </a:r>
            <a:r>
              <a:rPr lang="en-US" sz="2400" dirty="0"/>
              <a:t>We speak to the database in </a:t>
            </a:r>
            <a:r>
              <a:rPr lang="en-US" sz="2400" b="1" dirty="0">
                <a:solidFill>
                  <a:srgbClr val="C00000"/>
                </a:solidFill>
              </a:rPr>
              <a:t>SQL</a:t>
            </a:r>
            <a:r>
              <a:rPr lang="en-US" sz="2400" dirty="0"/>
              <a:t>.</a:t>
            </a:r>
          </a:p>
          <a:p>
            <a:r>
              <a:rPr lang="en-US" sz="2400" b="1" dirty="0"/>
              <a:t>With ORM: </a:t>
            </a:r>
            <a:r>
              <a:rPr lang="en-US" sz="2400" dirty="0"/>
              <a:t>We speak to the database in Python — and </a:t>
            </a:r>
            <a:r>
              <a:rPr lang="en-US" sz="2400" dirty="0" err="1"/>
              <a:t>SQLAlchemy</a:t>
            </a:r>
            <a:r>
              <a:rPr lang="en-US" sz="2400" dirty="0"/>
              <a:t> translates it to SQL for you.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098" name="Picture 2" descr="What is SQLAlchemy?. An intro to ORM and SQLAlchemy. | by Priya Srivastava  | Medium">
            <a:extLst>
              <a:ext uri="{FF2B5EF4-FFF2-40B4-BE49-F238E27FC236}">
                <a16:creationId xmlns:a16="http://schemas.microsoft.com/office/drawing/2014/main" id="{55E09A31-F14C-44ED-B1A6-48F50165A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3430" y="2013857"/>
            <a:ext cx="3810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08560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EEDC-E608-CE21-0CDD-56BBD1C5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D1488-AAC8-CA94-3CED-A347136BE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Why ORM?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9CE034-CEC3-74EB-B561-CCC7056A7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50590"/>
              </p:ext>
            </p:extLst>
          </p:nvPr>
        </p:nvGraphicFramePr>
        <p:xfrm>
          <a:off x="1001485" y="1420532"/>
          <a:ext cx="10413275" cy="4032583"/>
        </p:xfrm>
        <a:graphic>
          <a:graphicData uri="http://schemas.openxmlformats.org/drawingml/2006/table">
            <a:tbl>
              <a:tblPr/>
              <a:tblGrid>
                <a:gridCol w="5514716">
                  <a:extLst>
                    <a:ext uri="{9D8B030D-6E8A-4147-A177-3AD203B41FA5}">
                      <a16:colId xmlns:a16="http://schemas.microsoft.com/office/drawing/2014/main" val="3053410812"/>
                    </a:ext>
                  </a:extLst>
                </a:gridCol>
                <a:gridCol w="4898559">
                  <a:extLst>
                    <a:ext uri="{9D8B030D-6E8A-4147-A177-3AD203B41FA5}">
                      <a16:colId xmlns:a16="http://schemas.microsoft.com/office/drawing/2014/main" val="3262588247"/>
                    </a:ext>
                  </a:extLst>
                </a:gridCol>
              </a:tblGrid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Traditional SQL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ORM (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297317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manually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write INSERT, SELECT, UPDATE queries.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create, read, and update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Python objects.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37443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need to manage table joins, schema changes, and SQL syntax.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ORM handles relationships, joins, and schema automatically.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368584"/>
                  </a:ext>
                </a:extLst>
              </a:tr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Harder to maintain large applications.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Easier, cleaner, and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object-oriented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5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80239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DDE4-3423-DB29-F272-768580047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1F599-617A-8661-24F8-C8DC9394C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b="1" dirty="0"/>
              <a:t> Layers:</a:t>
            </a:r>
          </a:p>
          <a:p>
            <a:pPr marL="0" indent="0">
              <a:buNone/>
            </a:pPr>
            <a:r>
              <a:rPr lang="en-US" sz="2400" dirty="0" err="1"/>
              <a:t>SQLAlchemy</a:t>
            </a:r>
            <a:r>
              <a:rPr lang="en-US" sz="2400" dirty="0"/>
              <a:t> has </a:t>
            </a:r>
            <a:r>
              <a:rPr lang="en-US" sz="2400" b="1" dirty="0"/>
              <a:t>two main parts</a:t>
            </a:r>
            <a:r>
              <a:rPr lang="en-US" sz="2400" dirty="0"/>
              <a:t>:</a:t>
            </a:r>
          </a:p>
          <a:p>
            <a:pPr lvl="1"/>
            <a:r>
              <a:rPr lang="en-US" sz="2400" b="1" dirty="0"/>
              <a:t>Core (Low-level)</a:t>
            </a:r>
            <a:r>
              <a:rPr lang="en-US" sz="2400" dirty="0"/>
              <a:t> — lets you write SQL-like statements in Python.</a:t>
            </a:r>
          </a:p>
          <a:p>
            <a:pPr lvl="1"/>
            <a:r>
              <a:rPr lang="en-US" sz="2400" b="1" dirty="0"/>
              <a:t>ORM (High-level)</a:t>
            </a:r>
            <a:r>
              <a:rPr lang="en-US" sz="2400" dirty="0"/>
              <a:t> — maps </a:t>
            </a:r>
            <a:r>
              <a:rPr lang="en-US" sz="2400" b="1" dirty="0"/>
              <a:t>Python classes → database tables</a:t>
            </a:r>
            <a:r>
              <a:rPr lang="en-US" sz="2400" dirty="0"/>
              <a:t>.</a:t>
            </a:r>
          </a:p>
          <a:p>
            <a:r>
              <a:rPr lang="en-US" sz="2400" dirty="0"/>
              <a:t>In </a:t>
            </a:r>
            <a:r>
              <a:rPr lang="en-US" sz="2400" dirty="0" err="1"/>
              <a:t>FastAPI</a:t>
            </a:r>
            <a:r>
              <a:rPr lang="en-US" sz="2400" dirty="0"/>
              <a:t> projects, we usually use the </a:t>
            </a:r>
            <a:r>
              <a:rPr lang="en-US" sz="2400" b="1" dirty="0"/>
              <a:t>ORM layer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73530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7F45-8D67-8EEE-3968-340C71BD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75E1D-1CE5-1261-20F2-DE4C478C4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Key ORM Concepts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F705E1-5BC1-64F6-0431-772B4BBBA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776160"/>
              </p:ext>
            </p:extLst>
          </p:nvPr>
        </p:nvGraphicFramePr>
        <p:xfrm>
          <a:off x="952879" y="1381465"/>
          <a:ext cx="10074350" cy="4377078"/>
        </p:xfrm>
        <a:graphic>
          <a:graphicData uri="http://schemas.openxmlformats.org/drawingml/2006/table">
            <a:tbl>
              <a:tblPr/>
              <a:tblGrid>
                <a:gridCol w="2174522">
                  <a:extLst>
                    <a:ext uri="{9D8B030D-6E8A-4147-A177-3AD203B41FA5}">
                      <a16:colId xmlns:a16="http://schemas.microsoft.com/office/drawing/2014/main" val="1249837850"/>
                    </a:ext>
                  </a:extLst>
                </a:gridCol>
                <a:gridCol w="7899828">
                  <a:extLst>
                    <a:ext uri="{9D8B030D-6E8A-4147-A177-3AD203B41FA5}">
                      <a16:colId xmlns:a16="http://schemas.microsoft.com/office/drawing/2014/main" val="2024694225"/>
                    </a:ext>
                  </a:extLst>
                </a:gridCol>
              </a:tblGrid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Concept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1218412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Engine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Connects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to your actual database (PostgreSQL, SQLite, etc.)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986150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Session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Temporary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workspace for talking to the database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(like a browser session).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31790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Model (Class)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a database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table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405734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Instance (Object)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one row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in the table.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763385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Base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Common class that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all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ORM models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inherit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from.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38116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Query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 way to fetch or modify data (e.g.,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session.query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(User).all()).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866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2846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6FDCD-1054-AD99-1C25-F1B43A7D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F5EFD-79BA-AE8F-19B2-C71FE0F7C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/>
              <a:t>Example:</a:t>
            </a:r>
          </a:p>
          <a:p>
            <a:pPr marL="457200" indent="-457200">
              <a:buAutoNum type="arabicPeriod"/>
            </a:pPr>
            <a:r>
              <a:rPr lang="en-IN" sz="2400" dirty="0"/>
              <a:t>Step 1: Install the Package:</a:t>
            </a:r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r>
              <a:rPr lang="en-US" sz="2400" dirty="0"/>
              <a:t>Step 2: Create a </a:t>
            </a:r>
            <a:r>
              <a:rPr lang="en-US" dirty="0"/>
              <a:t>database.</a:t>
            </a:r>
            <a:r>
              <a:rPr lang="en-US"/>
              <a:t>py</a:t>
            </a:r>
            <a:r>
              <a:rPr lang="en-US" sz="2400"/>
              <a:t> file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112C0-4CC9-175A-CF8D-8379C578B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53" y="1925466"/>
            <a:ext cx="7661619" cy="76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174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DA52-F230-6BE3-6B0F-ADA16A68B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BCA23-FE3A-B68D-9407-EBED27016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269366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60C18-C696-94B6-F58A-0288D0563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22F7-98A0-3857-5D3D-951DFF4DD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307213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C069C-A32B-FC24-A82A-86957616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50FD4-C2C3-BB7D-D733-B6BF91598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62992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C2B-6FF3-84C1-130A-76C212C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87A4A-D75F-2E06-A05D-6B6B10C506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599130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B885C-C0AE-4DF9-90F4-1EE837C2E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27972-EB2C-F067-D907-C5C51C3EF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84994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7E115-3533-1E79-C0A2-03575CBAC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CF0CA-C938-2802-FC96-FDA5861DB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336163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3227-C8E2-1833-A156-405743E3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3C7C3-D10D-9FC3-DD35-3C4A5D61A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37586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5148C-FAA0-B28C-D11C-7A3E1CDFF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4018-880D-41E9-12BB-B64C73799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793553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6EED2-A3BB-B01D-74E3-F3E59700F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8D154-D5E2-6D6C-49CD-F890F93E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411488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62E5-9979-AA23-0B3F-F62EE5E5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A2593-0AF0-A4C2-0094-583BB78D1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688317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B423-1B3C-B999-58CA-1F2E39B1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67193-08B6-7B71-FE70-1AB35E1CC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84032356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11339</TotalTime>
  <Words>2254</Words>
  <Application>Microsoft Office PowerPoint</Application>
  <PresentationFormat>Widescreen</PresentationFormat>
  <Paragraphs>300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2025-11-01T14:25:09Z</dcterms:modified>
</cp:coreProperties>
</file>