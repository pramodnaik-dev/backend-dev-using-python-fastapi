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0" r:id="rId1"/>
  </p:sldMasterIdLst>
  <p:notesMasterIdLst>
    <p:notesMasterId r:id="rId34"/>
  </p:notesMasterIdLst>
  <p:sldIdLst>
    <p:sldId id="531" r:id="rId2"/>
    <p:sldId id="306" r:id="rId3"/>
    <p:sldId id="309" r:id="rId4"/>
    <p:sldId id="310" r:id="rId5"/>
    <p:sldId id="312" r:id="rId6"/>
    <p:sldId id="313" r:id="rId7"/>
    <p:sldId id="314" r:id="rId8"/>
    <p:sldId id="315" r:id="rId9"/>
    <p:sldId id="320" r:id="rId10"/>
    <p:sldId id="532" r:id="rId11"/>
    <p:sldId id="533" r:id="rId12"/>
    <p:sldId id="534" r:id="rId13"/>
    <p:sldId id="535" r:id="rId14"/>
    <p:sldId id="536" r:id="rId15"/>
    <p:sldId id="541" r:id="rId16"/>
    <p:sldId id="542" r:id="rId17"/>
    <p:sldId id="543" r:id="rId18"/>
    <p:sldId id="544" r:id="rId19"/>
    <p:sldId id="537" r:id="rId20"/>
    <p:sldId id="538" r:id="rId21"/>
    <p:sldId id="539" r:id="rId22"/>
    <p:sldId id="540" r:id="rId23"/>
    <p:sldId id="545" r:id="rId24"/>
    <p:sldId id="546" r:id="rId25"/>
    <p:sldId id="547" r:id="rId26"/>
    <p:sldId id="548" r:id="rId27"/>
    <p:sldId id="549" r:id="rId28"/>
    <p:sldId id="550" r:id="rId29"/>
    <p:sldId id="551" r:id="rId30"/>
    <p:sldId id="552" r:id="rId31"/>
    <p:sldId id="553" r:id="rId32"/>
    <p:sldId id="554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0A747A9-39C3-436E-A3AC-34027D23E8DE}" v="69" dt="2025-10-26T06:41:33.10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>
        <p:scale>
          <a:sx n="60" d="100"/>
          <a:sy n="60" d="100"/>
        </p:scale>
        <p:origin x="908" y="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6/11/relationships/changesInfo" Target="changesInfos/changesInfo1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40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ramod Naik" userId="ceb6df04-ef15-4d9b-a141-998a03559d75" providerId="ADAL" clId="{62E9B5AE-779D-4001-92D3-8FF830A8A9C1}"/>
    <pc:docChg chg="undo custSel addSld delSld modSld">
      <pc:chgData name="Pramod Naik" userId="ceb6df04-ef15-4d9b-a141-998a03559d75" providerId="ADAL" clId="{62E9B5AE-779D-4001-92D3-8FF830A8A9C1}" dt="2025-10-26T06:42:02.529" v="2899" actId="20577"/>
      <pc:docMkLst>
        <pc:docMk/>
      </pc:docMkLst>
      <pc:sldChg chg="del">
        <pc:chgData name="Pramod Naik" userId="ceb6df04-ef15-4d9b-a141-998a03559d75" providerId="ADAL" clId="{62E9B5AE-779D-4001-92D3-8FF830A8A9C1}" dt="2025-09-20T10:19:06.094" v="0" actId="47"/>
        <pc:sldMkLst>
          <pc:docMk/>
          <pc:sldMk cId="3536530834" sldId="281"/>
        </pc:sldMkLst>
      </pc:sldChg>
      <pc:sldChg chg="del">
        <pc:chgData name="Pramod Naik" userId="ceb6df04-ef15-4d9b-a141-998a03559d75" providerId="ADAL" clId="{62E9B5AE-779D-4001-92D3-8FF830A8A9C1}" dt="2025-09-20T10:39:37.669" v="178" actId="47"/>
        <pc:sldMkLst>
          <pc:docMk/>
          <pc:sldMk cId="3871635132" sldId="282"/>
        </pc:sldMkLst>
      </pc:sldChg>
      <pc:sldChg chg="del">
        <pc:chgData name="Pramod Naik" userId="ceb6df04-ef15-4d9b-a141-998a03559d75" providerId="ADAL" clId="{62E9B5AE-779D-4001-92D3-8FF830A8A9C1}" dt="2025-09-20T10:39:39.497" v="179" actId="47"/>
        <pc:sldMkLst>
          <pc:docMk/>
          <pc:sldMk cId="98249899" sldId="283"/>
        </pc:sldMkLst>
      </pc:sldChg>
      <pc:sldChg chg="del">
        <pc:chgData name="Pramod Naik" userId="ceb6df04-ef15-4d9b-a141-998a03559d75" providerId="ADAL" clId="{62E9B5AE-779D-4001-92D3-8FF830A8A9C1}" dt="2025-09-20T10:39:43.232" v="181" actId="47"/>
        <pc:sldMkLst>
          <pc:docMk/>
          <pc:sldMk cId="1725153903" sldId="284"/>
        </pc:sldMkLst>
      </pc:sldChg>
      <pc:sldChg chg="del">
        <pc:chgData name="Pramod Naik" userId="ceb6df04-ef15-4d9b-a141-998a03559d75" providerId="ADAL" clId="{62E9B5AE-779D-4001-92D3-8FF830A8A9C1}" dt="2025-09-20T10:40:12.729" v="185" actId="47"/>
        <pc:sldMkLst>
          <pc:docMk/>
          <pc:sldMk cId="1206189811" sldId="287"/>
        </pc:sldMkLst>
      </pc:sldChg>
      <pc:sldChg chg="del">
        <pc:chgData name="Pramod Naik" userId="ceb6df04-ef15-4d9b-a141-998a03559d75" providerId="ADAL" clId="{62E9B5AE-779D-4001-92D3-8FF830A8A9C1}" dt="2025-09-20T10:40:26.333" v="187" actId="47"/>
        <pc:sldMkLst>
          <pc:docMk/>
          <pc:sldMk cId="1887283550" sldId="289"/>
        </pc:sldMkLst>
      </pc:sldChg>
      <pc:sldChg chg="del">
        <pc:chgData name="Pramod Naik" userId="ceb6df04-ef15-4d9b-a141-998a03559d75" providerId="ADAL" clId="{62E9B5AE-779D-4001-92D3-8FF830A8A9C1}" dt="2025-09-20T10:41:54.927" v="216" actId="47"/>
        <pc:sldMkLst>
          <pc:docMk/>
          <pc:sldMk cId="2706642426" sldId="305"/>
        </pc:sldMkLst>
      </pc:sldChg>
      <pc:sldChg chg="modSp add del mod">
        <pc:chgData name="Pramod Naik" userId="ceb6df04-ef15-4d9b-a141-998a03559d75" providerId="ADAL" clId="{62E9B5AE-779D-4001-92D3-8FF830A8A9C1}" dt="2025-10-26T05:53:46.492" v="2529"/>
        <pc:sldMkLst>
          <pc:docMk/>
          <pc:sldMk cId="3332929625" sldId="306"/>
        </pc:sldMkLst>
      </pc:sldChg>
      <pc:sldChg chg="del">
        <pc:chgData name="Pramod Naik" userId="ceb6df04-ef15-4d9b-a141-998a03559d75" providerId="ADAL" clId="{62E9B5AE-779D-4001-92D3-8FF830A8A9C1}" dt="2025-09-20T10:41:56.127" v="217" actId="47"/>
        <pc:sldMkLst>
          <pc:docMk/>
          <pc:sldMk cId="73976908" sldId="307"/>
        </pc:sldMkLst>
      </pc:sldChg>
      <pc:sldChg chg="del">
        <pc:chgData name="Pramod Naik" userId="ceb6df04-ef15-4d9b-a141-998a03559d75" providerId="ADAL" clId="{62E9B5AE-779D-4001-92D3-8FF830A8A9C1}" dt="2025-09-20T10:41:52.968" v="215" actId="47"/>
        <pc:sldMkLst>
          <pc:docMk/>
          <pc:sldMk cId="2788973060" sldId="308"/>
        </pc:sldMkLst>
      </pc:sldChg>
      <pc:sldChg chg="modSp add del mod">
        <pc:chgData name="Pramod Naik" userId="ceb6df04-ef15-4d9b-a141-998a03559d75" providerId="ADAL" clId="{62E9B5AE-779D-4001-92D3-8FF830A8A9C1}" dt="2025-10-26T05:53:46.492" v="2529"/>
        <pc:sldMkLst>
          <pc:docMk/>
          <pc:sldMk cId="2300769400" sldId="309"/>
        </pc:sldMkLst>
      </pc:sldChg>
      <pc:sldChg chg="addSp delSp modSp add del mod">
        <pc:chgData name="Pramod Naik" userId="ceb6df04-ef15-4d9b-a141-998a03559d75" providerId="ADAL" clId="{62E9B5AE-779D-4001-92D3-8FF830A8A9C1}" dt="2025-10-26T05:53:46.492" v="2529"/>
        <pc:sldMkLst>
          <pc:docMk/>
          <pc:sldMk cId="1739931258" sldId="310"/>
        </pc:sldMkLst>
      </pc:sldChg>
      <pc:sldChg chg="add del">
        <pc:chgData name="Pramod Naik" userId="ceb6df04-ef15-4d9b-a141-998a03559d75" providerId="ADAL" clId="{62E9B5AE-779D-4001-92D3-8FF830A8A9C1}" dt="2025-10-11T09:19:43.258" v="582" actId="47"/>
        <pc:sldMkLst>
          <pc:docMk/>
          <pc:sldMk cId="2838800158" sldId="311"/>
        </pc:sldMkLst>
      </pc:sldChg>
      <pc:sldChg chg="modSp add del mod">
        <pc:chgData name="Pramod Naik" userId="ceb6df04-ef15-4d9b-a141-998a03559d75" providerId="ADAL" clId="{62E9B5AE-779D-4001-92D3-8FF830A8A9C1}" dt="2025-10-26T05:53:46.492" v="2529"/>
        <pc:sldMkLst>
          <pc:docMk/>
          <pc:sldMk cId="3279370306" sldId="312"/>
        </pc:sldMkLst>
      </pc:sldChg>
      <pc:sldChg chg="addSp delSp modSp add del mod">
        <pc:chgData name="Pramod Naik" userId="ceb6df04-ef15-4d9b-a141-998a03559d75" providerId="ADAL" clId="{62E9B5AE-779D-4001-92D3-8FF830A8A9C1}" dt="2025-10-26T05:53:46.492" v="2529"/>
        <pc:sldMkLst>
          <pc:docMk/>
          <pc:sldMk cId="1417320102" sldId="313"/>
        </pc:sldMkLst>
      </pc:sldChg>
      <pc:sldChg chg="addSp delSp modSp add del mod">
        <pc:chgData name="Pramod Naik" userId="ceb6df04-ef15-4d9b-a141-998a03559d75" providerId="ADAL" clId="{62E9B5AE-779D-4001-92D3-8FF830A8A9C1}" dt="2025-10-26T05:53:46.492" v="2529"/>
        <pc:sldMkLst>
          <pc:docMk/>
          <pc:sldMk cId="4187949477" sldId="314"/>
        </pc:sldMkLst>
      </pc:sldChg>
      <pc:sldChg chg="modSp add del mod">
        <pc:chgData name="Pramod Naik" userId="ceb6df04-ef15-4d9b-a141-998a03559d75" providerId="ADAL" clId="{62E9B5AE-779D-4001-92D3-8FF830A8A9C1}" dt="2025-10-26T05:53:46.492" v="2529"/>
        <pc:sldMkLst>
          <pc:docMk/>
          <pc:sldMk cId="250238104" sldId="315"/>
        </pc:sldMkLst>
      </pc:sldChg>
      <pc:sldChg chg="add del">
        <pc:chgData name="Pramod Naik" userId="ceb6df04-ef15-4d9b-a141-998a03559d75" providerId="ADAL" clId="{62E9B5AE-779D-4001-92D3-8FF830A8A9C1}" dt="2025-10-11T09:27:23.701" v="797" actId="47"/>
        <pc:sldMkLst>
          <pc:docMk/>
          <pc:sldMk cId="171001743" sldId="316"/>
        </pc:sldMkLst>
      </pc:sldChg>
      <pc:sldChg chg="add del">
        <pc:chgData name="Pramod Naik" userId="ceb6df04-ef15-4d9b-a141-998a03559d75" providerId="ADAL" clId="{62E9B5AE-779D-4001-92D3-8FF830A8A9C1}" dt="2025-10-11T09:27:25.660" v="798" actId="47"/>
        <pc:sldMkLst>
          <pc:docMk/>
          <pc:sldMk cId="246652789" sldId="317"/>
        </pc:sldMkLst>
      </pc:sldChg>
      <pc:sldChg chg="del">
        <pc:chgData name="Pramod Naik" userId="ceb6df04-ef15-4d9b-a141-998a03559d75" providerId="ADAL" clId="{62E9B5AE-779D-4001-92D3-8FF830A8A9C1}" dt="2025-09-20T10:42:05.839" v="229" actId="47"/>
        <pc:sldMkLst>
          <pc:docMk/>
          <pc:sldMk cId="2446682609" sldId="318"/>
        </pc:sldMkLst>
      </pc:sldChg>
      <pc:sldChg chg="del">
        <pc:chgData name="Pramod Naik" userId="ceb6df04-ef15-4d9b-a141-998a03559d75" providerId="ADAL" clId="{62E9B5AE-779D-4001-92D3-8FF830A8A9C1}" dt="2025-09-20T10:42:06.390" v="230" actId="47"/>
        <pc:sldMkLst>
          <pc:docMk/>
          <pc:sldMk cId="4040775561" sldId="319"/>
        </pc:sldMkLst>
      </pc:sldChg>
      <pc:sldChg chg="addSp delSp modSp add del mod">
        <pc:chgData name="Pramod Naik" userId="ceb6df04-ef15-4d9b-a141-998a03559d75" providerId="ADAL" clId="{62E9B5AE-779D-4001-92D3-8FF830A8A9C1}" dt="2025-10-26T05:53:46.492" v="2529"/>
        <pc:sldMkLst>
          <pc:docMk/>
          <pc:sldMk cId="3306552090" sldId="320"/>
        </pc:sldMkLst>
      </pc:sldChg>
      <pc:sldChg chg="del">
        <pc:chgData name="Pramod Naik" userId="ceb6df04-ef15-4d9b-a141-998a03559d75" providerId="ADAL" clId="{62E9B5AE-779D-4001-92D3-8FF830A8A9C1}" dt="2025-09-20T10:43:09.139" v="247" actId="47"/>
        <pc:sldMkLst>
          <pc:docMk/>
          <pc:sldMk cId="146059141" sldId="338"/>
        </pc:sldMkLst>
      </pc:sldChg>
      <pc:sldChg chg="add del">
        <pc:chgData name="Pramod Naik" userId="ceb6df04-ef15-4d9b-a141-998a03559d75" providerId="ADAL" clId="{62E9B5AE-779D-4001-92D3-8FF830A8A9C1}" dt="2025-09-20T10:43:11.843" v="249" actId="47"/>
        <pc:sldMkLst>
          <pc:docMk/>
          <pc:sldMk cId="158852200" sldId="340"/>
        </pc:sldMkLst>
      </pc:sldChg>
      <pc:sldChg chg="modSp mod">
        <pc:chgData name="Pramod Naik" userId="ceb6df04-ef15-4d9b-a141-998a03559d75" providerId="ADAL" clId="{62E9B5AE-779D-4001-92D3-8FF830A8A9C1}" dt="2025-10-09T19:24:22.440" v="251" actId="20577"/>
        <pc:sldMkLst>
          <pc:docMk/>
          <pc:sldMk cId="799624097" sldId="376"/>
        </pc:sldMkLst>
      </pc:sldChg>
      <pc:sldChg chg="del">
        <pc:chgData name="Pramod Naik" userId="ceb6df04-ef15-4d9b-a141-998a03559d75" providerId="ADAL" clId="{62E9B5AE-779D-4001-92D3-8FF830A8A9C1}" dt="2025-09-20T10:40:10.297" v="184" actId="47"/>
        <pc:sldMkLst>
          <pc:docMk/>
          <pc:sldMk cId="1872001849" sldId="424"/>
        </pc:sldMkLst>
      </pc:sldChg>
      <pc:sldChg chg="del">
        <pc:chgData name="Pramod Naik" userId="ceb6df04-ef15-4d9b-a141-998a03559d75" providerId="ADAL" clId="{62E9B5AE-779D-4001-92D3-8FF830A8A9C1}" dt="2025-09-20T10:39:45.221" v="182" actId="47"/>
        <pc:sldMkLst>
          <pc:docMk/>
          <pc:sldMk cId="3198652846" sldId="445"/>
        </pc:sldMkLst>
      </pc:sldChg>
      <pc:sldChg chg="modSp mod">
        <pc:chgData name="Pramod Naik" userId="ceb6df04-ef15-4d9b-a141-998a03559d75" providerId="ADAL" clId="{62E9B5AE-779D-4001-92D3-8FF830A8A9C1}" dt="2025-09-20T10:19:25.122" v="17" actId="113"/>
        <pc:sldMkLst>
          <pc:docMk/>
          <pc:sldMk cId="3180435471" sldId="447"/>
        </pc:sldMkLst>
      </pc:sldChg>
      <pc:sldChg chg="del">
        <pc:chgData name="Pramod Naik" userId="ceb6df04-ef15-4d9b-a141-998a03559d75" providerId="ADAL" clId="{62E9B5AE-779D-4001-92D3-8FF830A8A9C1}" dt="2025-09-20T10:40:04.627" v="183" actId="47"/>
        <pc:sldMkLst>
          <pc:docMk/>
          <pc:sldMk cId="3528794914" sldId="450"/>
        </pc:sldMkLst>
      </pc:sldChg>
      <pc:sldChg chg="del">
        <pc:chgData name="Pramod Naik" userId="ceb6df04-ef15-4d9b-a141-998a03559d75" providerId="ADAL" clId="{62E9B5AE-779D-4001-92D3-8FF830A8A9C1}" dt="2025-09-20T10:40:14.542" v="186" actId="47"/>
        <pc:sldMkLst>
          <pc:docMk/>
          <pc:sldMk cId="2507663823" sldId="467"/>
        </pc:sldMkLst>
      </pc:sldChg>
      <pc:sldChg chg="modSp mod">
        <pc:chgData name="Pramod Naik" userId="ceb6df04-ef15-4d9b-a141-998a03559d75" providerId="ADAL" clId="{62E9B5AE-779D-4001-92D3-8FF830A8A9C1}" dt="2025-10-09T19:32:10.966" v="286"/>
        <pc:sldMkLst>
          <pc:docMk/>
          <pc:sldMk cId="490608734" sldId="491"/>
        </pc:sldMkLst>
      </pc:sldChg>
      <pc:sldChg chg="del">
        <pc:chgData name="Pramod Naik" userId="ceb6df04-ef15-4d9b-a141-998a03559d75" providerId="ADAL" clId="{62E9B5AE-779D-4001-92D3-8FF830A8A9C1}" dt="2025-09-20T10:40:27.766" v="188" actId="47"/>
        <pc:sldMkLst>
          <pc:docMk/>
          <pc:sldMk cId="2533904343" sldId="493"/>
        </pc:sldMkLst>
      </pc:sldChg>
      <pc:sldChg chg="modSp mod">
        <pc:chgData name="Pramod Naik" userId="ceb6df04-ef15-4d9b-a141-998a03559d75" providerId="ADAL" clId="{62E9B5AE-779D-4001-92D3-8FF830A8A9C1}" dt="2025-10-09T19:32:57.044" v="295" actId="207"/>
        <pc:sldMkLst>
          <pc:docMk/>
          <pc:sldMk cId="1149732589" sldId="494"/>
        </pc:sldMkLst>
      </pc:sldChg>
      <pc:sldChg chg="del">
        <pc:chgData name="Pramod Naik" userId="ceb6df04-ef15-4d9b-a141-998a03559d75" providerId="ADAL" clId="{62E9B5AE-779D-4001-92D3-8FF830A8A9C1}" dt="2025-09-20T10:40:38.992" v="189" actId="47"/>
        <pc:sldMkLst>
          <pc:docMk/>
          <pc:sldMk cId="1703640570" sldId="495"/>
        </pc:sldMkLst>
      </pc:sldChg>
      <pc:sldChg chg="del">
        <pc:chgData name="Pramod Naik" userId="ceb6df04-ef15-4d9b-a141-998a03559d75" providerId="ADAL" clId="{62E9B5AE-779D-4001-92D3-8FF830A8A9C1}" dt="2025-09-20T10:40:40.015" v="190" actId="47"/>
        <pc:sldMkLst>
          <pc:docMk/>
          <pc:sldMk cId="3225806142" sldId="496"/>
        </pc:sldMkLst>
      </pc:sldChg>
      <pc:sldChg chg="del">
        <pc:chgData name="Pramod Naik" userId="ceb6df04-ef15-4d9b-a141-998a03559d75" providerId="ADAL" clId="{62E9B5AE-779D-4001-92D3-8FF830A8A9C1}" dt="2025-09-20T10:40:40.970" v="191" actId="47"/>
        <pc:sldMkLst>
          <pc:docMk/>
          <pc:sldMk cId="1532476392" sldId="497"/>
        </pc:sldMkLst>
      </pc:sldChg>
      <pc:sldChg chg="del">
        <pc:chgData name="Pramod Naik" userId="ceb6df04-ef15-4d9b-a141-998a03559d75" providerId="ADAL" clId="{62E9B5AE-779D-4001-92D3-8FF830A8A9C1}" dt="2025-09-20T10:40:41.967" v="192" actId="47"/>
        <pc:sldMkLst>
          <pc:docMk/>
          <pc:sldMk cId="3314440347" sldId="498"/>
        </pc:sldMkLst>
      </pc:sldChg>
      <pc:sldChg chg="del">
        <pc:chgData name="Pramod Naik" userId="ceb6df04-ef15-4d9b-a141-998a03559d75" providerId="ADAL" clId="{62E9B5AE-779D-4001-92D3-8FF830A8A9C1}" dt="2025-09-20T10:41:44.490" v="211" actId="47"/>
        <pc:sldMkLst>
          <pc:docMk/>
          <pc:sldMk cId="3801089534" sldId="499"/>
        </pc:sldMkLst>
      </pc:sldChg>
      <pc:sldChg chg="del">
        <pc:chgData name="Pramod Naik" userId="ceb6df04-ef15-4d9b-a141-998a03559d75" providerId="ADAL" clId="{62E9B5AE-779D-4001-92D3-8FF830A8A9C1}" dt="2025-09-20T10:41:45.709" v="212" actId="47"/>
        <pc:sldMkLst>
          <pc:docMk/>
          <pc:sldMk cId="4115866621" sldId="500"/>
        </pc:sldMkLst>
      </pc:sldChg>
      <pc:sldChg chg="modSp mod">
        <pc:chgData name="Pramod Naik" userId="ceb6df04-ef15-4d9b-a141-998a03559d75" providerId="ADAL" clId="{62E9B5AE-779D-4001-92D3-8FF830A8A9C1}" dt="2025-09-20T10:41:32.668" v="210" actId="20577"/>
        <pc:sldMkLst>
          <pc:docMk/>
          <pc:sldMk cId="3930951075" sldId="501"/>
        </pc:sldMkLst>
      </pc:sldChg>
      <pc:sldChg chg="add del">
        <pc:chgData name="Pramod Naik" userId="ceb6df04-ef15-4d9b-a141-998a03559d75" providerId="ADAL" clId="{62E9B5AE-779D-4001-92D3-8FF830A8A9C1}" dt="2025-10-09T19:55:13.363" v="380" actId="47"/>
        <pc:sldMkLst>
          <pc:docMk/>
          <pc:sldMk cId="1158287235" sldId="502"/>
        </pc:sldMkLst>
      </pc:sldChg>
      <pc:sldChg chg="modSp add del mod">
        <pc:chgData name="Pramod Naik" userId="ceb6df04-ef15-4d9b-a141-998a03559d75" providerId="ADAL" clId="{62E9B5AE-779D-4001-92D3-8FF830A8A9C1}" dt="2025-10-09T19:55:38.333" v="382" actId="47"/>
        <pc:sldMkLst>
          <pc:docMk/>
          <pc:sldMk cId="1197408662" sldId="503"/>
        </pc:sldMkLst>
      </pc:sldChg>
      <pc:sldChg chg="modSp mod">
        <pc:chgData name="Pramod Naik" userId="ceb6df04-ef15-4d9b-a141-998a03559d75" providerId="ADAL" clId="{62E9B5AE-779D-4001-92D3-8FF830A8A9C1}" dt="2025-09-20T10:41:24.786" v="209" actId="20577"/>
        <pc:sldMkLst>
          <pc:docMk/>
          <pc:sldMk cId="3356209475" sldId="504"/>
        </pc:sldMkLst>
      </pc:sldChg>
      <pc:sldChg chg="modSp mod">
        <pc:chgData name="Pramod Naik" userId="ceb6df04-ef15-4d9b-a141-998a03559d75" providerId="ADAL" clId="{62E9B5AE-779D-4001-92D3-8FF830A8A9C1}" dt="2025-09-20T10:41:16.944" v="206" actId="20577"/>
        <pc:sldMkLst>
          <pc:docMk/>
          <pc:sldMk cId="1145778209" sldId="505"/>
        </pc:sldMkLst>
      </pc:sldChg>
      <pc:sldChg chg="del">
        <pc:chgData name="Pramod Naik" userId="ceb6df04-ef15-4d9b-a141-998a03559d75" providerId="ADAL" clId="{62E9B5AE-779D-4001-92D3-8FF830A8A9C1}" dt="2025-09-20T10:41:48.110" v="214" actId="47"/>
        <pc:sldMkLst>
          <pc:docMk/>
          <pc:sldMk cId="2951932448" sldId="506"/>
        </pc:sldMkLst>
      </pc:sldChg>
      <pc:sldChg chg="modSp mod">
        <pc:chgData name="Pramod Naik" userId="ceb6df04-ef15-4d9b-a141-998a03559d75" providerId="ADAL" clId="{62E9B5AE-779D-4001-92D3-8FF830A8A9C1}" dt="2025-09-20T10:42:22.165" v="232" actId="20577"/>
        <pc:sldMkLst>
          <pc:docMk/>
          <pc:sldMk cId="2224253486" sldId="512"/>
        </pc:sldMkLst>
      </pc:sldChg>
      <pc:sldChg chg="modSp mod">
        <pc:chgData name="Pramod Naik" userId="ceb6df04-ef15-4d9b-a141-998a03559d75" providerId="ADAL" clId="{62E9B5AE-779D-4001-92D3-8FF830A8A9C1}" dt="2025-09-20T10:42:25.203" v="233" actId="20577"/>
        <pc:sldMkLst>
          <pc:docMk/>
          <pc:sldMk cId="3986850537" sldId="513"/>
        </pc:sldMkLst>
      </pc:sldChg>
      <pc:sldChg chg="modSp mod">
        <pc:chgData name="Pramod Naik" userId="ceb6df04-ef15-4d9b-a141-998a03559d75" providerId="ADAL" clId="{62E9B5AE-779D-4001-92D3-8FF830A8A9C1}" dt="2025-09-20T10:42:33.958" v="235" actId="20577"/>
        <pc:sldMkLst>
          <pc:docMk/>
          <pc:sldMk cId="3495308794" sldId="515"/>
        </pc:sldMkLst>
      </pc:sldChg>
      <pc:sldChg chg="modSp mod">
        <pc:chgData name="Pramod Naik" userId="ceb6df04-ef15-4d9b-a141-998a03559d75" providerId="ADAL" clId="{62E9B5AE-779D-4001-92D3-8FF830A8A9C1}" dt="2025-09-20T10:42:39.845" v="237" actId="20577"/>
        <pc:sldMkLst>
          <pc:docMk/>
          <pc:sldMk cId="2056910270" sldId="516"/>
        </pc:sldMkLst>
      </pc:sldChg>
      <pc:sldChg chg="modSp mod">
        <pc:chgData name="Pramod Naik" userId="ceb6df04-ef15-4d9b-a141-998a03559d75" providerId="ADAL" clId="{62E9B5AE-779D-4001-92D3-8FF830A8A9C1}" dt="2025-09-20T10:42:43.495" v="238" actId="20577"/>
        <pc:sldMkLst>
          <pc:docMk/>
          <pc:sldMk cId="2880699123" sldId="517"/>
        </pc:sldMkLst>
      </pc:sldChg>
      <pc:sldChg chg="del">
        <pc:chgData name="Pramod Naik" userId="ceb6df04-ef15-4d9b-a141-998a03559d75" providerId="ADAL" clId="{62E9B5AE-779D-4001-92D3-8FF830A8A9C1}" dt="2025-09-20T10:42:49.455" v="239" actId="47"/>
        <pc:sldMkLst>
          <pc:docMk/>
          <pc:sldMk cId="3598008498" sldId="518"/>
        </pc:sldMkLst>
      </pc:sldChg>
      <pc:sldChg chg="del">
        <pc:chgData name="Pramod Naik" userId="ceb6df04-ef15-4d9b-a141-998a03559d75" providerId="ADAL" clId="{62E9B5AE-779D-4001-92D3-8FF830A8A9C1}" dt="2025-09-20T10:42:50.319" v="240" actId="47"/>
        <pc:sldMkLst>
          <pc:docMk/>
          <pc:sldMk cId="1340291649" sldId="519"/>
        </pc:sldMkLst>
      </pc:sldChg>
      <pc:sldChg chg="del">
        <pc:chgData name="Pramod Naik" userId="ceb6df04-ef15-4d9b-a141-998a03559d75" providerId="ADAL" clId="{62E9B5AE-779D-4001-92D3-8FF830A8A9C1}" dt="2025-09-20T10:42:51.840" v="241" actId="47"/>
        <pc:sldMkLst>
          <pc:docMk/>
          <pc:sldMk cId="1427375454" sldId="520"/>
        </pc:sldMkLst>
      </pc:sldChg>
      <pc:sldChg chg="del">
        <pc:chgData name="Pramod Naik" userId="ceb6df04-ef15-4d9b-a141-998a03559d75" providerId="ADAL" clId="{62E9B5AE-779D-4001-92D3-8FF830A8A9C1}" dt="2025-09-20T10:42:53.187" v="242" actId="47"/>
        <pc:sldMkLst>
          <pc:docMk/>
          <pc:sldMk cId="644800703" sldId="521"/>
        </pc:sldMkLst>
      </pc:sldChg>
      <pc:sldChg chg="del">
        <pc:chgData name="Pramod Naik" userId="ceb6df04-ef15-4d9b-a141-998a03559d75" providerId="ADAL" clId="{62E9B5AE-779D-4001-92D3-8FF830A8A9C1}" dt="2025-09-20T10:42:54.012" v="243" actId="47"/>
        <pc:sldMkLst>
          <pc:docMk/>
          <pc:sldMk cId="2697665067" sldId="522"/>
        </pc:sldMkLst>
      </pc:sldChg>
      <pc:sldChg chg="del">
        <pc:chgData name="Pramod Naik" userId="ceb6df04-ef15-4d9b-a141-998a03559d75" providerId="ADAL" clId="{62E9B5AE-779D-4001-92D3-8FF830A8A9C1}" dt="2025-09-20T10:42:54.896" v="244" actId="47"/>
        <pc:sldMkLst>
          <pc:docMk/>
          <pc:sldMk cId="2715239674" sldId="523"/>
        </pc:sldMkLst>
      </pc:sldChg>
      <pc:sldChg chg="del">
        <pc:chgData name="Pramod Naik" userId="ceb6df04-ef15-4d9b-a141-998a03559d75" providerId="ADAL" clId="{62E9B5AE-779D-4001-92D3-8FF830A8A9C1}" dt="2025-09-20T10:42:55.867" v="245" actId="47"/>
        <pc:sldMkLst>
          <pc:docMk/>
          <pc:sldMk cId="3502240012" sldId="524"/>
        </pc:sldMkLst>
      </pc:sldChg>
      <pc:sldChg chg="del">
        <pc:chgData name="Pramod Naik" userId="ceb6df04-ef15-4d9b-a141-998a03559d75" providerId="ADAL" clId="{62E9B5AE-779D-4001-92D3-8FF830A8A9C1}" dt="2025-09-20T10:42:57.183" v="246" actId="47"/>
        <pc:sldMkLst>
          <pc:docMk/>
          <pc:sldMk cId="3857195804" sldId="525"/>
        </pc:sldMkLst>
      </pc:sldChg>
      <pc:sldChg chg="del">
        <pc:chgData name="Pramod Naik" userId="ceb6df04-ef15-4d9b-a141-998a03559d75" providerId="ADAL" clId="{62E9B5AE-779D-4001-92D3-8FF830A8A9C1}" dt="2025-10-26T05:52:59.120" v="2460" actId="47"/>
        <pc:sldMkLst>
          <pc:docMk/>
          <pc:sldMk cId="2663992815" sldId="526"/>
        </pc:sldMkLst>
      </pc:sldChg>
      <pc:sldChg chg="modSp del mod">
        <pc:chgData name="Pramod Naik" userId="ceb6df04-ef15-4d9b-a141-998a03559d75" providerId="ADAL" clId="{62E9B5AE-779D-4001-92D3-8FF830A8A9C1}" dt="2025-10-26T05:52:59.627" v="2461" actId="47"/>
        <pc:sldMkLst>
          <pc:docMk/>
          <pc:sldMk cId="228400106" sldId="527"/>
        </pc:sldMkLst>
      </pc:sldChg>
      <pc:sldChg chg="modSp mod">
        <pc:chgData name="Pramod Naik" userId="ceb6df04-ef15-4d9b-a141-998a03559d75" providerId="ADAL" clId="{62E9B5AE-779D-4001-92D3-8FF830A8A9C1}" dt="2025-09-20T10:21:30.688" v="31" actId="20577"/>
        <pc:sldMkLst>
          <pc:docMk/>
          <pc:sldMk cId="1792152373" sldId="527"/>
        </pc:sldMkLst>
      </pc:sldChg>
      <pc:sldChg chg="modSp mod">
        <pc:chgData name="Pramod Naik" userId="ceb6df04-ef15-4d9b-a141-998a03559d75" providerId="ADAL" clId="{62E9B5AE-779D-4001-92D3-8FF830A8A9C1}" dt="2025-09-20T10:21:41.887" v="35" actId="6549"/>
        <pc:sldMkLst>
          <pc:docMk/>
          <pc:sldMk cId="273061064" sldId="528"/>
        </pc:sldMkLst>
      </pc:sldChg>
      <pc:sldChg chg="addSp delSp modSp del mod">
        <pc:chgData name="Pramod Naik" userId="ceb6df04-ef15-4d9b-a141-998a03559d75" providerId="ADAL" clId="{62E9B5AE-779D-4001-92D3-8FF830A8A9C1}" dt="2025-10-26T05:52:59.669" v="2462" actId="47"/>
        <pc:sldMkLst>
          <pc:docMk/>
          <pc:sldMk cId="645782176" sldId="528"/>
        </pc:sldMkLst>
      </pc:sldChg>
      <pc:sldChg chg="modSp mod">
        <pc:chgData name="Pramod Naik" userId="ceb6df04-ef15-4d9b-a141-998a03559d75" providerId="ADAL" clId="{62E9B5AE-779D-4001-92D3-8FF830A8A9C1}" dt="2025-09-20T10:20:46.149" v="27" actId="403"/>
        <pc:sldMkLst>
          <pc:docMk/>
          <pc:sldMk cId="315074426" sldId="529"/>
        </pc:sldMkLst>
      </pc:sldChg>
      <pc:sldChg chg="modSp del mod">
        <pc:chgData name="Pramod Naik" userId="ceb6df04-ef15-4d9b-a141-998a03559d75" providerId="ADAL" clId="{62E9B5AE-779D-4001-92D3-8FF830A8A9C1}" dt="2025-10-26T05:52:59.692" v="2463" actId="47"/>
        <pc:sldMkLst>
          <pc:docMk/>
          <pc:sldMk cId="661470129" sldId="529"/>
        </pc:sldMkLst>
      </pc:sldChg>
      <pc:sldChg chg="del">
        <pc:chgData name="Pramod Naik" userId="ceb6df04-ef15-4d9b-a141-998a03559d75" providerId="ADAL" clId="{62E9B5AE-779D-4001-92D3-8FF830A8A9C1}" dt="2025-10-24T05:14:48.062" v="2374" actId="47"/>
        <pc:sldMkLst>
          <pc:docMk/>
          <pc:sldMk cId="3183652202" sldId="530"/>
        </pc:sldMkLst>
      </pc:sldChg>
      <pc:sldChg chg="addSp delSp modSp add del mod">
        <pc:chgData name="Pramod Naik" userId="ceb6df04-ef15-4d9b-a141-998a03559d75" providerId="ADAL" clId="{62E9B5AE-779D-4001-92D3-8FF830A8A9C1}" dt="2025-10-26T05:57:24.704" v="2546" actId="164"/>
        <pc:sldMkLst>
          <pc:docMk/>
          <pc:sldMk cId="2647842385" sldId="531"/>
        </pc:sldMkLst>
        <pc:spChg chg="del">
          <ac:chgData name="Pramod Naik" userId="ceb6df04-ef15-4d9b-a141-998a03559d75" providerId="ADAL" clId="{62E9B5AE-779D-4001-92D3-8FF830A8A9C1}" dt="2025-10-26T05:55:24.289" v="2531" actId="478"/>
          <ac:spMkLst>
            <pc:docMk/>
            <pc:sldMk cId="2647842385" sldId="531"/>
            <ac:spMk id="3" creationId="{DB144146-02E9-F2E9-8E92-7F25EF4CC958}"/>
          </ac:spMkLst>
        </pc:spChg>
        <pc:grpChg chg="add mod">
          <ac:chgData name="Pramod Naik" userId="ceb6df04-ef15-4d9b-a141-998a03559d75" providerId="ADAL" clId="{62E9B5AE-779D-4001-92D3-8FF830A8A9C1}" dt="2025-10-26T05:57:24.704" v="2546" actId="164"/>
          <ac:grpSpMkLst>
            <pc:docMk/>
            <pc:sldMk cId="2647842385" sldId="531"/>
            <ac:grpSpMk id="6" creationId="{BA1704FD-B516-EE21-9AAE-763C14BDCAB8}"/>
          </ac:grpSpMkLst>
        </pc:grpChg>
        <pc:picChg chg="add mod">
          <ac:chgData name="Pramod Naik" userId="ceb6df04-ef15-4d9b-a141-998a03559d75" providerId="ADAL" clId="{62E9B5AE-779D-4001-92D3-8FF830A8A9C1}" dt="2025-10-26T05:57:24.704" v="2546" actId="164"/>
          <ac:picMkLst>
            <pc:docMk/>
            <pc:sldMk cId="2647842385" sldId="531"/>
            <ac:picMk id="4" creationId="{E588FFAC-F124-4F59-B487-448036F724E2}"/>
          </ac:picMkLst>
        </pc:picChg>
        <pc:picChg chg="add mod ord">
          <ac:chgData name="Pramod Naik" userId="ceb6df04-ef15-4d9b-a141-998a03559d75" providerId="ADAL" clId="{62E9B5AE-779D-4001-92D3-8FF830A8A9C1}" dt="2025-10-26T05:57:24.704" v="2546" actId="164"/>
          <ac:picMkLst>
            <pc:docMk/>
            <pc:sldMk cId="2647842385" sldId="531"/>
            <ac:picMk id="5" creationId="{65B56F89-435B-72C8-10A0-8CCEAD3D6873}"/>
          </ac:picMkLst>
        </pc:picChg>
        <pc:picChg chg="add mod">
          <ac:chgData name="Pramod Naik" userId="ceb6df04-ef15-4d9b-a141-998a03559d75" providerId="ADAL" clId="{62E9B5AE-779D-4001-92D3-8FF830A8A9C1}" dt="2025-10-26T05:57:24.704" v="2546" actId="164"/>
          <ac:picMkLst>
            <pc:docMk/>
            <pc:sldMk cId="2647842385" sldId="531"/>
            <ac:picMk id="1026" creationId="{617A063E-D0B3-4CC2-5607-890A9596C360}"/>
          </ac:picMkLst>
        </pc:picChg>
      </pc:sldChg>
      <pc:sldChg chg="del">
        <pc:chgData name="Pramod Naik" userId="ceb6df04-ef15-4d9b-a141-998a03559d75" providerId="ADAL" clId="{62E9B5AE-779D-4001-92D3-8FF830A8A9C1}" dt="2025-09-20T10:39:41.716" v="180" actId="47"/>
        <pc:sldMkLst>
          <pc:docMk/>
          <pc:sldMk cId="3157512093" sldId="531"/>
        </pc:sldMkLst>
      </pc:sldChg>
      <pc:sldChg chg="modSp mod">
        <pc:chgData name="Pramod Naik" userId="ceb6df04-ef15-4d9b-a141-998a03559d75" providerId="ADAL" clId="{62E9B5AE-779D-4001-92D3-8FF830A8A9C1}" dt="2025-10-09T19:29:32.538" v="280" actId="14100"/>
        <pc:sldMkLst>
          <pc:docMk/>
          <pc:sldMk cId="535661125" sldId="532"/>
        </pc:sldMkLst>
      </pc:sldChg>
      <pc:sldChg chg="modSp add mod">
        <pc:chgData name="Pramod Naik" userId="ceb6df04-ef15-4d9b-a141-998a03559d75" providerId="ADAL" clId="{62E9B5AE-779D-4001-92D3-8FF830A8A9C1}" dt="2025-10-26T06:11:56.326" v="2623" actId="20577"/>
        <pc:sldMkLst>
          <pc:docMk/>
          <pc:sldMk cId="1542586166" sldId="532"/>
        </pc:sldMkLst>
        <pc:spChg chg="mod">
          <ac:chgData name="Pramod Naik" userId="ceb6df04-ef15-4d9b-a141-998a03559d75" providerId="ADAL" clId="{62E9B5AE-779D-4001-92D3-8FF830A8A9C1}" dt="2025-10-26T06:11:56.326" v="2623" actId="20577"/>
          <ac:spMkLst>
            <pc:docMk/>
            <pc:sldMk cId="1542586166" sldId="532"/>
            <ac:spMk id="3" creationId="{84954DEB-2EA5-ACB5-0BDB-FAA75E67485B}"/>
          </ac:spMkLst>
        </pc:spChg>
      </pc:sldChg>
      <pc:sldChg chg="add del">
        <pc:chgData name="Pramod Naik" userId="ceb6df04-ef15-4d9b-a141-998a03559d75" providerId="ADAL" clId="{62E9B5AE-779D-4001-92D3-8FF830A8A9C1}" dt="2025-10-26T05:51:04.411" v="2459" actId="47"/>
        <pc:sldMkLst>
          <pc:docMk/>
          <pc:sldMk cId="3892924958" sldId="532"/>
        </pc:sldMkLst>
      </pc:sldChg>
      <pc:sldChg chg="add del">
        <pc:chgData name="Pramod Naik" userId="ceb6df04-ef15-4d9b-a141-998a03559d75" providerId="ADAL" clId="{62E9B5AE-779D-4001-92D3-8FF830A8A9C1}" dt="2025-10-26T05:51:03.218" v="2458" actId="47"/>
        <pc:sldMkLst>
          <pc:docMk/>
          <pc:sldMk cId="208792046" sldId="533"/>
        </pc:sldMkLst>
      </pc:sldChg>
      <pc:sldChg chg="addSp modSp add mod">
        <pc:chgData name="Pramod Naik" userId="ceb6df04-ef15-4d9b-a141-998a03559d75" providerId="ADAL" clId="{62E9B5AE-779D-4001-92D3-8FF830A8A9C1}" dt="2025-10-26T06:14:34.888" v="2653" actId="20577"/>
        <pc:sldMkLst>
          <pc:docMk/>
          <pc:sldMk cId="297277313" sldId="533"/>
        </pc:sldMkLst>
        <pc:spChg chg="mod">
          <ac:chgData name="Pramod Naik" userId="ceb6df04-ef15-4d9b-a141-998a03559d75" providerId="ADAL" clId="{62E9B5AE-779D-4001-92D3-8FF830A8A9C1}" dt="2025-10-26T06:14:34.888" v="2653" actId="20577"/>
          <ac:spMkLst>
            <pc:docMk/>
            <pc:sldMk cId="297277313" sldId="533"/>
            <ac:spMk id="3" creationId="{9FFEE490-F3FF-5A19-462E-D8A274E84D08}"/>
          </ac:spMkLst>
        </pc:spChg>
        <pc:picChg chg="add mod">
          <ac:chgData name="Pramod Naik" userId="ceb6df04-ef15-4d9b-a141-998a03559d75" providerId="ADAL" clId="{62E9B5AE-779D-4001-92D3-8FF830A8A9C1}" dt="2025-10-26T06:13:25.302" v="2628" actId="1076"/>
          <ac:picMkLst>
            <pc:docMk/>
            <pc:sldMk cId="297277313" sldId="533"/>
            <ac:picMk id="4" creationId="{C2D72113-B219-DCA8-16C7-0E8A1906CFF2}"/>
          </ac:picMkLst>
        </pc:picChg>
      </pc:sldChg>
      <pc:sldChg chg="del">
        <pc:chgData name="Pramod Naik" userId="ceb6df04-ef15-4d9b-a141-998a03559d75" providerId="ADAL" clId="{62E9B5AE-779D-4001-92D3-8FF830A8A9C1}" dt="2025-09-20T10:41:46.678" v="213" actId="47"/>
        <pc:sldMkLst>
          <pc:docMk/>
          <pc:sldMk cId="813065072" sldId="534"/>
        </pc:sldMkLst>
      </pc:sldChg>
      <pc:sldChg chg="add del">
        <pc:chgData name="Pramod Naik" userId="ceb6df04-ef15-4d9b-a141-998a03559d75" providerId="ADAL" clId="{62E9B5AE-779D-4001-92D3-8FF830A8A9C1}" dt="2025-10-26T05:51:02.666" v="2457" actId="47"/>
        <pc:sldMkLst>
          <pc:docMk/>
          <pc:sldMk cId="948425043" sldId="534"/>
        </pc:sldMkLst>
      </pc:sldChg>
      <pc:sldChg chg="addSp modSp add mod">
        <pc:chgData name="Pramod Naik" userId="ceb6df04-ef15-4d9b-a141-998a03559d75" providerId="ADAL" clId="{62E9B5AE-779D-4001-92D3-8FF830A8A9C1}" dt="2025-10-26T06:20:34.104" v="2702" actId="20577"/>
        <pc:sldMkLst>
          <pc:docMk/>
          <pc:sldMk cId="1574124982" sldId="534"/>
        </pc:sldMkLst>
        <pc:spChg chg="mod">
          <ac:chgData name="Pramod Naik" userId="ceb6df04-ef15-4d9b-a141-998a03559d75" providerId="ADAL" clId="{62E9B5AE-779D-4001-92D3-8FF830A8A9C1}" dt="2025-10-26T06:20:34.104" v="2702" actId="20577"/>
          <ac:spMkLst>
            <pc:docMk/>
            <pc:sldMk cId="1574124982" sldId="534"/>
            <ac:spMk id="3" creationId="{958ABE57-FDE6-6552-1BFD-6C8B87B26F6B}"/>
          </ac:spMkLst>
        </pc:spChg>
        <pc:spChg chg="add">
          <ac:chgData name="Pramod Naik" userId="ceb6df04-ef15-4d9b-a141-998a03559d75" providerId="ADAL" clId="{62E9B5AE-779D-4001-92D3-8FF830A8A9C1}" dt="2025-10-26T06:19:36.324" v="2672"/>
          <ac:spMkLst>
            <pc:docMk/>
            <pc:sldMk cId="1574124982" sldId="534"/>
            <ac:spMk id="5" creationId="{35A394A4-07F6-A423-2915-DEC36E2126E0}"/>
          </ac:spMkLst>
        </pc:spChg>
        <pc:picChg chg="add mod">
          <ac:chgData name="Pramod Naik" userId="ceb6df04-ef15-4d9b-a141-998a03559d75" providerId="ADAL" clId="{62E9B5AE-779D-4001-92D3-8FF830A8A9C1}" dt="2025-10-26T06:19:57.084" v="2685" actId="1076"/>
          <ac:picMkLst>
            <pc:docMk/>
            <pc:sldMk cId="1574124982" sldId="534"/>
            <ac:picMk id="4" creationId="{856E24A2-00AC-04D7-C093-1D0B417BF428}"/>
          </ac:picMkLst>
        </pc:picChg>
      </pc:sldChg>
      <pc:sldChg chg="add del">
        <pc:chgData name="Pramod Naik" userId="ceb6df04-ef15-4d9b-a141-998a03559d75" providerId="ADAL" clId="{62E9B5AE-779D-4001-92D3-8FF830A8A9C1}" dt="2025-10-26T05:51:01.972" v="2456" actId="47"/>
        <pc:sldMkLst>
          <pc:docMk/>
          <pc:sldMk cId="2261098285" sldId="535"/>
        </pc:sldMkLst>
      </pc:sldChg>
      <pc:sldChg chg="addSp modSp add mod">
        <pc:chgData name="Pramod Naik" userId="ceb6df04-ef15-4d9b-a141-998a03559d75" providerId="ADAL" clId="{62E9B5AE-779D-4001-92D3-8FF830A8A9C1}" dt="2025-10-26T06:22:15.243" v="2723" actId="1076"/>
        <pc:sldMkLst>
          <pc:docMk/>
          <pc:sldMk cId="2289789579" sldId="535"/>
        </pc:sldMkLst>
        <pc:spChg chg="mod">
          <ac:chgData name="Pramod Naik" userId="ceb6df04-ef15-4d9b-a141-998a03559d75" providerId="ADAL" clId="{62E9B5AE-779D-4001-92D3-8FF830A8A9C1}" dt="2025-10-26T06:22:10.969" v="2722" actId="20577"/>
          <ac:spMkLst>
            <pc:docMk/>
            <pc:sldMk cId="2289789579" sldId="535"/>
            <ac:spMk id="3" creationId="{F19CE76A-F451-0FD6-0A0A-E6D356594726}"/>
          </ac:spMkLst>
        </pc:spChg>
        <pc:picChg chg="add mod">
          <ac:chgData name="Pramod Naik" userId="ceb6df04-ef15-4d9b-a141-998a03559d75" providerId="ADAL" clId="{62E9B5AE-779D-4001-92D3-8FF830A8A9C1}" dt="2025-10-26T06:22:15.243" v="2723" actId="1076"/>
          <ac:picMkLst>
            <pc:docMk/>
            <pc:sldMk cId="2289789579" sldId="535"/>
            <ac:picMk id="4" creationId="{55A6E68E-25CA-99A8-9330-F9264A760036}"/>
          </ac:picMkLst>
        </pc:picChg>
      </pc:sldChg>
      <pc:sldChg chg="del">
        <pc:chgData name="Pramod Naik" userId="ceb6df04-ef15-4d9b-a141-998a03559d75" providerId="ADAL" clId="{62E9B5AE-779D-4001-92D3-8FF830A8A9C1}" dt="2025-09-20T10:40:43.960" v="193" actId="47"/>
        <pc:sldMkLst>
          <pc:docMk/>
          <pc:sldMk cId="2713829649" sldId="535"/>
        </pc:sldMkLst>
      </pc:sldChg>
      <pc:sldChg chg="modSp add del mod">
        <pc:chgData name="Pramod Naik" userId="ceb6df04-ef15-4d9b-a141-998a03559d75" providerId="ADAL" clId="{62E9B5AE-779D-4001-92D3-8FF830A8A9C1}" dt="2025-10-26T05:52:59.727" v="2464" actId="47"/>
        <pc:sldMkLst>
          <pc:docMk/>
          <pc:sldMk cId="1692959063" sldId="536"/>
        </pc:sldMkLst>
      </pc:sldChg>
      <pc:sldChg chg="addSp modSp add mod">
        <pc:chgData name="Pramod Naik" userId="ceb6df04-ef15-4d9b-a141-998a03559d75" providerId="ADAL" clId="{62E9B5AE-779D-4001-92D3-8FF830A8A9C1}" dt="2025-10-26T06:23:41.194" v="2754" actId="113"/>
        <pc:sldMkLst>
          <pc:docMk/>
          <pc:sldMk cId="2194351071" sldId="536"/>
        </pc:sldMkLst>
        <pc:spChg chg="mod">
          <ac:chgData name="Pramod Naik" userId="ceb6df04-ef15-4d9b-a141-998a03559d75" providerId="ADAL" clId="{62E9B5AE-779D-4001-92D3-8FF830A8A9C1}" dt="2025-10-26T06:23:41.194" v="2754" actId="113"/>
          <ac:spMkLst>
            <pc:docMk/>
            <pc:sldMk cId="2194351071" sldId="536"/>
            <ac:spMk id="3" creationId="{9D1C0689-1BDD-F8AF-7598-6285D19C8E7F}"/>
          </ac:spMkLst>
        </pc:spChg>
        <pc:spChg chg="add">
          <ac:chgData name="Pramod Naik" userId="ceb6df04-ef15-4d9b-a141-998a03559d75" providerId="ADAL" clId="{62E9B5AE-779D-4001-92D3-8FF830A8A9C1}" dt="2025-10-26T06:23:06.402" v="2741"/>
          <ac:spMkLst>
            <pc:docMk/>
            <pc:sldMk cId="2194351071" sldId="536"/>
            <ac:spMk id="5" creationId="{C096E765-927A-38E2-49DC-89CEF408DBCD}"/>
          </ac:spMkLst>
        </pc:spChg>
        <pc:picChg chg="add mod">
          <ac:chgData name="Pramod Naik" userId="ceb6df04-ef15-4d9b-a141-998a03559d75" providerId="ADAL" clId="{62E9B5AE-779D-4001-92D3-8FF830A8A9C1}" dt="2025-10-26T06:23:20.067" v="2745" actId="1076"/>
          <ac:picMkLst>
            <pc:docMk/>
            <pc:sldMk cId="2194351071" sldId="536"/>
            <ac:picMk id="4" creationId="{6BDF50A3-627B-87DE-ED7E-BFC37FB07B1F}"/>
          </ac:picMkLst>
        </pc:picChg>
      </pc:sldChg>
      <pc:sldChg chg="modSp add del mod">
        <pc:chgData name="Pramod Naik" userId="ceb6df04-ef15-4d9b-a141-998a03559d75" providerId="ADAL" clId="{62E9B5AE-779D-4001-92D3-8FF830A8A9C1}" dt="2025-10-11T09:23:35.077" v="651" actId="2696"/>
        <pc:sldMkLst>
          <pc:docMk/>
          <pc:sldMk cId="2231447491" sldId="536"/>
        </pc:sldMkLst>
      </pc:sldChg>
      <pc:sldChg chg="modSp add del mod">
        <pc:chgData name="Pramod Naik" userId="ceb6df04-ef15-4d9b-a141-998a03559d75" providerId="ADAL" clId="{62E9B5AE-779D-4001-92D3-8FF830A8A9C1}" dt="2025-10-26T05:52:59.787" v="2465" actId="47"/>
        <pc:sldMkLst>
          <pc:docMk/>
          <pc:sldMk cId="3011003526" sldId="537"/>
        </pc:sldMkLst>
      </pc:sldChg>
      <pc:sldChg chg="addSp modSp add mod">
        <pc:chgData name="Pramod Naik" userId="ceb6df04-ef15-4d9b-a141-998a03559d75" providerId="ADAL" clId="{62E9B5AE-779D-4001-92D3-8FF830A8A9C1}" dt="2025-10-26T06:41:52.356" v="2894" actId="20577"/>
        <pc:sldMkLst>
          <pc:docMk/>
          <pc:sldMk cId="4138878849" sldId="537"/>
        </pc:sldMkLst>
        <pc:spChg chg="mod">
          <ac:chgData name="Pramod Naik" userId="ceb6df04-ef15-4d9b-a141-998a03559d75" providerId="ADAL" clId="{62E9B5AE-779D-4001-92D3-8FF830A8A9C1}" dt="2025-10-26T06:41:52.356" v="2894" actId="20577"/>
          <ac:spMkLst>
            <pc:docMk/>
            <pc:sldMk cId="4138878849" sldId="537"/>
            <ac:spMk id="3" creationId="{DA967A93-DAD0-7AF9-E400-EAC833792B89}"/>
          </ac:spMkLst>
        </pc:spChg>
        <pc:picChg chg="add mod">
          <ac:chgData name="Pramod Naik" userId="ceb6df04-ef15-4d9b-a141-998a03559d75" providerId="ADAL" clId="{62E9B5AE-779D-4001-92D3-8FF830A8A9C1}" dt="2025-10-26T06:24:56.187" v="2762" actId="14100"/>
          <ac:picMkLst>
            <pc:docMk/>
            <pc:sldMk cId="4138878849" sldId="537"/>
            <ac:picMk id="4" creationId="{B065461B-C5A9-B96A-D924-724D5048823F}"/>
          </ac:picMkLst>
        </pc:picChg>
      </pc:sldChg>
      <pc:sldChg chg="addSp modSp add del mod">
        <pc:chgData name="Pramod Naik" userId="ceb6df04-ef15-4d9b-a141-998a03559d75" providerId="ADAL" clId="{62E9B5AE-779D-4001-92D3-8FF830A8A9C1}" dt="2025-10-26T05:53:00.697" v="2480" actId="47"/>
        <pc:sldMkLst>
          <pc:docMk/>
          <pc:sldMk cId="1663416122" sldId="538"/>
        </pc:sldMkLst>
      </pc:sldChg>
      <pc:sldChg chg="modSp">
        <pc:chgData name="Pramod Naik" userId="ceb6df04-ef15-4d9b-a141-998a03559d75" providerId="ADAL" clId="{62E9B5AE-779D-4001-92D3-8FF830A8A9C1}" dt="2025-09-20T10:19:55.680" v="20" actId="1036"/>
        <pc:sldMkLst>
          <pc:docMk/>
          <pc:sldMk cId="3886295808" sldId="538"/>
        </pc:sldMkLst>
      </pc:sldChg>
      <pc:sldChg chg="addSp modSp add mod">
        <pc:chgData name="Pramod Naik" userId="ceb6df04-ef15-4d9b-a141-998a03559d75" providerId="ADAL" clId="{62E9B5AE-779D-4001-92D3-8FF830A8A9C1}" dt="2025-10-26T06:26:11.724" v="2789" actId="207"/>
        <pc:sldMkLst>
          <pc:docMk/>
          <pc:sldMk cId="4226129508" sldId="538"/>
        </pc:sldMkLst>
        <pc:spChg chg="mod">
          <ac:chgData name="Pramod Naik" userId="ceb6df04-ef15-4d9b-a141-998a03559d75" providerId="ADAL" clId="{62E9B5AE-779D-4001-92D3-8FF830A8A9C1}" dt="2025-10-26T06:26:11.724" v="2789" actId="207"/>
          <ac:spMkLst>
            <pc:docMk/>
            <pc:sldMk cId="4226129508" sldId="538"/>
            <ac:spMk id="3" creationId="{4C9173AC-408A-85E3-7099-CA01C60859DC}"/>
          </ac:spMkLst>
        </pc:spChg>
        <pc:spChg chg="add">
          <ac:chgData name="Pramod Naik" userId="ceb6df04-ef15-4d9b-a141-998a03559d75" providerId="ADAL" clId="{62E9B5AE-779D-4001-92D3-8FF830A8A9C1}" dt="2025-10-26T06:25:43.380" v="2782"/>
          <ac:spMkLst>
            <pc:docMk/>
            <pc:sldMk cId="4226129508" sldId="538"/>
            <ac:spMk id="5" creationId="{F0E176F5-FFCF-EC69-FF7C-586E10CA8ACE}"/>
          </ac:spMkLst>
        </pc:spChg>
        <pc:picChg chg="add mod">
          <ac:chgData name="Pramod Naik" userId="ceb6df04-ef15-4d9b-a141-998a03559d75" providerId="ADAL" clId="{62E9B5AE-779D-4001-92D3-8FF830A8A9C1}" dt="2025-10-26T06:25:28.250" v="2772" actId="1076"/>
          <ac:picMkLst>
            <pc:docMk/>
            <pc:sldMk cId="4226129508" sldId="538"/>
            <ac:picMk id="4" creationId="{E47012A6-B7BC-E638-D806-BAA35DFB430A}"/>
          </ac:picMkLst>
        </pc:picChg>
      </pc:sldChg>
      <pc:sldChg chg="addSp modSp add mod">
        <pc:chgData name="Pramod Naik" userId="ceb6df04-ef15-4d9b-a141-998a03559d75" providerId="ADAL" clId="{62E9B5AE-779D-4001-92D3-8FF830A8A9C1}" dt="2025-10-26T06:42:02.529" v="2899" actId="20577"/>
        <pc:sldMkLst>
          <pc:docMk/>
          <pc:sldMk cId="71007364" sldId="539"/>
        </pc:sldMkLst>
        <pc:spChg chg="mod">
          <ac:chgData name="Pramod Naik" userId="ceb6df04-ef15-4d9b-a141-998a03559d75" providerId="ADAL" clId="{62E9B5AE-779D-4001-92D3-8FF830A8A9C1}" dt="2025-10-26T06:42:02.529" v="2899" actId="20577"/>
          <ac:spMkLst>
            <pc:docMk/>
            <pc:sldMk cId="71007364" sldId="539"/>
            <ac:spMk id="3" creationId="{062B8C83-587D-4D06-EB95-F9DBBBED0F33}"/>
          </ac:spMkLst>
        </pc:spChg>
        <pc:picChg chg="add mod">
          <ac:chgData name="Pramod Naik" userId="ceb6df04-ef15-4d9b-a141-998a03559d75" providerId="ADAL" clId="{62E9B5AE-779D-4001-92D3-8FF830A8A9C1}" dt="2025-10-26T06:27:29.083" v="2794" actId="1076"/>
          <ac:picMkLst>
            <pc:docMk/>
            <pc:sldMk cId="71007364" sldId="539"/>
            <ac:picMk id="4" creationId="{D36DDF8E-8B38-AEFE-05CE-1CC2457DD2D7}"/>
          </ac:picMkLst>
        </pc:picChg>
      </pc:sldChg>
      <pc:sldChg chg="addSp modSp add del mod">
        <pc:chgData name="Pramod Naik" userId="ceb6df04-ef15-4d9b-a141-998a03559d75" providerId="ADAL" clId="{62E9B5AE-779D-4001-92D3-8FF830A8A9C1}" dt="2025-10-26T05:53:01.195" v="2481" actId="47"/>
        <pc:sldMkLst>
          <pc:docMk/>
          <pc:sldMk cId="1058796560" sldId="539"/>
        </pc:sldMkLst>
      </pc:sldChg>
      <pc:sldChg chg="addSp delSp modSp new mod">
        <pc:chgData name="Pramod Naik" userId="ceb6df04-ef15-4d9b-a141-998a03559d75" providerId="ADAL" clId="{62E9B5AE-779D-4001-92D3-8FF830A8A9C1}" dt="2025-10-09T19:25:24.225" v="256" actId="113"/>
        <pc:sldMkLst>
          <pc:docMk/>
          <pc:sldMk cId="4048674660" sldId="539"/>
        </pc:sldMkLst>
      </pc:sldChg>
      <pc:sldChg chg="addSp modSp add del mod">
        <pc:chgData name="Pramod Naik" userId="ceb6df04-ef15-4d9b-a141-998a03559d75" providerId="ADAL" clId="{62E9B5AE-779D-4001-92D3-8FF830A8A9C1}" dt="2025-10-26T05:53:01.237" v="2482" actId="47"/>
        <pc:sldMkLst>
          <pc:docMk/>
          <pc:sldMk cId="792488442" sldId="540"/>
        </pc:sldMkLst>
      </pc:sldChg>
      <pc:sldChg chg="delSp modSp new mod">
        <pc:chgData name="Pramod Naik" userId="ceb6df04-ef15-4d9b-a141-998a03559d75" providerId="ADAL" clId="{62E9B5AE-779D-4001-92D3-8FF830A8A9C1}" dt="2025-09-20T10:35:29.201" v="86" actId="113"/>
        <pc:sldMkLst>
          <pc:docMk/>
          <pc:sldMk cId="1151027427" sldId="540"/>
        </pc:sldMkLst>
      </pc:sldChg>
      <pc:sldChg chg="addSp modSp add mod">
        <pc:chgData name="Pramod Naik" userId="ceb6df04-ef15-4d9b-a141-998a03559d75" providerId="ADAL" clId="{62E9B5AE-779D-4001-92D3-8FF830A8A9C1}" dt="2025-10-26T06:28:32.638" v="2822" actId="113"/>
        <pc:sldMkLst>
          <pc:docMk/>
          <pc:sldMk cId="2763923668" sldId="540"/>
        </pc:sldMkLst>
        <pc:spChg chg="add">
          <ac:chgData name="Pramod Naik" userId="ceb6df04-ef15-4d9b-a141-998a03559d75" providerId="ADAL" clId="{62E9B5AE-779D-4001-92D3-8FF830A8A9C1}" dt="2025-10-26T06:27:42.434" v="2802"/>
          <ac:spMkLst>
            <pc:docMk/>
            <pc:sldMk cId="2763923668" sldId="540"/>
            <ac:spMk id="2" creationId="{B9BC0CED-C7F6-8C58-1E2A-54DAB95F710A}"/>
          </ac:spMkLst>
        </pc:spChg>
        <pc:spChg chg="mod">
          <ac:chgData name="Pramod Naik" userId="ceb6df04-ef15-4d9b-a141-998a03559d75" providerId="ADAL" clId="{62E9B5AE-779D-4001-92D3-8FF830A8A9C1}" dt="2025-10-26T06:28:32.638" v="2822" actId="113"/>
          <ac:spMkLst>
            <pc:docMk/>
            <pc:sldMk cId="2763923668" sldId="540"/>
            <ac:spMk id="3" creationId="{3FCB765D-2F4E-315F-ABFF-91AF83104818}"/>
          </ac:spMkLst>
        </pc:spChg>
      </pc:sldChg>
      <pc:sldChg chg="modSp add del mod">
        <pc:chgData name="Pramod Naik" userId="ceb6df04-ef15-4d9b-a141-998a03559d75" providerId="ADAL" clId="{62E9B5AE-779D-4001-92D3-8FF830A8A9C1}" dt="2025-10-26T06:41:27.026" v="2885" actId="2696"/>
        <pc:sldMkLst>
          <pc:docMk/>
          <pc:sldMk cId="1799605924" sldId="541"/>
        </pc:sldMkLst>
        <pc:spChg chg="mod">
          <ac:chgData name="Pramod Naik" userId="ceb6df04-ef15-4d9b-a141-998a03559d75" providerId="ADAL" clId="{62E9B5AE-779D-4001-92D3-8FF830A8A9C1}" dt="2025-10-26T06:31:41.018" v="2847" actId="14100"/>
          <ac:spMkLst>
            <pc:docMk/>
            <pc:sldMk cId="1799605924" sldId="541"/>
            <ac:spMk id="3" creationId="{51D5AA5B-BEEC-E988-5601-C597134EE162}"/>
          </ac:spMkLst>
        </pc:spChg>
      </pc:sldChg>
      <pc:sldChg chg="modSp add mod">
        <pc:chgData name="Pramod Naik" userId="ceb6df04-ef15-4d9b-a141-998a03559d75" providerId="ADAL" clId="{62E9B5AE-779D-4001-92D3-8FF830A8A9C1}" dt="2025-10-26T06:41:43.034" v="2891" actId="20577"/>
        <pc:sldMkLst>
          <pc:docMk/>
          <pc:sldMk cId="1871337710" sldId="541"/>
        </pc:sldMkLst>
        <pc:spChg chg="mod">
          <ac:chgData name="Pramod Naik" userId="ceb6df04-ef15-4d9b-a141-998a03559d75" providerId="ADAL" clId="{62E9B5AE-779D-4001-92D3-8FF830A8A9C1}" dt="2025-10-26T06:41:43.034" v="2891" actId="20577"/>
          <ac:spMkLst>
            <pc:docMk/>
            <pc:sldMk cId="1871337710" sldId="541"/>
            <ac:spMk id="3" creationId="{51D5AA5B-BEEC-E988-5601-C597134EE162}"/>
          </ac:spMkLst>
        </pc:spChg>
      </pc:sldChg>
      <pc:sldChg chg="addSp delSp modSp add del mod">
        <pc:chgData name="Pramod Naik" userId="ceb6df04-ef15-4d9b-a141-998a03559d75" providerId="ADAL" clId="{62E9B5AE-779D-4001-92D3-8FF830A8A9C1}" dt="2025-09-20T10:38:54.170" v="164" actId="47"/>
        <pc:sldMkLst>
          <pc:docMk/>
          <pc:sldMk cId="3878971267" sldId="541"/>
        </pc:sldMkLst>
      </pc:sldChg>
      <pc:sldChg chg="addSp modSp add del mod">
        <pc:chgData name="Pramod Naik" userId="ceb6df04-ef15-4d9b-a141-998a03559d75" providerId="ADAL" clId="{62E9B5AE-779D-4001-92D3-8FF830A8A9C1}" dt="2025-10-26T05:53:01.369" v="2483" actId="47"/>
        <pc:sldMkLst>
          <pc:docMk/>
          <pc:sldMk cId="3987673880" sldId="541"/>
        </pc:sldMkLst>
      </pc:sldChg>
      <pc:sldChg chg="add">
        <pc:chgData name="Pramod Naik" userId="ceb6df04-ef15-4d9b-a141-998a03559d75" providerId="ADAL" clId="{62E9B5AE-779D-4001-92D3-8FF830A8A9C1}" dt="2025-10-26T06:41:33.094" v="2886"/>
        <pc:sldMkLst>
          <pc:docMk/>
          <pc:sldMk cId="1246240379" sldId="542"/>
        </pc:sldMkLst>
      </pc:sldChg>
      <pc:sldChg chg="addSp delSp modSp new mod">
        <pc:chgData name="Pramod Naik" userId="ceb6df04-ef15-4d9b-a141-998a03559d75" providerId="ADAL" clId="{62E9B5AE-779D-4001-92D3-8FF830A8A9C1}" dt="2025-10-09T19:26:54.859" v="271" actId="27636"/>
        <pc:sldMkLst>
          <pc:docMk/>
          <pc:sldMk cId="2854140960" sldId="542"/>
        </pc:sldMkLst>
      </pc:sldChg>
      <pc:sldChg chg="addSp modSp add del mod">
        <pc:chgData name="Pramod Naik" userId="ceb6df04-ef15-4d9b-a141-998a03559d75" providerId="ADAL" clId="{62E9B5AE-779D-4001-92D3-8FF830A8A9C1}" dt="2025-10-26T05:53:01.889" v="2484" actId="47"/>
        <pc:sldMkLst>
          <pc:docMk/>
          <pc:sldMk cId="3002241645" sldId="542"/>
        </pc:sldMkLst>
      </pc:sldChg>
      <pc:sldChg chg="addSp modSp add del mod">
        <pc:chgData name="Pramod Naik" userId="ceb6df04-ef15-4d9b-a141-998a03559d75" providerId="ADAL" clId="{62E9B5AE-779D-4001-92D3-8FF830A8A9C1}" dt="2025-10-26T06:41:27.026" v="2885" actId="2696"/>
        <pc:sldMkLst>
          <pc:docMk/>
          <pc:sldMk cId="4202198839" sldId="542"/>
        </pc:sldMkLst>
        <pc:spChg chg="mod">
          <ac:chgData name="Pramod Naik" userId="ceb6df04-ef15-4d9b-a141-998a03559d75" providerId="ADAL" clId="{62E9B5AE-779D-4001-92D3-8FF830A8A9C1}" dt="2025-10-26T06:35:32.549" v="2850" actId="20577"/>
          <ac:spMkLst>
            <pc:docMk/>
            <pc:sldMk cId="4202198839" sldId="542"/>
            <ac:spMk id="3" creationId="{16F99938-04B2-18EF-CB76-B49128814016}"/>
          </ac:spMkLst>
        </pc:spChg>
        <pc:picChg chg="add mod">
          <ac:chgData name="Pramod Naik" userId="ceb6df04-ef15-4d9b-a141-998a03559d75" providerId="ADAL" clId="{62E9B5AE-779D-4001-92D3-8FF830A8A9C1}" dt="2025-10-26T06:38:36.538" v="2853" actId="1076"/>
          <ac:picMkLst>
            <pc:docMk/>
            <pc:sldMk cId="4202198839" sldId="542"/>
            <ac:picMk id="4" creationId="{DAC2E2FA-E2F8-3AFB-7A80-FA55EC1C95C5}"/>
          </ac:picMkLst>
        </pc:picChg>
      </pc:sldChg>
      <pc:sldChg chg="add">
        <pc:chgData name="Pramod Naik" userId="ceb6df04-ef15-4d9b-a141-998a03559d75" providerId="ADAL" clId="{62E9B5AE-779D-4001-92D3-8FF830A8A9C1}" dt="2025-10-26T06:41:33.094" v="2886"/>
        <pc:sldMkLst>
          <pc:docMk/>
          <pc:sldMk cId="432416882" sldId="543"/>
        </pc:sldMkLst>
      </pc:sldChg>
      <pc:sldChg chg="addSp modSp add del mod">
        <pc:chgData name="Pramod Naik" userId="ceb6df04-ef15-4d9b-a141-998a03559d75" providerId="ADAL" clId="{62E9B5AE-779D-4001-92D3-8FF830A8A9C1}" dt="2025-10-26T05:53:01.949" v="2485" actId="47"/>
        <pc:sldMkLst>
          <pc:docMk/>
          <pc:sldMk cId="1636630037" sldId="543"/>
        </pc:sldMkLst>
      </pc:sldChg>
      <pc:sldChg chg="delSp modSp new mod">
        <pc:chgData name="Pramod Naik" userId="ceb6df04-ef15-4d9b-a141-998a03559d75" providerId="ADAL" clId="{62E9B5AE-779D-4001-92D3-8FF830A8A9C1}" dt="2025-10-09T19:28:03.812" v="276"/>
        <pc:sldMkLst>
          <pc:docMk/>
          <pc:sldMk cId="3110123514" sldId="543"/>
        </pc:sldMkLst>
      </pc:sldChg>
      <pc:sldChg chg="modSp add del mod">
        <pc:chgData name="Pramod Naik" userId="ceb6df04-ef15-4d9b-a141-998a03559d75" providerId="ADAL" clId="{62E9B5AE-779D-4001-92D3-8FF830A8A9C1}" dt="2025-10-26T06:41:27.026" v="2885" actId="2696"/>
        <pc:sldMkLst>
          <pc:docMk/>
          <pc:sldMk cId="3323561692" sldId="543"/>
        </pc:sldMkLst>
        <pc:spChg chg="mod">
          <ac:chgData name="Pramod Naik" userId="ceb6df04-ef15-4d9b-a141-998a03559d75" providerId="ADAL" clId="{62E9B5AE-779D-4001-92D3-8FF830A8A9C1}" dt="2025-10-26T06:39:53.756" v="2868" actId="1035"/>
          <ac:spMkLst>
            <pc:docMk/>
            <pc:sldMk cId="3323561692" sldId="543"/>
            <ac:spMk id="3" creationId="{4900D9B0-1C8C-8D53-CBBB-97D6771E2FF1}"/>
          </ac:spMkLst>
        </pc:spChg>
      </pc:sldChg>
      <pc:sldChg chg="addSp modSp add del mod">
        <pc:chgData name="Pramod Naik" userId="ceb6df04-ef15-4d9b-a141-998a03559d75" providerId="ADAL" clId="{62E9B5AE-779D-4001-92D3-8FF830A8A9C1}" dt="2025-10-26T05:53:01.967" v="2486" actId="47"/>
        <pc:sldMkLst>
          <pc:docMk/>
          <pc:sldMk cId="3112172767" sldId="544"/>
        </pc:sldMkLst>
      </pc:sldChg>
      <pc:sldChg chg="addSp modSp add del mod">
        <pc:chgData name="Pramod Naik" userId="ceb6df04-ef15-4d9b-a141-998a03559d75" providerId="ADAL" clId="{62E9B5AE-779D-4001-92D3-8FF830A8A9C1}" dt="2025-10-26T06:41:27.026" v="2885" actId="2696"/>
        <pc:sldMkLst>
          <pc:docMk/>
          <pc:sldMk cId="3270327816" sldId="544"/>
        </pc:sldMkLst>
        <pc:spChg chg="mod">
          <ac:chgData name="Pramod Naik" userId="ceb6df04-ef15-4d9b-a141-998a03559d75" providerId="ADAL" clId="{62E9B5AE-779D-4001-92D3-8FF830A8A9C1}" dt="2025-10-26T06:40:19.269" v="2873" actId="20577"/>
          <ac:spMkLst>
            <pc:docMk/>
            <pc:sldMk cId="3270327816" sldId="544"/>
            <ac:spMk id="3" creationId="{F6AE819D-2CA8-1A41-68C6-D3C876994933}"/>
          </ac:spMkLst>
        </pc:spChg>
        <pc:picChg chg="add mod">
          <ac:chgData name="Pramod Naik" userId="ceb6df04-ef15-4d9b-a141-998a03559d75" providerId="ADAL" clId="{62E9B5AE-779D-4001-92D3-8FF830A8A9C1}" dt="2025-10-26T06:40:55.049" v="2876" actId="1076"/>
          <ac:picMkLst>
            <pc:docMk/>
            <pc:sldMk cId="3270327816" sldId="544"/>
            <ac:picMk id="4" creationId="{45671FBA-F23D-8DD6-705E-002DEFC8ED63}"/>
          </ac:picMkLst>
        </pc:picChg>
      </pc:sldChg>
      <pc:sldChg chg="add">
        <pc:chgData name="Pramod Naik" userId="ceb6df04-ef15-4d9b-a141-998a03559d75" providerId="ADAL" clId="{62E9B5AE-779D-4001-92D3-8FF830A8A9C1}" dt="2025-10-26T06:41:33.094" v="2886"/>
        <pc:sldMkLst>
          <pc:docMk/>
          <pc:sldMk cId="3813780875" sldId="544"/>
        </pc:sldMkLst>
      </pc:sldChg>
      <pc:sldChg chg="delSp modSp new mod">
        <pc:chgData name="Pramod Naik" userId="ceb6df04-ef15-4d9b-a141-998a03559d75" providerId="ADAL" clId="{62E9B5AE-779D-4001-92D3-8FF830A8A9C1}" dt="2025-10-09T19:34:28.822" v="323" actId="403"/>
        <pc:sldMkLst>
          <pc:docMk/>
          <pc:sldMk cId="3900606193" sldId="544"/>
        </pc:sldMkLst>
      </pc:sldChg>
      <pc:sldChg chg="delSp modSp new mod">
        <pc:chgData name="Pramod Naik" userId="ceb6df04-ef15-4d9b-a141-998a03559d75" providerId="ADAL" clId="{62E9B5AE-779D-4001-92D3-8FF830A8A9C1}" dt="2025-10-09T19:36:05.739" v="342" actId="113"/>
        <pc:sldMkLst>
          <pc:docMk/>
          <pc:sldMk cId="1280191467" sldId="545"/>
        </pc:sldMkLst>
      </pc:sldChg>
      <pc:sldChg chg="addSp modSp add del mod">
        <pc:chgData name="Pramod Naik" userId="ceb6df04-ef15-4d9b-a141-998a03559d75" providerId="ADAL" clId="{62E9B5AE-779D-4001-92D3-8FF830A8A9C1}" dt="2025-10-26T05:53:01.967" v="2487" actId="47"/>
        <pc:sldMkLst>
          <pc:docMk/>
          <pc:sldMk cId="1701663649" sldId="545"/>
        </pc:sldMkLst>
      </pc:sldChg>
      <pc:sldChg chg="add">
        <pc:chgData name="Pramod Naik" userId="ceb6df04-ef15-4d9b-a141-998a03559d75" providerId="ADAL" clId="{62E9B5AE-779D-4001-92D3-8FF830A8A9C1}" dt="2025-10-26T05:53:13.913" v="2527"/>
        <pc:sldMkLst>
          <pc:docMk/>
          <pc:sldMk cId="3943781873" sldId="545"/>
        </pc:sldMkLst>
      </pc:sldChg>
      <pc:sldChg chg="add">
        <pc:chgData name="Pramod Naik" userId="ceb6df04-ef15-4d9b-a141-998a03559d75" providerId="ADAL" clId="{62E9B5AE-779D-4001-92D3-8FF830A8A9C1}" dt="2025-10-26T05:53:14.088" v="2528"/>
        <pc:sldMkLst>
          <pc:docMk/>
          <pc:sldMk cId="36506538" sldId="546"/>
        </pc:sldMkLst>
      </pc:sldChg>
      <pc:sldChg chg="modSp add del mod">
        <pc:chgData name="Pramod Naik" userId="ceb6df04-ef15-4d9b-a141-998a03559d75" providerId="ADAL" clId="{62E9B5AE-779D-4001-92D3-8FF830A8A9C1}" dt="2025-10-26T05:53:02.017" v="2488" actId="47"/>
        <pc:sldMkLst>
          <pc:docMk/>
          <pc:sldMk cId="976242571" sldId="546"/>
        </pc:sldMkLst>
      </pc:sldChg>
      <pc:sldChg chg="modSp add mod">
        <pc:chgData name="Pramod Naik" userId="ceb6df04-ef15-4d9b-a141-998a03559d75" providerId="ADAL" clId="{62E9B5AE-779D-4001-92D3-8FF830A8A9C1}" dt="2025-10-09T19:54:08.503" v="378" actId="113"/>
        <pc:sldMkLst>
          <pc:docMk/>
          <pc:sldMk cId="3146542634" sldId="546"/>
        </pc:sldMkLst>
      </pc:sldChg>
      <pc:sldChg chg="add">
        <pc:chgData name="Pramod Naik" userId="ceb6df04-ef15-4d9b-a141-998a03559d75" providerId="ADAL" clId="{62E9B5AE-779D-4001-92D3-8FF830A8A9C1}" dt="2025-10-26T06:40:59.165" v="2877"/>
        <pc:sldMkLst>
          <pc:docMk/>
          <pc:sldMk cId="1075547662" sldId="547"/>
        </pc:sldMkLst>
      </pc:sldChg>
      <pc:sldChg chg="addSp delSp modSp new del mod">
        <pc:chgData name="Pramod Naik" userId="ceb6df04-ef15-4d9b-a141-998a03559d75" providerId="ADAL" clId="{62E9B5AE-779D-4001-92D3-8FF830A8A9C1}" dt="2025-10-26T05:52:59.807" v="2466" actId="47"/>
        <pc:sldMkLst>
          <pc:docMk/>
          <pc:sldMk cId="1743501250" sldId="547"/>
        </pc:sldMkLst>
      </pc:sldChg>
      <pc:sldChg chg="new">
        <pc:chgData name="Pramod Naik" userId="ceb6df04-ef15-4d9b-a141-998a03559d75" providerId="ADAL" clId="{62E9B5AE-779D-4001-92D3-8FF830A8A9C1}" dt="2025-10-09T19:56:03.711" v="383" actId="680"/>
        <pc:sldMkLst>
          <pc:docMk/>
          <pc:sldMk cId="2914679485" sldId="547"/>
        </pc:sldMkLst>
      </pc:sldChg>
      <pc:sldChg chg="addSp delSp modSp new del mod">
        <pc:chgData name="Pramod Naik" userId="ceb6df04-ef15-4d9b-a141-998a03559d75" providerId="ADAL" clId="{62E9B5AE-779D-4001-92D3-8FF830A8A9C1}" dt="2025-10-26T05:52:59.830" v="2467" actId="47"/>
        <pc:sldMkLst>
          <pc:docMk/>
          <pc:sldMk cId="2217804995" sldId="548"/>
        </pc:sldMkLst>
      </pc:sldChg>
      <pc:sldChg chg="add">
        <pc:chgData name="Pramod Naik" userId="ceb6df04-ef15-4d9b-a141-998a03559d75" providerId="ADAL" clId="{62E9B5AE-779D-4001-92D3-8FF830A8A9C1}" dt="2025-10-26T06:40:59.339" v="2878"/>
        <pc:sldMkLst>
          <pc:docMk/>
          <pc:sldMk cId="4070054215" sldId="548"/>
        </pc:sldMkLst>
      </pc:sldChg>
      <pc:sldChg chg="addSp delSp modSp new del mod">
        <pc:chgData name="Pramod Naik" userId="ceb6df04-ef15-4d9b-a141-998a03559d75" providerId="ADAL" clId="{62E9B5AE-779D-4001-92D3-8FF830A8A9C1}" dt="2025-10-26T05:52:59.843" v="2468" actId="47"/>
        <pc:sldMkLst>
          <pc:docMk/>
          <pc:sldMk cId="52434813" sldId="549"/>
        </pc:sldMkLst>
      </pc:sldChg>
      <pc:sldChg chg="add">
        <pc:chgData name="Pramod Naik" userId="ceb6df04-ef15-4d9b-a141-998a03559d75" providerId="ADAL" clId="{62E9B5AE-779D-4001-92D3-8FF830A8A9C1}" dt="2025-10-26T06:40:59.494" v="2879"/>
        <pc:sldMkLst>
          <pc:docMk/>
          <pc:sldMk cId="2542508812" sldId="549"/>
        </pc:sldMkLst>
      </pc:sldChg>
      <pc:sldChg chg="add">
        <pc:chgData name="Pramod Naik" userId="ceb6df04-ef15-4d9b-a141-998a03559d75" providerId="ADAL" clId="{62E9B5AE-779D-4001-92D3-8FF830A8A9C1}" dt="2025-10-26T06:40:59.657" v="2880"/>
        <pc:sldMkLst>
          <pc:docMk/>
          <pc:sldMk cId="1926645783" sldId="550"/>
        </pc:sldMkLst>
      </pc:sldChg>
      <pc:sldChg chg="addSp delSp modSp add del mod">
        <pc:chgData name="Pramod Naik" userId="ceb6df04-ef15-4d9b-a141-998a03559d75" providerId="ADAL" clId="{62E9B5AE-779D-4001-92D3-8FF830A8A9C1}" dt="2025-10-26T05:52:59.879" v="2469" actId="47"/>
        <pc:sldMkLst>
          <pc:docMk/>
          <pc:sldMk cId="3742978219" sldId="550"/>
        </pc:sldMkLst>
      </pc:sldChg>
      <pc:sldChg chg="modSp add del mod">
        <pc:chgData name="Pramod Naik" userId="ceb6df04-ef15-4d9b-a141-998a03559d75" providerId="ADAL" clId="{62E9B5AE-779D-4001-92D3-8FF830A8A9C1}" dt="2025-10-26T05:52:59.917" v="2470" actId="47"/>
        <pc:sldMkLst>
          <pc:docMk/>
          <pc:sldMk cId="1299490774" sldId="551"/>
        </pc:sldMkLst>
      </pc:sldChg>
      <pc:sldChg chg="add">
        <pc:chgData name="Pramod Naik" userId="ceb6df04-ef15-4d9b-a141-998a03559d75" providerId="ADAL" clId="{62E9B5AE-779D-4001-92D3-8FF830A8A9C1}" dt="2025-10-26T06:40:59.815" v="2881"/>
        <pc:sldMkLst>
          <pc:docMk/>
          <pc:sldMk cId="3077920898" sldId="551"/>
        </pc:sldMkLst>
      </pc:sldChg>
      <pc:sldChg chg="addSp modSp add del mod">
        <pc:chgData name="Pramod Naik" userId="ceb6df04-ef15-4d9b-a141-998a03559d75" providerId="ADAL" clId="{62E9B5AE-779D-4001-92D3-8FF830A8A9C1}" dt="2025-10-26T05:52:59.951" v="2471" actId="47"/>
        <pc:sldMkLst>
          <pc:docMk/>
          <pc:sldMk cId="865861587" sldId="552"/>
        </pc:sldMkLst>
      </pc:sldChg>
      <pc:sldChg chg="add">
        <pc:chgData name="Pramod Naik" userId="ceb6df04-ef15-4d9b-a141-998a03559d75" providerId="ADAL" clId="{62E9B5AE-779D-4001-92D3-8FF830A8A9C1}" dt="2025-10-26T06:40:59.965" v="2882"/>
        <pc:sldMkLst>
          <pc:docMk/>
          <pc:sldMk cId="3305929081" sldId="552"/>
        </pc:sldMkLst>
      </pc:sldChg>
      <pc:sldChg chg="addSp delSp modSp add del mod">
        <pc:chgData name="Pramod Naik" userId="ceb6df04-ef15-4d9b-a141-998a03559d75" providerId="ADAL" clId="{62E9B5AE-779D-4001-92D3-8FF830A8A9C1}" dt="2025-10-26T05:52:59.990" v="2472" actId="47"/>
        <pc:sldMkLst>
          <pc:docMk/>
          <pc:sldMk cId="319971518" sldId="553"/>
        </pc:sldMkLst>
      </pc:sldChg>
      <pc:sldChg chg="add">
        <pc:chgData name="Pramod Naik" userId="ceb6df04-ef15-4d9b-a141-998a03559d75" providerId="ADAL" clId="{62E9B5AE-779D-4001-92D3-8FF830A8A9C1}" dt="2025-10-26T06:41:00.111" v="2883"/>
        <pc:sldMkLst>
          <pc:docMk/>
          <pc:sldMk cId="1895132841" sldId="553"/>
        </pc:sldMkLst>
      </pc:sldChg>
      <pc:sldChg chg="addSp delSp modSp add del mod">
        <pc:chgData name="Pramod Naik" userId="ceb6df04-ef15-4d9b-a141-998a03559d75" providerId="ADAL" clId="{62E9B5AE-779D-4001-92D3-8FF830A8A9C1}" dt="2025-10-26T05:53:00.025" v="2473" actId="47"/>
        <pc:sldMkLst>
          <pc:docMk/>
          <pc:sldMk cId="1986494582" sldId="554"/>
        </pc:sldMkLst>
      </pc:sldChg>
      <pc:sldChg chg="add">
        <pc:chgData name="Pramod Naik" userId="ceb6df04-ef15-4d9b-a141-998a03559d75" providerId="ADAL" clId="{62E9B5AE-779D-4001-92D3-8FF830A8A9C1}" dt="2025-10-26T06:41:00.265" v="2884"/>
        <pc:sldMkLst>
          <pc:docMk/>
          <pc:sldMk cId="2406591720" sldId="554"/>
        </pc:sldMkLst>
      </pc:sldChg>
      <pc:sldChg chg="modSp add del mod">
        <pc:chgData name="Pramod Naik" userId="ceb6df04-ef15-4d9b-a141-998a03559d75" providerId="ADAL" clId="{62E9B5AE-779D-4001-92D3-8FF830A8A9C1}" dt="2025-10-26T05:53:00.064" v="2474" actId="47"/>
        <pc:sldMkLst>
          <pc:docMk/>
          <pc:sldMk cId="2892914401" sldId="555"/>
        </pc:sldMkLst>
      </pc:sldChg>
      <pc:sldChg chg="addSp modSp add del mod">
        <pc:chgData name="Pramod Naik" userId="ceb6df04-ef15-4d9b-a141-998a03559d75" providerId="ADAL" clId="{62E9B5AE-779D-4001-92D3-8FF830A8A9C1}" dt="2025-10-26T05:53:00.085" v="2475" actId="47"/>
        <pc:sldMkLst>
          <pc:docMk/>
          <pc:sldMk cId="1111199599" sldId="556"/>
        </pc:sldMkLst>
      </pc:sldChg>
      <pc:sldChg chg="modSp add del mod">
        <pc:chgData name="Pramod Naik" userId="ceb6df04-ef15-4d9b-a141-998a03559d75" providerId="ADAL" clId="{62E9B5AE-779D-4001-92D3-8FF830A8A9C1}" dt="2025-10-26T05:53:00.106" v="2476" actId="47"/>
        <pc:sldMkLst>
          <pc:docMk/>
          <pc:sldMk cId="2258860110" sldId="557"/>
        </pc:sldMkLst>
      </pc:sldChg>
      <pc:sldChg chg="modSp add del mod">
        <pc:chgData name="Pramod Naik" userId="ceb6df04-ef15-4d9b-a141-998a03559d75" providerId="ADAL" clId="{62E9B5AE-779D-4001-92D3-8FF830A8A9C1}" dt="2025-10-26T05:53:00.143" v="2477" actId="47"/>
        <pc:sldMkLst>
          <pc:docMk/>
          <pc:sldMk cId="3340419842" sldId="558"/>
        </pc:sldMkLst>
      </pc:sldChg>
      <pc:sldChg chg="modSp add del mod">
        <pc:chgData name="Pramod Naik" userId="ceb6df04-ef15-4d9b-a141-998a03559d75" providerId="ADAL" clId="{62E9B5AE-779D-4001-92D3-8FF830A8A9C1}" dt="2025-10-26T05:53:00.185" v="2478" actId="47"/>
        <pc:sldMkLst>
          <pc:docMk/>
          <pc:sldMk cId="3804633679" sldId="559"/>
        </pc:sldMkLst>
      </pc:sldChg>
      <pc:sldChg chg="addSp modSp add del mod">
        <pc:chgData name="Pramod Naik" userId="ceb6df04-ef15-4d9b-a141-998a03559d75" providerId="ADAL" clId="{62E9B5AE-779D-4001-92D3-8FF830A8A9C1}" dt="2025-10-26T05:53:00.206" v="2479" actId="47"/>
        <pc:sldMkLst>
          <pc:docMk/>
          <pc:sldMk cId="91052272" sldId="560"/>
        </pc:sldMkLst>
      </pc:sldChg>
      <pc:sldChg chg="modSp add del mod">
        <pc:chgData name="Pramod Naik" userId="ceb6df04-ef15-4d9b-a141-998a03559d75" providerId="ADAL" clId="{62E9B5AE-779D-4001-92D3-8FF830A8A9C1}" dt="2025-10-26T05:53:02.050" v="2489" actId="47"/>
        <pc:sldMkLst>
          <pc:docMk/>
          <pc:sldMk cId="4037816503" sldId="561"/>
        </pc:sldMkLst>
      </pc:sldChg>
      <pc:sldChg chg="add del">
        <pc:chgData name="Pramod Naik" userId="ceb6df04-ef15-4d9b-a141-998a03559d75" providerId="ADAL" clId="{62E9B5AE-779D-4001-92D3-8FF830A8A9C1}" dt="2025-10-14T05:52:25.527" v="1871" actId="2696"/>
        <pc:sldMkLst>
          <pc:docMk/>
          <pc:sldMk cId="4226352970" sldId="561"/>
        </pc:sldMkLst>
      </pc:sldChg>
      <pc:sldChg chg="add del">
        <pc:chgData name="Pramod Naik" userId="ceb6df04-ef15-4d9b-a141-998a03559d75" providerId="ADAL" clId="{62E9B5AE-779D-4001-92D3-8FF830A8A9C1}" dt="2025-10-14T05:52:28.136" v="1872" actId="47"/>
        <pc:sldMkLst>
          <pc:docMk/>
          <pc:sldMk cId="1623273479" sldId="562"/>
        </pc:sldMkLst>
      </pc:sldChg>
      <pc:sldChg chg="modSp add del mod">
        <pc:chgData name="Pramod Naik" userId="ceb6df04-ef15-4d9b-a141-998a03559d75" providerId="ADAL" clId="{62E9B5AE-779D-4001-92D3-8FF830A8A9C1}" dt="2025-10-26T05:53:02.077" v="2490" actId="47"/>
        <pc:sldMkLst>
          <pc:docMk/>
          <pc:sldMk cId="1912196509" sldId="562"/>
        </pc:sldMkLst>
      </pc:sldChg>
      <pc:sldChg chg="addSp modSp add del mod">
        <pc:chgData name="Pramod Naik" userId="ceb6df04-ef15-4d9b-a141-998a03559d75" providerId="ADAL" clId="{62E9B5AE-779D-4001-92D3-8FF830A8A9C1}" dt="2025-10-26T05:53:02.113" v="2491" actId="47"/>
        <pc:sldMkLst>
          <pc:docMk/>
          <pc:sldMk cId="3246291351" sldId="563"/>
        </pc:sldMkLst>
      </pc:sldChg>
      <pc:sldChg chg="addSp modSp add del mod">
        <pc:chgData name="Pramod Naik" userId="ceb6df04-ef15-4d9b-a141-998a03559d75" providerId="ADAL" clId="{62E9B5AE-779D-4001-92D3-8FF830A8A9C1}" dt="2025-10-26T05:53:02.143" v="2492" actId="47"/>
        <pc:sldMkLst>
          <pc:docMk/>
          <pc:sldMk cId="813558974" sldId="564"/>
        </pc:sldMkLst>
      </pc:sldChg>
      <pc:sldChg chg="addSp delSp modSp add del mod">
        <pc:chgData name="Pramod Naik" userId="ceb6df04-ef15-4d9b-a141-998a03559d75" providerId="ADAL" clId="{62E9B5AE-779D-4001-92D3-8FF830A8A9C1}" dt="2025-10-26T05:53:02.177" v="2493" actId="47"/>
        <pc:sldMkLst>
          <pc:docMk/>
          <pc:sldMk cId="494025414" sldId="565"/>
        </pc:sldMkLst>
      </pc:sldChg>
      <pc:sldChg chg="addSp modSp add del mod">
        <pc:chgData name="Pramod Naik" userId="ceb6df04-ef15-4d9b-a141-998a03559d75" providerId="ADAL" clId="{62E9B5AE-779D-4001-92D3-8FF830A8A9C1}" dt="2025-10-26T05:53:02.205" v="2494" actId="47"/>
        <pc:sldMkLst>
          <pc:docMk/>
          <pc:sldMk cId="4083528472" sldId="566"/>
        </pc:sldMkLst>
      </pc:sldChg>
      <pc:sldChg chg="addSp modSp add del mod">
        <pc:chgData name="Pramod Naik" userId="ceb6df04-ef15-4d9b-a141-998a03559d75" providerId="ADAL" clId="{62E9B5AE-779D-4001-92D3-8FF830A8A9C1}" dt="2025-10-26T05:53:02.247" v="2495" actId="47"/>
        <pc:sldMkLst>
          <pc:docMk/>
          <pc:sldMk cId="4110756528" sldId="567"/>
        </pc:sldMkLst>
      </pc:sldChg>
      <pc:sldChg chg="modSp add del mod">
        <pc:chgData name="Pramod Naik" userId="ceb6df04-ef15-4d9b-a141-998a03559d75" providerId="ADAL" clId="{62E9B5AE-779D-4001-92D3-8FF830A8A9C1}" dt="2025-10-26T05:53:02.276" v="2496" actId="47"/>
        <pc:sldMkLst>
          <pc:docMk/>
          <pc:sldMk cId="1668062704" sldId="568"/>
        </pc:sldMkLst>
      </pc:sldChg>
      <pc:sldChg chg="addSp modSp add del mod">
        <pc:chgData name="Pramod Naik" userId="ceb6df04-ef15-4d9b-a141-998a03559d75" providerId="ADAL" clId="{62E9B5AE-779D-4001-92D3-8FF830A8A9C1}" dt="2025-10-26T05:53:02.307" v="2497" actId="47"/>
        <pc:sldMkLst>
          <pc:docMk/>
          <pc:sldMk cId="959162173" sldId="569"/>
        </pc:sldMkLst>
      </pc:sldChg>
      <pc:sldChg chg="addSp modSp add del mod">
        <pc:chgData name="Pramod Naik" userId="ceb6df04-ef15-4d9b-a141-998a03559d75" providerId="ADAL" clId="{62E9B5AE-779D-4001-92D3-8FF830A8A9C1}" dt="2025-10-26T05:53:02.337" v="2498" actId="47"/>
        <pc:sldMkLst>
          <pc:docMk/>
          <pc:sldMk cId="3252099199" sldId="570"/>
        </pc:sldMkLst>
      </pc:sldChg>
      <pc:sldChg chg="addSp delSp modSp add del mod">
        <pc:chgData name="Pramod Naik" userId="ceb6df04-ef15-4d9b-a141-998a03559d75" providerId="ADAL" clId="{62E9B5AE-779D-4001-92D3-8FF830A8A9C1}" dt="2025-10-26T05:53:02.373" v="2499" actId="47"/>
        <pc:sldMkLst>
          <pc:docMk/>
          <pc:sldMk cId="1073918120" sldId="571"/>
        </pc:sldMkLst>
      </pc:sldChg>
      <pc:sldChg chg="addSp modSp add del mod">
        <pc:chgData name="Pramod Naik" userId="ceb6df04-ef15-4d9b-a141-998a03559d75" providerId="ADAL" clId="{62E9B5AE-779D-4001-92D3-8FF830A8A9C1}" dt="2025-10-26T05:53:02.406" v="2500" actId="47"/>
        <pc:sldMkLst>
          <pc:docMk/>
          <pc:sldMk cId="1808909135" sldId="572"/>
        </pc:sldMkLst>
      </pc:sldChg>
      <pc:sldChg chg="addSp modSp add del mod">
        <pc:chgData name="Pramod Naik" userId="ceb6df04-ef15-4d9b-a141-998a03559d75" providerId="ADAL" clId="{62E9B5AE-779D-4001-92D3-8FF830A8A9C1}" dt="2025-10-26T05:53:02.438" v="2501" actId="47"/>
        <pc:sldMkLst>
          <pc:docMk/>
          <pc:sldMk cId="636557185" sldId="573"/>
        </pc:sldMkLst>
      </pc:sldChg>
      <pc:sldChg chg="addSp modSp add del mod">
        <pc:chgData name="Pramod Naik" userId="ceb6df04-ef15-4d9b-a141-998a03559d75" providerId="ADAL" clId="{62E9B5AE-779D-4001-92D3-8FF830A8A9C1}" dt="2025-10-26T05:53:02.473" v="2502" actId="47"/>
        <pc:sldMkLst>
          <pc:docMk/>
          <pc:sldMk cId="2101197699" sldId="574"/>
        </pc:sldMkLst>
      </pc:sldChg>
      <pc:sldChg chg="add del">
        <pc:chgData name="Pramod Naik" userId="ceb6df04-ef15-4d9b-a141-998a03559d75" providerId="ADAL" clId="{62E9B5AE-779D-4001-92D3-8FF830A8A9C1}" dt="2025-10-24T05:15:08.428" v="2385" actId="47"/>
        <pc:sldMkLst>
          <pc:docMk/>
          <pc:sldMk cId="1438792373" sldId="575"/>
        </pc:sldMkLst>
      </pc:sldChg>
      <pc:sldChg chg="add del">
        <pc:chgData name="Pramod Naik" userId="ceb6df04-ef15-4d9b-a141-998a03559d75" providerId="ADAL" clId="{62E9B5AE-779D-4001-92D3-8FF830A8A9C1}" dt="2025-10-24T05:15:09.265" v="2386" actId="47"/>
        <pc:sldMkLst>
          <pc:docMk/>
          <pc:sldMk cId="34796182" sldId="576"/>
        </pc:sldMkLst>
      </pc:sldChg>
      <pc:sldChg chg="add del">
        <pc:chgData name="Pramod Naik" userId="ceb6df04-ef15-4d9b-a141-998a03559d75" providerId="ADAL" clId="{62E9B5AE-779D-4001-92D3-8FF830A8A9C1}" dt="2025-10-24T05:15:10.215" v="2387" actId="47"/>
        <pc:sldMkLst>
          <pc:docMk/>
          <pc:sldMk cId="2734079874" sldId="577"/>
        </pc:sldMkLst>
      </pc:sldChg>
      <pc:sldChg chg="addSp delSp modSp add del mod">
        <pc:chgData name="Pramod Naik" userId="ceb6df04-ef15-4d9b-a141-998a03559d75" providerId="ADAL" clId="{62E9B5AE-779D-4001-92D3-8FF830A8A9C1}" dt="2025-10-26T05:53:02.506" v="2503" actId="47"/>
        <pc:sldMkLst>
          <pc:docMk/>
          <pc:sldMk cId="2851575667" sldId="578"/>
        </pc:sldMkLst>
      </pc:sldChg>
    </pc:docChg>
  </pc:docChgLst>
  <pc:docChgLst>
    <pc:chgData name="Pramod Naik" userId="ceb6df04-ef15-4d9b-a141-998a03559d75" providerId="ADAL" clId="{2BBA8E63-1F83-4096-B685-F0D4199669C1}"/>
    <pc:docChg chg="undo custSel addSld delSld modSld sldOrd">
      <pc:chgData name="Pramod Naik" userId="ceb6df04-ef15-4d9b-a141-998a03559d75" providerId="ADAL" clId="{2BBA8E63-1F83-4096-B685-F0D4199669C1}" dt="2025-06-27T12:11:23.952" v="56" actId="1076"/>
      <pc:docMkLst>
        <pc:docMk/>
      </pc:docMkLst>
      <pc:sldChg chg="addSp delSp modSp mod">
        <pc:chgData name="Pramod Naik" userId="ceb6df04-ef15-4d9b-a141-998a03559d75" providerId="ADAL" clId="{2BBA8E63-1F83-4096-B685-F0D4199669C1}" dt="2025-06-27T12:08:58.224" v="15" actId="1076"/>
        <pc:sldMkLst>
          <pc:docMk/>
          <pc:sldMk cId="2805087750" sldId="369"/>
        </pc:sldMkLst>
      </pc:sldChg>
      <pc:sldChg chg="add">
        <pc:chgData name="Pramod Naik" userId="ceb6df04-ef15-4d9b-a141-998a03559d75" providerId="ADAL" clId="{2BBA8E63-1F83-4096-B685-F0D4199669C1}" dt="2025-06-27T12:07:21.871" v="0"/>
        <pc:sldMkLst>
          <pc:docMk/>
          <pc:sldMk cId="1961164702" sldId="536"/>
        </pc:sldMkLst>
      </pc:sldChg>
      <pc:sldChg chg="addSp delSp modSp add mod setBg">
        <pc:chgData name="Pramod Naik" userId="ceb6df04-ef15-4d9b-a141-998a03559d75" providerId="ADAL" clId="{2BBA8E63-1F83-4096-B685-F0D4199669C1}" dt="2025-06-27T12:11:23.952" v="56" actId="1076"/>
        <pc:sldMkLst>
          <pc:docMk/>
          <pc:sldMk cId="2190670439" sldId="537"/>
        </pc:sldMkLst>
      </pc:sldChg>
      <pc:sldChg chg="addSp delSp modSp add mod ord">
        <pc:chgData name="Pramod Naik" userId="ceb6df04-ef15-4d9b-a141-998a03559d75" providerId="ADAL" clId="{2BBA8E63-1F83-4096-B685-F0D4199669C1}" dt="2025-06-27T12:10:16.046" v="40"/>
        <pc:sldMkLst>
          <pc:docMk/>
          <pc:sldMk cId="3886295808" sldId="538"/>
        </pc:sldMkLst>
      </pc:sldChg>
      <pc:sldChg chg="add">
        <pc:chgData name="Pramod Naik" userId="ceb6df04-ef15-4d9b-a141-998a03559d75" providerId="ADAL" clId="{2BBA8E63-1F83-4096-B685-F0D4199669C1}" dt="2025-06-27T12:10:18.134" v="41"/>
        <pc:sldMkLst>
          <pc:docMk/>
          <pc:sldMk cId="2303070927" sldId="539"/>
        </pc:sldMkLst>
      </pc:sldChg>
      <pc:sldChg chg="add del">
        <pc:chgData name="Pramod Naik" userId="ceb6df04-ef15-4d9b-a141-998a03559d75" providerId="ADAL" clId="{2BBA8E63-1F83-4096-B685-F0D4199669C1}" dt="2025-06-27T12:09:53.990" v="35"/>
        <pc:sldMkLst>
          <pc:docMk/>
          <pc:sldMk cId="4238638134" sldId="539"/>
        </pc:sldMkLst>
      </pc:sldChg>
      <pc:sldChg chg="add">
        <pc:chgData name="Pramod Naik" userId="ceb6df04-ef15-4d9b-a141-998a03559d75" providerId="ADAL" clId="{2BBA8E63-1F83-4096-B685-F0D4199669C1}" dt="2025-06-27T12:10:18.332" v="42"/>
        <pc:sldMkLst>
          <pc:docMk/>
          <pc:sldMk cId="2173694948" sldId="540"/>
        </pc:sldMkLst>
      </pc:sldChg>
    </pc:docChg>
  </pc:docChgLst>
  <pc:docChgLst>
    <pc:chgData name="Pramod Naik" userId="ceb6df04-ef15-4d9b-a141-998a03559d75" providerId="ADAL" clId="{D1D4E302-CA95-476B-B320-79C7EBDE6899}"/>
    <pc:docChg chg="undo custSel addSld delSld modSld">
      <pc:chgData name="Pramod Naik" userId="ceb6df04-ef15-4d9b-a141-998a03559d75" providerId="ADAL" clId="{D1D4E302-CA95-476B-B320-79C7EBDE6899}" dt="2025-09-04T20:26:20.323" v="8" actId="47"/>
      <pc:docMkLst>
        <pc:docMk/>
      </pc:docMkLst>
      <pc:sldChg chg="modSp">
        <pc:chgData name="Pramod Naik" userId="ceb6df04-ef15-4d9b-a141-998a03559d75" providerId="ADAL" clId="{D1D4E302-CA95-476B-B320-79C7EBDE6899}" dt="2025-09-04T20:26:07.698" v="4" actId="1036"/>
        <pc:sldMkLst>
          <pc:docMk/>
          <pc:sldMk cId="3886295808" sldId="538"/>
        </pc:sldMkLst>
      </pc:sldChg>
      <pc:sldChg chg="del">
        <pc:chgData name="Pramod Naik" userId="ceb6df04-ef15-4d9b-a141-998a03559d75" providerId="ADAL" clId="{D1D4E302-CA95-476B-B320-79C7EBDE6899}" dt="2025-09-04T20:26:19.563" v="7" actId="47"/>
        <pc:sldMkLst>
          <pc:docMk/>
          <pc:sldMk cId="2303070927" sldId="539"/>
        </pc:sldMkLst>
      </pc:sldChg>
      <pc:sldChg chg="add del">
        <pc:chgData name="Pramod Naik" userId="ceb6df04-ef15-4d9b-a141-998a03559d75" providerId="ADAL" clId="{D1D4E302-CA95-476B-B320-79C7EBDE6899}" dt="2025-09-04T20:26:20.323" v="8" actId="47"/>
        <pc:sldMkLst>
          <pc:docMk/>
          <pc:sldMk cId="2173694948" sldId="540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532AF1-4615-4667-912A-829B12F8C4D2}" type="datetimeFigureOut">
              <a:rPr lang="en-IN" smtClean="0"/>
              <a:t>26-10-2025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638A8E6-D4B7-4286-B37C-5D755B8E2C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964858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058BF-C5E1-4B52-BD8A-FD1AD57793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CD51F7-3CC3-4BB7-8291-B1789482E8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20447-D6C7-43E1-AE88-1FB66CC9C5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3A76A3-ADC8-4477-8FC1-B9DD55D84908}" type="datetime1">
              <a:rPr lang="en-US" smtClean="0"/>
              <a:t>10/26/2025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5E17B6-E7FC-473A-8D5F-0E6B838EA7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4AF4E0-FDDB-42B9-862C-7BBC501CD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55230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1736C8-0B4F-4655-A630-0B1D2540B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78B888-85E0-4D92-903E-C3FE7E870D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648916-250B-4232-BD7D-571FDE79F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F49BE-398D-479A-8A7E-5DDBCA61EDCB}" type="datetime1">
              <a:rPr lang="en-US" smtClean="0"/>
              <a:t>10/26/2025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A8BFB4-647C-4104-B6D4-3346051C36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0FA73F-2BE8-4370-AE90-58F4CE51F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20270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B1446D-9FAC-4157-A41A-51675C8BE9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1709738"/>
            <a:ext cx="10570210" cy="2758895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AF8D4A-8F93-4399-9546-64F286400D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7240" y="4589463"/>
            <a:ext cx="1057021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9C2FD4-BF96-470C-8247-20DFAE1CF8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D0C193-4974-4A1F-9C63-07D595E30D66}" type="datetime1">
              <a:rPr lang="en-US" smtClean="0"/>
              <a:t>10/26/2025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175A2D-86C4-4467-BAB8-E9ED004D2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442A4D-D9B2-4C82-95E4-B86F9F5F3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4748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6B3AA-8C30-429E-B934-AF1220438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15834E-691F-4728-88F5-A0C4696695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77240" y="1825625"/>
            <a:ext cx="524256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876374-880F-4E25-9F88-79E3C1AB1F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19BD69-B509-4FCE-95A8-ED03FFC8CC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AA87F-28D4-4BF0-B81F-877A89DFD5AC}" type="datetime1">
              <a:rPr lang="en-US" smtClean="0"/>
              <a:t>10/26/2025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7C287B-AE5B-490B-BF81-A50D7A2E8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3C2246-303C-4A29-B6EA-E62CEDE6C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6027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2FE79-D5BE-43E8-B6C5-2675B7F4D8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65125"/>
            <a:ext cx="10578148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9D3A07-BA51-4113-902E-830A887D23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7240" y="1801812"/>
            <a:ext cx="5220335" cy="9350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E320A9-E274-4E1B-B02D-9A3F510A1F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77240" y="2825749"/>
            <a:ext cx="5220335" cy="33639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BE80D3A-C2A8-4B78-B7E2-4908C74B1C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01812"/>
            <a:ext cx="5183188" cy="9350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C5D84DD-9460-4B08-86AD-27486A9400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825749"/>
            <a:ext cx="5183188" cy="33639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4B0B7F8-282C-4210-AE7D-F35228BAC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A9F1F3-208B-49A3-B337-9C8ACEB3E0E1}" type="datetime1">
              <a:rPr lang="en-US" smtClean="0"/>
              <a:t>10/26/2025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AE343A9-1067-4DCF-BACC-1F7F380502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F84E471-04DB-4DB5-8CC5-16B3FC885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1558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D87C0-272E-4E50-A316-78079B2B92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65125"/>
            <a:ext cx="1065911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906C1C9-1F69-432A-858C-D828B56E16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F6CA6-7293-4AA2-A0E0-A3BF4416E786}" type="datetime1">
              <a:rPr lang="en-US" smtClean="0"/>
              <a:t>10/26/2025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6D9A1B-D149-4B97-B161-3D7C9ADBCF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B3722F-8C88-4E54-8CD6-12D31A05F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97842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0E1B4EE-6DFC-45F3-9174-D913EB57CB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D87016-7BCD-46FB-8EE3-AB6C369108B4}" type="datetime1">
              <a:rPr lang="en-US" smtClean="0"/>
              <a:t>10/26/2025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7F7DC-6DDE-4337-AD27-BBE7D54224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C58EA9-3AC4-421E-B133-1FA7757DF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22627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E035BB-74CC-43E9-B71F-A5C05D17EB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457200"/>
            <a:ext cx="3994785" cy="2501900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AADC9E-7845-4DB1-87E3-6FBFB2B03B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457201"/>
            <a:ext cx="6172200" cy="540385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C925A8-2A07-43B9-B549-061F368498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77240" y="3092450"/>
            <a:ext cx="3994785" cy="2776537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1A9037-0564-43A1-8156-1D9932E1F8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47011-1FFC-4EF8-9A2E-53B4AD2ADBD4}" type="datetime1">
              <a:rPr lang="en-US" smtClean="0"/>
              <a:t>10/26/2025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FF0D40-D0E1-49C9-BE47-91BBC50AB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D129BD-890D-412E-9805-D29F4A0D36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95230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8ADB4-BA7B-42C2-9C6C-58B2763F86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457200"/>
            <a:ext cx="3994785" cy="2505456"/>
          </a:xfrm>
        </p:spPr>
        <p:txBody>
          <a:bodyPr anchor="b"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9519B58-B546-4E6B-BE00-3D1D64DA86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457201"/>
            <a:ext cx="6172200" cy="54038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AA0AB8-41A9-4548-9B83-3EFF79A007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77240" y="3081275"/>
            <a:ext cx="3994785" cy="2779776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BB33ED-A015-4992-A004-33D41CFFAD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62EB47-45B4-4EF5-A743-B4885DD2F060}" type="datetime1">
              <a:rPr lang="en-US" smtClean="0"/>
              <a:t>10/26/2025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C29CDA-E85F-47D1-83B7-02A50DEBFD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49625F-5352-4136-8AC4-F8899D00A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13301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E922F-6166-4009-A42D-027DC71807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7791CF-167D-446D-9F99-6976C986E2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3CA422-E040-4DE1-9DA5-C8D37C116A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762538-DC4D-4667-96E5-B3278DDF8B12}" type="datetime1">
              <a:rPr lang="en-US" smtClean="0"/>
              <a:t>10/26/2025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813B0B-60E7-494E-91CB-055BC26906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48C554-7C1B-4D8F-9B6B-0449265690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00357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EC66EF0-6ED8-49A7-BDAD-E20A143FAE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0FCE9CD-90A9-44BA-B293-0662E077DD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57DAE0-05C4-460B-B96D-BD183ED030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80548-5C08-4BE3-B63E-F2BB63B0B00C}" type="datetime1">
              <a:rPr lang="en-US" smtClean="0"/>
              <a:t>10/26/2025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B3CA93-55C9-4AA3-89A0-55490F745B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BFD820-FF26-4325-816F-310C30F80A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85991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9" name="Rectangle 38">
            <a:extLst>
              <a:ext uri="{FF2B5EF4-FFF2-40B4-BE49-F238E27FC236}">
                <a16:creationId xmlns:a16="http://schemas.microsoft.com/office/drawing/2014/main" id="{99B5B3C5-A599-465B-B2B9-866E8B2087CE}"/>
              </a:ext>
            </a:extLst>
          </p:cNvPr>
          <p:cNvSpPr/>
          <p:nvPr/>
        </p:nvSpPr>
        <p:spPr>
          <a:xfrm>
            <a:off x="-1" y="-1"/>
            <a:ext cx="12192001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25C84982-7DD0-43B1-8A2D-BFA4DF1B4E60}"/>
              </a:ext>
            </a:extLst>
          </p:cNvPr>
          <p:cNvSpPr/>
          <p:nvPr/>
        </p:nvSpPr>
        <p:spPr>
          <a:xfrm>
            <a:off x="-1" y="-1"/>
            <a:ext cx="12192001" cy="685800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>
              <a:solidFill>
                <a:schemeClr val="bg1"/>
              </a:solidFill>
              <a:latin typeface="+mj-lt"/>
            </a:endParaRPr>
          </a:p>
        </p:txBody>
      </p:sp>
      <p:grpSp>
        <p:nvGrpSpPr>
          <p:cNvPr id="8" name="Decorative Circles">
            <a:extLst>
              <a:ext uri="{FF2B5EF4-FFF2-40B4-BE49-F238E27FC236}">
                <a16:creationId xmlns:a16="http://schemas.microsoft.com/office/drawing/2014/main" id="{1D912E1C-3BBA-42F0-A3EE-FEC382E7230A}"/>
              </a:ext>
            </a:extLst>
          </p:cNvPr>
          <p:cNvGrpSpPr/>
          <p:nvPr/>
        </p:nvGrpSpPr>
        <p:grpSpPr>
          <a:xfrm>
            <a:off x="-1" y="-1"/>
            <a:ext cx="12192001" cy="6858001"/>
            <a:chOff x="-1" y="-1"/>
            <a:chExt cx="12192001" cy="6858001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2FEEAC76-E273-46A8-8F8E-CE59860FE70D}"/>
                </a:ext>
              </a:extLst>
            </p:cNvPr>
            <p:cNvSpPr/>
            <p:nvPr/>
          </p:nvSpPr>
          <p:spPr>
            <a:xfrm>
              <a:off x="209098" y="727602"/>
              <a:ext cx="172408" cy="172408"/>
            </a:xfrm>
            <a:prstGeom prst="ellipse">
              <a:avLst/>
            </a:prstGeom>
            <a:solidFill>
              <a:schemeClr val="accent2">
                <a:lumMod val="40000"/>
                <a:lumOff val="6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76594A0E-9400-45AD-A431-1DA1C0B28966}"/>
                </a:ext>
              </a:extLst>
            </p:cNvPr>
            <p:cNvSpPr/>
            <p:nvPr/>
          </p:nvSpPr>
          <p:spPr>
            <a:xfrm>
              <a:off x="949947" y="136523"/>
              <a:ext cx="113367" cy="113367"/>
            </a:xfrm>
            <a:prstGeom prst="ellipse">
              <a:avLst/>
            </a:prstGeom>
            <a:solidFill>
              <a:srgbClr val="F39E29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20916D6C-D32F-42B6-8512-CD5EDB8F2B9B}"/>
                </a:ext>
              </a:extLst>
            </p:cNvPr>
            <p:cNvSpPr/>
            <p:nvPr/>
          </p:nvSpPr>
          <p:spPr>
            <a:xfrm>
              <a:off x="11575290" y="5859047"/>
              <a:ext cx="305780" cy="305780"/>
            </a:xfrm>
            <a:prstGeom prst="ellipse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3834846D-59C6-40F4-907C-F1A4689B58F1}"/>
                </a:ext>
              </a:extLst>
            </p:cNvPr>
            <p:cNvSpPr/>
            <p:nvPr/>
          </p:nvSpPr>
          <p:spPr>
            <a:xfrm>
              <a:off x="95730" y="1133938"/>
              <a:ext cx="226735" cy="226735"/>
            </a:xfrm>
            <a:prstGeom prst="ellipse">
              <a:avLst/>
            </a:prstGeom>
            <a:solidFill>
              <a:schemeClr val="accent3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5A257CDF-2E36-4DC7-8EE4-5CD8F8ECAC87}"/>
                </a:ext>
              </a:extLst>
            </p:cNvPr>
            <p:cNvSpPr/>
            <p:nvPr/>
          </p:nvSpPr>
          <p:spPr>
            <a:xfrm>
              <a:off x="11536830" y="554419"/>
              <a:ext cx="382700" cy="382700"/>
            </a:xfrm>
            <a:prstGeom prst="ellipse">
              <a:avLst/>
            </a:prstGeom>
            <a:solidFill>
              <a:schemeClr val="accent2">
                <a:lumMod val="60000"/>
                <a:lumOff val="40000"/>
                <a:alpha val="7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D5B26E0E-A115-4AE2-82D8-76BB93CC494F}"/>
                </a:ext>
              </a:extLst>
            </p:cNvPr>
            <p:cNvSpPr/>
            <p:nvPr/>
          </p:nvSpPr>
          <p:spPr>
            <a:xfrm>
              <a:off x="11224303" y="299808"/>
              <a:ext cx="113367" cy="113367"/>
            </a:xfrm>
            <a:prstGeom prst="ellipse">
              <a:avLst/>
            </a:prstGeom>
            <a:solidFill>
              <a:srgbClr val="F39E2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755058DB-7E01-4E95-BF59-983AA1BBB38E}"/>
                </a:ext>
              </a:extLst>
            </p:cNvPr>
            <p:cNvSpPr/>
            <p:nvPr/>
          </p:nvSpPr>
          <p:spPr>
            <a:xfrm>
              <a:off x="11629630" y="5482355"/>
              <a:ext cx="94160" cy="94160"/>
            </a:xfrm>
            <a:prstGeom prst="ellipse">
              <a:avLst/>
            </a:prstGeom>
            <a:solidFill>
              <a:srgbClr val="E3BEBE">
                <a:alpha val="28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A810F7E2-23F3-44D6-B09E-71E556536052}"/>
                </a:ext>
              </a:extLst>
            </p:cNvPr>
            <p:cNvSpPr/>
            <p:nvPr/>
          </p:nvSpPr>
          <p:spPr>
            <a:xfrm>
              <a:off x="10415328" y="6124958"/>
              <a:ext cx="113367" cy="113367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59D5C391-E1DB-410A-A78C-ED3BBDFF0758}"/>
                </a:ext>
              </a:extLst>
            </p:cNvPr>
            <p:cNvSpPr/>
            <p:nvPr/>
          </p:nvSpPr>
          <p:spPr>
            <a:xfrm>
              <a:off x="10120382" y="6255986"/>
              <a:ext cx="305780" cy="305780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77C4944D-9373-4283-BCAA-927A0316659E}"/>
                </a:ext>
              </a:extLst>
            </p:cNvPr>
            <p:cNvSpPr/>
            <p:nvPr/>
          </p:nvSpPr>
          <p:spPr>
            <a:xfrm>
              <a:off x="9934343" y="6204350"/>
              <a:ext cx="113367" cy="11336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6804C521-2D9F-4CE4-AFD3-D4F1551FEC6A}"/>
                </a:ext>
              </a:extLst>
            </p:cNvPr>
            <p:cNvSpPr/>
            <p:nvPr/>
          </p:nvSpPr>
          <p:spPr>
            <a:xfrm>
              <a:off x="11642244" y="6317718"/>
              <a:ext cx="549756" cy="540282"/>
            </a:xfrm>
            <a:custGeom>
              <a:avLst/>
              <a:gdLst>
                <a:gd name="connsiteX0" fmla="*/ 1224540 w 2115556"/>
                <a:gd name="connsiteY0" fmla="*/ 0 h 2079100"/>
                <a:gd name="connsiteX1" fmla="*/ 2090421 w 2115556"/>
                <a:gd name="connsiteY1" fmla="*/ 358660 h 2079100"/>
                <a:gd name="connsiteX2" fmla="*/ 2115556 w 2115556"/>
                <a:gd name="connsiteY2" fmla="*/ 386315 h 2079100"/>
                <a:gd name="connsiteX3" fmla="*/ 2115556 w 2115556"/>
                <a:gd name="connsiteY3" fmla="*/ 2062765 h 2079100"/>
                <a:gd name="connsiteX4" fmla="*/ 2100710 w 2115556"/>
                <a:gd name="connsiteY4" fmla="*/ 2079100 h 2079100"/>
                <a:gd name="connsiteX5" fmla="*/ 348370 w 2115556"/>
                <a:gd name="connsiteY5" fmla="*/ 2079100 h 2079100"/>
                <a:gd name="connsiteX6" fmla="*/ 279625 w 2115556"/>
                <a:gd name="connsiteY6" fmla="*/ 2003461 h 2079100"/>
                <a:gd name="connsiteX7" fmla="*/ 0 w 2115556"/>
                <a:gd name="connsiteY7" fmla="*/ 1224540 h 2079100"/>
                <a:gd name="connsiteX8" fmla="*/ 1224540 w 2115556"/>
                <a:gd name="connsiteY8" fmla="*/ 0 h 2079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15556" h="2079100">
                  <a:moveTo>
                    <a:pt x="1224540" y="0"/>
                  </a:moveTo>
                  <a:cubicBezTo>
                    <a:pt x="1562687" y="0"/>
                    <a:pt x="1868823" y="137062"/>
                    <a:pt x="2090421" y="358660"/>
                  </a:cubicBezTo>
                  <a:lnTo>
                    <a:pt x="2115556" y="386315"/>
                  </a:lnTo>
                  <a:lnTo>
                    <a:pt x="2115556" y="2062765"/>
                  </a:lnTo>
                  <a:lnTo>
                    <a:pt x="2100710" y="2079100"/>
                  </a:lnTo>
                  <a:lnTo>
                    <a:pt x="348370" y="2079100"/>
                  </a:lnTo>
                  <a:lnTo>
                    <a:pt x="279625" y="2003461"/>
                  </a:lnTo>
                  <a:cubicBezTo>
                    <a:pt x="104938" y="1791789"/>
                    <a:pt x="0" y="1520419"/>
                    <a:pt x="0" y="1224540"/>
                  </a:cubicBezTo>
                  <a:cubicBezTo>
                    <a:pt x="0" y="548245"/>
                    <a:pt x="548245" y="0"/>
                    <a:pt x="1224540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755AC65C-13EF-4182-AA3C-62BE165CC033}"/>
                </a:ext>
              </a:extLst>
            </p:cNvPr>
            <p:cNvSpPr/>
            <p:nvPr/>
          </p:nvSpPr>
          <p:spPr>
            <a:xfrm>
              <a:off x="-1" y="-1"/>
              <a:ext cx="510196" cy="538336"/>
            </a:xfrm>
            <a:custGeom>
              <a:avLst/>
              <a:gdLst>
                <a:gd name="connsiteX0" fmla="*/ 0 w 510196"/>
                <a:gd name="connsiteY0" fmla="*/ 0 h 538336"/>
                <a:gd name="connsiteX1" fmla="*/ 459276 w 510196"/>
                <a:gd name="connsiteY1" fmla="*/ 0 h 538336"/>
                <a:gd name="connsiteX2" fmla="*/ 482126 w 510196"/>
                <a:gd name="connsiteY2" fmla="*/ 42098 h 538336"/>
                <a:gd name="connsiteX3" fmla="*/ 510196 w 510196"/>
                <a:gd name="connsiteY3" fmla="*/ 181136 h 538336"/>
                <a:gd name="connsiteX4" fmla="*/ 152996 w 510196"/>
                <a:gd name="connsiteY4" fmla="*/ 538336 h 538336"/>
                <a:gd name="connsiteX5" fmla="*/ 13958 w 510196"/>
                <a:gd name="connsiteY5" fmla="*/ 510266 h 538336"/>
                <a:gd name="connsiteX6" fmla="*/ 0 w 510196"/>
                <a:gd name="connsiteY6" fmla="*/ 502690 h 538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10196" h="538336">
                  <a:moveTo>
                    <a:pt x="0" y="0"/>
                  </a:moveTo>
                  <a:lnTo>
                    <a:pt x="459276" y="0"/>
                  </a:lnTo>
                  <a:lnTo>
                    <a:pt x="482126" y="42098"/>
                  </a:lnTo>
                  <a:cubicBezTo>
                    <a:pt x="500201" y="84833"/>
                    <a:pt x="510196" y="131817"/>
                    <a:pt x="510196" y="181136"/>
                  </a:cubicBezTo>
                  <a:cubicBezTo>
                    <a:pt x="510196" y="378412"/>
                    <a:pt x="350272" y="538336"/>
                    <a:pt x="152996" y="538336"/>
                  </a:cubicBezTo>
                  <a:cubicBezTo>
                    <a:pt x="103677" y="538336"/>
                    <a:pt x="56693" y="528341"/>
                    <a:pt x="13958" y="510266"/>
                  </a:cubicBezTo>
                  <a:lnTo>
                    <a:pt x="0" y="502690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E40DA8D2-FA4B-4282-9D44-48C27B63A153}"/>
                </a:ext>
              </a:extLst>
            </p:cNvPr>
            <p:cNvSpPr/>
            <p:nvPr/>
          </p:nvSpPr>
          <p:spPr>
            <a:xfrm>
              <a:off x="10528695" y="1"/>
              <a:ext cx="554074" cy="282754"/>
            </a:xfrm>
            <a:custGeom>
              <a:avLst/>
              <a:gdLst>
                <a:gd name="connsiteX0" fmla="*/ 644 w 309162"/>
                <a:gd name="connsiteY0" fmla="*/ 0 h 157771"/>
                <a:gd name="connsiteX1" fmla="*/ 308518 w 309162"/>
                <a:gd name="connsiteY1" fmla="*/ 0 h 157771"/>
                <a:gd name="connsiteX2" fmla="*/ 309162 w 309162"/>
                <a:gd name="connsiteY2" fmla="*/ 3190 h 157771"/>
                <a:gd name="connsiteX3" fmla="*/ 154581 w 309162"/>
                <a:gd name="connsiteY3" fmla="*/ 157771 h 157771"/>
                <a:gd name="connsiteX4" fmla="*/ 0 w 309162"/>
                <a:gd name="connsiteY4" fmla="*/ 3190 h 1577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9162" h="157771">
                  <a:moveTo>
                    <a:pt x="644" y="0"/>
                  </a:moveTo>
                  <a:lnTo>
                    <a:pt x="308518" y="0"/>
                  </a:lnTo>
                  <a:lnTo>
                    <a:pt x="309162" y="3190"/>
                  </a:lnTo>
                  <a:cubicBezTo>
                    <a:pt x="309162" y="88563"/>
                    <a:pt x="239954" y="157771"/>
                    <a:pt x="154581" y="157771"/>
                  </a:cubicBezTo>
                  <a:cubicBezTo>
                    <a:pt x="69208" y="157771"/>
                    <a:pt x="0" y="88563"/>
                    <a:pt x="0" y="3190"/>
                  </a:cubicBezTo>
                  <a:close/>
                </a:path>
              </a:pathLst>
            </a:cu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9065014-CB18-414D-A527-31ECC45700AB}"/>
                </a:ext>
              </a:extLst>
            </p:cNvPr>
            <p:cNvSpPr/>
            <p:nvPr/>
          </p:nvSpPr>
          <p:spPr>
            <a:xfrm>
              <a:off x="504140" y="1132500"/>
              <a:ext cx="84680" cy="8468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8F39E27A-56C1-4328-8DF1-2DA147C78483}"/>
                </a:ext>
              </a:extLst>
            </p:cNvPr>
            <p:cNvSpPr/>
            <p:nvPr/>
          </p:nvSpPr>
          <p:spPr>
            <a:xfrm>
              <a:off x="12051348" y="5576515"/>
              <a:ext cx="137603" cy="210490"/>
            </a:xfrm>
            <a:custGeom>
              <a:avLst/>
              <a:gdLst>
                <a:gd name="connsiteX0" fmla="*/ 105245 w 137603"/>
                <a:gd name="connsiteY0" fmla="*/ 0 h 210490"/>
                <a:gd name="connsiteX1" fmla="*/ 137603 w 137603"/>
                <a:gd name="connsiteY1" fmla="*/ 6533 h 210490"/>
                <a:gd name="connsiteX2" fmla="*/ 137603 w 137603"/>
                <a:gd name="connsiteY2" fmla="*/ 203957 h 210490"/>
                <a:gd name="connsiteX3" fmla="*/ 105245 w 137603"/>
                <a:gd name="connsiteY3" fmla="*/ 210490 h 210490"/>
                <a:gd name="connsiteX4" fmla="*/ 0 w 137603"/>
                <a:gd name="connsiteY4" fmla="*/ 105245 h 210490"/>
                <a:gd name="connsiteX5" fmla="*/ 105245 w 137603"/>
                <a:gd name="connsiteY5" fmla="*/ 0 h 210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7603" h="210490">
                  <a:moveTo>
                    <a:pt x="105245" y="0"/>
                  </a:moveTo>
                  <a:lnTo>
                    <a:pt x="137603" y="6533"/>
                  </a:lnTo>
                  <a:lnTo>
                    <a:pt x="137603" y="203957"/>
                  </a:lnTo>
                  <a:lnTo>
                    <a:pt x="105245" y="210490"/>
                  </a:lnTo>
                  <a:cubicBezTo>
                    <a:pt x="47120" y="210490"/>
                    <a:pt x="0" y="163370"/>
                    <a:pt x="0" y="105245"/>
                  </a:cubicBezTo>
                  <a:cubicBezTo>
                    <a:pt x="0" y="47120"/>
                    <a:pt x="47120" y="0"/>
                    <a:pt x="105245" y="0"/>
                  </a:cubicBezTo>
                  <a:close/>
                </a:path>
              </a:pathLst>
            </a:cu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</p:grp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2C5EC6-E331-4312-AC12-56D55F7D2B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77240" y="6488268"/>
            <a:ext cx="2743200" cy="2332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8D24A4-5FEC-4062-8995-EB21925B3B40}" type="datetime1">
              <a:rPr lang="en-US" smtClean="0"/>
              <a:t>10/26/2025</a:t>
            </a:fld>
            <a:endParaRPr lang="en-US" sz="100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37FC5D-92B2-4B4D-8111-6EDEF28069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488268"/>
            <a:ext cx="4114800" cy="2332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sz="100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3A104D-C777-4A6E-8A43-F94028E5E3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93150" y="6488268"/>
            <a:ext cx="2743200" cy="2332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5747434-7036-48DB-A148-6B3D8EE75CDA}" type="slidenum">
              <a:rPr lang="en-US" smtClean="0"/>
              <a:pPr/>
              <a:t>‹#›</a:t>
            </a:fld>
            <a:endParaRPr lang="en-US" sz="1000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2D3A74F-6169-4D30-A245-B46D738BEA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65125"/>
            <a:ext cx="1065911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877E64-7A05-44DA-81FA-6EF4806BBF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7240" y="1825625"/>
            <a:ext cx="1065911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281849D-54CA-C13E-3D84-DB247AB9A268}"/>
              </a:ext>
            </a:extLst>
          </p:cNvPr>
          <p:cNvGrpSpPr/>
          <p:nvPr userDrawn="1"/>
        </p:nvGrpSpPr>
        <p:grpSpPr>
          <a:xfrm>
            <a:off x="130629" y="6291189"/>
            <a:ext cx="2743201" cy="495445"/>
            <a:chOff x="195943" y="6091967"/>
            <a:chExt cx="3506755" cy="629508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6401CC4C-E0EC-38D2-F7AA-61FC22E4D90D}"/>
                </a:ext>
              </a:extLst>
            </p:cNvPr>
            <p:cNvSpPr/>
            <p:nvPr userDrawn="1"/>
          </p:nvSpPr>
          <p:spPr>
            <a:xfrm>
              <a:off x="195943" y="6091967"/>
              <a:ext cx="642257" cy="629508"/>
            </a:xfrm>
            <a:prstGeom prst="ellipse">
              <a:avLst/>
            </a:prstGeom>
            <a:blipFill dpi="0"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875BEBF-DA68-8945-6205-DE7DE602B3BD}"/>
                </a:ext>
              </a:extLst>
            </p:cNvPr>
            <p:cNvSpPr txBox="1"/>
            <p:nvPr userDrawn="1"/>
          </p:nvSpPr>
          <p:spPr>
            <a:xfrm>
              <a:off x="838200" y="6163561"/>
              <a:ext cx="286449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PRAMOD NAIK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027532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03" r:id="rId6"/>
    <p:sldLayoutId id="2147483699" r:id="rId7"/>
    <p:sldLayoutId id="2147483700" r:id="rId8"/>
    <p:sldLayoutId id="2147483701" r:id="rId9"/>
    <p:sldLayoutId id="2147483702" r:id="rId10"/>
    <p:sldLayoutId id="2147483704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16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76F0C9-0F14-9401-9CDE-6C8355A406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BA1704FD-B516-EE21-9AAE-763C14BDCAB8}"/>
              </a:ext>
            </a:extLst>
          </p:cNvPr>
          <p:cNvGrpSpPr/>
          <p:nvPr/>
        </p:nvGrpSpPr>
        <p:grpSpPr>
          <a:xfrm>
            <a:off x="-1" y="-1"/>
            <a:ext cx="12196899" cy="6858001"/>
            <a:chOff x="-1" y="-1"/>
            <a:chExt cx="12196899" cy="6858001"/>
          </a:xfrm>
        </p:grpSpPr>
        <p:pic>
          <p:nvPicPr>
            <p:cNvPr id="1026" name="Picture 2" descr="Python Modules: A Comprehensive Guide">
              <a:extLst>
                <a:ext uri="{FF2B5EF4-FFF2-40B4-BE49-F238E27FC236}">
                  <a16:creationId xmlns:a16="http://schemas.microsoft.com/office/drawing/2014/main" id="{617A063E-D0B3-4CC2-5607-890A9596C36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740228"/>
              <a:ext cx="12196898" cy="508362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65B56F89-435B-72C8-10A0-8CCEAD3D687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5823857"/>
              <a:ext cx="12192001" cy="1034143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588FFAC-F124-4F59-B487-448036F724E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1" y="-1"/>
              <a:ext cx="12192001" cy="74022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478423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4FD42-C5AA-188E-045F-B73CB14439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33E1D5-CA5D-7393-4CE8-623A831841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968828"/>
            <a:ext cx="11120846" cy="4147457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800" b="1" dirty="0"/>
              <a:t>Types of </a:t>
            </a:r>
            <a:r>
              <a:rPr lang="en-US" sz="3200" b="1" dirty="0">
                <a:solidFill>
                  <a:srgbClr val="C00000"/>
                </a:solidFill>
              </a:rPr>
              <a:t>Modules</a:t>
            </a:r>
            <a:r>
              <a:rPr lang="en-US" sz="2800" b="1" dirty="0"/>
              <a:t> in </a:t>
            </a:r>
            <a:r>
              <a:rPr lang="en-US" sz="2800" b="1" dirty="0" err="1"/>
              <a:t>FastAPI</a:t>
            </a:r>
            <a:r>
              <a:rPr lang="en-US" sz="2800" b="1" dirty="0"/>
              <a:t>:</a:t>
            </a:r>
          </a:p>
          <a:p>
            <a:pPr marL="0" indent="0">
              <a:buNone/>
            </a:pPr>
            <a:r>
              <a:rPr lang="en-US" sz="2400" b="1" dirty="0"/>
              <a:t>1. </a:t>
            </a:r>
            <a:r>
              <a:rPr lang="en-US" sz="2800" b="1" dirty="0"/>
              <a:t>Core Modules (Built-In): </a:t>
            </a:r>
            <a:r>
              <a:rPr lang="en-US" sz="2800" dirty="0"/>
              <a:t>These are modules that are </a:t>
            </a:r>
            <a:r>
              <a:rPr lang="en-US" sz="2800" b="1" dirty="0">
                <a:solidFill>
                  <a:srgbClr val="C00000"/>
                </a:solidFill>
              </a:rPr>
              <a:t>included with Python </a:t>
            </a:r>
            <a:r>
              <a:rPr lang="en-US" sz="2800" dirty="0"/>
              <a:t>and provide basic functionality. </a:t>
            </a:r>
            <a:r>
              <a:rPr lang="en-US" sz="2800" b="1" dirty="0"/>
              <a:t>Examples</a:t>
            </a:r>
            <a:r>
              <a:rPr lang="en-US" sz="2800" dirty="0"/>
              <a:t> </a:t>
            </a:r>
            <a:r>
              <a:rPr lang="en-US" sz="2800" dirty="0" err="1"/>
              <a:t>os</a:t>
            </a:r>
            <a:r>
              <a:rPr lang="en-US" sz="2800" dirty="0"/>
              <a:t>, math, datetime, </a:t>
            </a:r>
            <a:r>
              <a:rPr lang="en-US" sz="2800" dirty="0" err="1"/>
              <a:t>json</a:t>
            </a:r>
            <a:r>
              <a:rPr lang="en-US" sz="2800" dirty="0"/>
              <a:t>, random.</a:t>
            </a:r>
          </a:p>
          <a:p>
            <a:pPr marL="0" indent="0">
              <a:buNone/>
            </a:pPr>
            <a:r>
              <a:rPr lang="en-US" sz="2800" b="1" dirty="0"/>
              <a:t>2. Local Modules: </a:t>
            </a:r>
            <a:r>
              <a:rPr lang="en-US" sz="2800" dirty="0"/>
              <a:t>These are modules that </a:t>
            </a:r>
            <a:r>
              <a:rPr lang="en-US" sz="2800" b="1" dirty="0">
                <a:solidFill>
                  <a:srgbClr val="C00000"/>
                </a:solidFill>
              </a:rPr>
              <a:t>you create </a:t>
            </a:r>
            <a:r>
              <a:rPr lang="en-US" sz="2800" dirty="0"/>
              <a:t>in your Python application. You can create a local module by defining a Python file.</a:t>
            </a:r>
          </a:p>
          <a:p>
            <a:pPr marL="0" indent="0">
              <a:buNone/>
            </a:pPr>
            <a:r>
              <a:rPr lang="en-US" sz="2800" b="1" dirty="0"/>
              <a:t>3. Third-party Modules: </a:t>
            </a:r>
            <a:r>
              <a:rPr lang="en-US" sz="2800" dirty="0"/>
              <a:t>These are modules created by </a:t>
            </a:r>
            <a:r>
              <a:rPr lang="en-US" sz="2800" b="1" dirty="0">
                <a:solidFill>
                  <a:srgbClr val="C00000"/>
                </a:solidFill>
              </a:rPr>
              <a:t>third-party developers </a:t>
            </a:r>
            <a:r>
              <a:rPr lang="en-US" sz="2800" dirty="0"/>
              <a:t>and are </a:t>
            </a:r>
            <a:r>
              <a:rPr lang="en-US" sz="2800" b="1" dirty="0">
                <a:solidFill>
                  <a:srgbClr val="C00000"/>
                </a:solidFill>
              </a:rPr>
              <a:t>not included with Python</a:t>
            </a:r>
            <a:r>
              <a:rPr lang="en-US" sz="2800" dirty="0"/>
              <a:t>. You can install third-party modules using </a:t>
            </a:r>
            <a:r>
              <a:rPr lang="en-US" sz="2800" b="1" dirty="0">
                <a:solidFill>
                  <a:srgbClr val="C00000"/>
                </a:solidFill>
              </a:rPr>
              <a:t>pip</a:t>
            </a:r>
            <a:r>
              <a:rPr lang="en-US" sz="2800" dirty="0"/>
              <a:t> (Node Package Manager) and then use </a:t>
            </a:r>
            <a:r>
              <a:rPr lang="en-US" sz="2800" b="1" dirty="0">
                <a:solidFill>
                  <a:srgbClr val="C00000"/>
                </a:solidFill>
              </a:rPr>
              <a:t>import </a:t>
            </a:r>
            <a:r>
              <a:rPr lang="en-US" sz="2800" dirty="0"/>
              <a:t>to include them in your application.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3329296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0520F2-CA84-17AF-6B6B-587BC8BCE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E740B7-3016-3ABF-8912-284FC640E8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74914"/>
            <a:ext cx="10659110" cy="562791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Core Modules</a:t>
            </a:r>
            <a:r>
              <a:rPr lang="en-US" sz="2800" dirty="0"/>
              <a:t> :</a:t>
            </a:r>
          </a:p>
          <a:p>
            <a:pPr marL="0" indent="0">
              <a:buNone/>
            </a:pPr>
            <a:r>
              <a:rPr lang="en-US" sz="2400" dirty="0"/>
              <a:t>In Python, </a:t>
            </a:r>
            <a:r>
              <a:rPr lang="en-US" sz="2400" b="1" dirty="0"/>
              <a:t>Core Modules</a:t>
            </a:r>
            <a:r>
              <a:rPr lang="en-US" sz="2400" dirty="0"/>
              <a:t> are the </a:t>
            </a:r>
            <a:r>
              <a:rPr lang="en-US" sz="2400" b="1" dirty="0">
                <a:solidFill>
                  <a:srgbClr val="C00000"/>
                </a:solidFill>
              </a:rPr>
              <a:t>built-in modules </a:t>
            </a:r>
            <a:r>
              <a:rPr lang="en-US" sz="2400" dirty="0"/>
              <a:t>that come </a:t>
            </a:r>
            <a:r>
              <a:rPr lang="en-US" sz="2400" b="1" dirty="0">
                <a:solidFill>
                  <a:srgbClr val="C00000"/>
                </a:solidFill>
              </a:rPr>
              <a:t>pre-installed with </a:t>
            </a:r>
            <a:r>
              <a:rPr lang="en-US" sz="2400" dirty="0"/>
              <a:t>Python. These modules provide </a:t>
            </a:r>
            <a:r>
              <a:rPr lang="en-US" sz="2400" b="1" dirty="0"/>
              <a:t>essential functionalities </a:t>
            </a:r>
            <a:r>
              <a:rPr lang="en-US" sz="2400" dirty="0"/>
              <a:t>for building applications and </a:t>
            </a:r>
            <a:r>
              <a:rPr lang="en-US" sz="2400" b="1" dirty="0">
                <a:solidFill>
                  <a:srgbClr val="002060"/>
                </a:solidFill>
              </a:rPr>
              <a:t>eliminate</a:t>
            </a:r>
            <a:r>
              <a:rPr lang="en-US" sz="2400" b="1" dirty="0"/>
              <a:t> the need for </a:t>
            </a:r>
            <a:r>
              <a:rPr lang="en-US" sz="2400" b="1" dirty="0">
                <a:solidFill>
                  <a:srgbClr val="002060"/>
                </a:solidFill>
              </a:rPr>
              <a:t>additional installation</a:t>
            </a:r>
            <a:r>
              <a:rPr lang="en-US" sz="2400" dirty="0"/>
              <a:t>. They are designed to perform various tasks such as </a:t>
            </a:r>
            <a:r>
              <a:rPr lang="en-US" sz="2400" b="1" dirty="0"/>
              <a:t>file handling</a:t>
            </a:r>
            <a:r>
              <a:rPr lang="en-US" sz="2400" dirty="0"/>
              <a:t>, </a:t>
            </a:r>
            <a:r>
              <a:rPr lang="en-US" sz="2400" b="1" dirty="0"/>
              <a:t>HTTP</a:t>
            </a:r>
            <a:r>
              <a:rPr lang="en-US" sz="2400" dirty="0"/>
              <a:t> </a:t>
            </a:r>
            <a:r>
              <a:rPr lang="en-US" sz="2400" b="1" dirty="0"/>
              <a:t>operations</a:t>
            </a:r>
            <a:r>
              <a:rPr lang="en-US" sz="2400" dirty="0"/>
              <a:t>, </a:t>
            </a:r>
            <a:r>
              <a:rPr lang="en-US" sz="2400" b="1" dirty="0"/>
              <a:t>cryptography</a:t>
            </a:r>
            <a:r>
              <a:rPr lang="en-US" sz="2400" dirty="0"/>
              <a:t>, </a:t>
            </a:r>
            <a:r>
              <a:rPr lang="en-US" sz="2400" b="1" dirty="0"/>
              <a:t>stream</a:t>
            </a:r>
            <a:r>
              <a:rPr lang="en-US" sz="2400" dirty="0"/>
              <a:t> </a:t>
            </a:r>
            <a:r>
              <a:rPr lang="en-US" sz="2400" b="1" dirty="0"/>
              <a:t>handling</a:t>
            </a:r>
            <a:r>
              <a:rPr lang="en-US" sz="2400" dirty="0"/>
              <a:t>, and more.</a:t>
            </a:r>
            <a:endParaRPr lang="en-US" sz="2400" b="1" dirty="0"/>
          </a:p>
          <a:p>
            <a:pPr marL="0" indent="0">
              <a:buNone/>
            </a:pPr>
            <a:r>
              <a:rPr lang="en-US" sz="2400" b="1" dirty="0"/>
              <a:t>Key Features of Core Modules</a:t>
            </a:r>
          </a:p>
          <a:p>
            <a:pPr>
              <a:buFont typeface="+mj-lt"/>
              <a:buAutoNum type="arabicPeriod"/>
            </a:pPr>
            <a:r>
              <a:rPr lang="en-US" sz="2400" b="1" dirty="0"/>
              <a:t> No Installation Needed</a:t>
            </a:r>
            <a:r>
              <a:rPr lang="en-US" sz="2400" dirty="0"/>
              <a:t>: Core modules are </a:t>
            </a:r>
            <a:r>
              <a:rPr lang="en-US" sz="2400" b="1" dirty="0">
                <a:solidFill>
                  <a:srgbClr val="002060"/>
                </a:solidFill>
              </a:rPr>
              <a:t>part of the </a:t>
            </a:r>
            <a:r>
              <a:rPr lang="en-US" sz="2400" dirty="0"/>
              <a:t>Python</a:t>
            </a:r>
            <a:r>
              <a:rPr lang="en-US" sz="2400" b="1" dirty="0">
                <a:solidFill>
                  <a:srgbClr val="002060"/>
                </a:solidFill>
              </a:rPr>
              <a:t> </a:t>
            </a:r>
            <a:r>
              <a:rPr lang="en-US" sz="2400" b="1" dirty="0">
                <a:solidFill>
                  <a:srgbClr val="C00000"/>
                </a:solidFill>
              </a:rPr>
              <a:t>runtime</a:t>
            </a:r>
            <a:r>
              <a:rPr lang="en-US" sz="2400" b="1" dirty="0">
                <a:solidFill>
                  <a:srgbClr val="002060"/>
                </a:solidFill>
              </a:rPr>
              <a:t> </a:t>
            </a:r>
            <a:r>
              <a:rPr lang="en-US" sz="2400" dirty="0"/>
              <a:t>and can be used directly without installing any additional packages.</a:t>
            </a:r>
          </a:p>
          <a:p>
            <a:pPr>
              <a:buFont typeface="+mj-lt"/>
              <a:buAutoNum type="arabicPeriod"/>
            </a:pPr>
            <a:r>
              <a:rPr lang="en-US" sz="2400" b="1" dirty="0"/>
              <a:t> Global Availability</a:t>
            </a:r>
            <a:r>
              <a:rPr lang="en-US" sz="2400" dirty="0"/>
              <a:t>: Core modules can be imported and used in any Node.js application.</a:t>
            </a:r>
          </a:p>
          <a:p>
            <a:pPr>
              <a:buFont typeface="+mj-lt"/>
              <a:buAutoNum type="arabicPeriod"/>
            </a:pPr>
            <a:r>
              <a:rPr lang="en-US" sz="2400" b="1" dirty="0"/>
              <a:t> Common Core Modules: </a:t>
            </a:r>
            <a:r>
              <a:rPr lang="en-US" sz="2400" dirty="0" err="1"/>
              <a:t>os</a:t>
            </a:r>
            <a:r>
              <a:rPr lang="en-US" sz="2400" dirty="0"/>
              <a:t>, math, datetime, </a:t>
            </a:r>
            <a:r>
              <a:rPr lang="en-US" sz="2400" dirty="0" err="1"/>
              <a:t>json</a:t>
            </a:r>
            <a:r>
              <a:rPr lang="en-US" sz="2400" dirty="0"/>
              <a:t>, random &amp; </a:t>
            </a:r>
            <a:r>
              <a:rPr lang="en-US" sz="2400" dirty="0" err="1"/>
              <a:t>etc</a:t>
            </a:r>
            <a:endParaRPr lang="en-US" sz="2400" dirty="0"/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3007694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EC6DE7-7FC9-1236-DA94-8D4B4BE08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2E6B69-87AA-BAD3-6374-33CF86703D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74914"/>
            <a:ext cx="10659110" cy="55020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Using Core Modules:</a:t>
            </a:r>
          </a:p>
          <a:p>
            <a:pPr marL="0" indent="0">
              <a:buNone/>
            </a:pPr>
            <a:r>
              <a:rPr lang="en-US" sz="2400" dirty="0"/>
              <a:t>To use a core module Python, you import it using the </a:t>
            </a:r>
            <a:r>
              <a:rPr lang="en-US" sz="2400" b="1" dirty="0"/>
              <a:t>import </a:t>
            </a:r>
            <a:r>
              <a:rPr lang="en-US" sz="2400" dirty="0"/>
              <a:t>Keyword: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167A523-6135-BAA6-3635-3A881B9CED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6467" y="1874029"/>
            <a:ext cx="8645990" cy="4203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99312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875F5F-2FC0-2CA4-C69F-AA5455F30B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1785FC-CF7A-2BDA-F499-ADEA8A4236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6445" y="1001485"/>
            <a:ext cx="10659110" cy="48550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2. Local Modules:</a:t>
            </a:r>
          </a:p>
          <a:p>
            <a:pPr marL="0" indent="0">
              <a:buNone/>
            </a:pPr>
            <a:r>
              <a:rPr lang="en-US" sz="2400" dirty="0"/>
              <a:t>Local Modules in </a:t>
            </a:r>
            <a:r>
              <a:rPr lang="en-US" sz="2400" dirty="0" err="1"/>
              <a:t>Pythonare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custom modules </a:t>
            </a:r>
            <a:r>
              <a:rPr lang="en-US" sz="2400" b="1" dirty="0"/>
              <a:t>created by developers </a:t>
            </a:r>
            <a:r>
              <a:rPr lang="en-US" sz="2400" dirty="0"/>
              <a:t>to </a:t>
            </a:r>
            <a:r>
              <a:rPr lang="en-US" sz="2400" b="1" dirty="0">
                <a:solidFill>
                  <a:srgbClr val="C00000"/>
                </a:solidFill>
              </a:rPr>
              <a:t>encapsulate</a:t>
            </a:r>
            <a:r>
              <a:rPr lang="en-US" sz="2400" dirty="0"/>
              <a:t> </a:t>
            </a:r>
            <a:r>
              <a:rPr lang="en-US" sz="2400" b="1" dirty="0"/>
              <a:t>specific functionality </a:t>
            </a:r>
            <a:r>
              <a:rPr lang="en-US" sz="2400" dirty="0"/>
              <a:t>within their applications. Unlike </a:t>
            </a:r>
            <a:r>
              <a:rPr lang="en-US" sz="2400" b="1" dirty="0"/>
              <a:t>core modules </a:t>
            </a:r>
            <a:r>
              <a:rPr lang="en-US" sz="2400" dirty="0"/>
              <a:t>(built into Python) or </a:t>
            </a:r>
            <a:r>
              <a:rPr lang="en-US" sz="2400" b="1" dirty="0"/>
              <a:t>third-party modules </a:t>
            </a:r>
            <a:r>
              <a:rPr lang="en-US" sz="2400" dirty="0"/>
              <a:t>(installed via </a:t>
            </a:r>
            <a:r>
              <a:rPr lang="en-US" sz="2400" b="1" dirty="0"/>
              <a:t>pip</a:t>
            </a:r>
            <a:r>
              <a:rPr lang="en-US" sz="2400" dirty="0"/>
              <a:t>), </a:t>
            </a:r>
            <a:r>
              <a:rPr lang="en-US" sz="2400" b="1" dirty="0"/>
              <a:t>local modules are </a:t>
            </a:r>
            <a:r>
              <a:rPr lang="en-US" sz="2400" b="1" dirty="0">
                <a:solidFill>
                  <a:srgbClr val="002060"/>
                </a:solidFill>
              </a:rPr>
              <a:t>part of your project</a:t>
            </a:r>
            <a:r>
              <a:rPr lang="en-US" sz="2400" dirty="0"/>
              <a:t>, often created to organize and reuse code.</a:t>
            </a:r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2400" b="1" dirty="0"/>
              <a:t>Characteristics of Local Modules:</a:t>
            </a:r>
          </a:p>
          <a:p>
            <a:r>
              <a:rPr lang="en-US" sz="2400" b="1" dirty="0"/>
              <a:t>Custom-built: </a:t>
            </a:r>
            <a:r>
              <a:rPr lang="en-US" sz="2400" dirty="0"/>
              <a:t>Designed to address specific requirements of the application.</a:t>
            </a:r>
          </a:p>
          <a:p>
            <a:r>
              <a:rPr lang="en-US" sz="2400" b="1" dirty="0"/>
              <a:t>Reusable: </a:t>
            </a:r>
            <a:r>
              <a:rPr lang="en-US" sz="2400" dirty="0"/>
              <a:t>Can be </a:t>
            </a:r>
            <a:r>
              <a:rPr lang="en-US" sz="2400" b="1" dirty="0"/>
              <a:t>imported</a:t>
            </a:r>
            <a:r>
              <a:rPr lang="en-US" sz="2400" dirty="0"/>
              <a:t> and </a:t>
            </a:r>
            <a:r>
              <a:rPr lang="en-US" sz="2400" b="1" dirty="0"/>
              <a:t>used</a:t>
            </a:r>
            <a:r>
              <a:rPr lang="en-US" sz="2400" dirty="0"/>
              <a:t> across </a:t>
            </a:r>
            <a:r>
              <a:rPr lang="en-US" sz="2400" b="1" dirty="0"/>
              <a:t>different parts of the project</a:t>
            </a:r>
            <a:r>
              <a:rPr lang="en-US" sz="2400" dirty="0"/>
              <a:t>.</a:t>
            </a:r>
          </a:p>
          <a:p>
            <a:r>
              <a:rPr lang="en-US" sz="2400" b="1" dirty="0"/>
              <a:t>File-based: </a:t>
            </a:r>
            <a:r>
              <a:rPr lang="en-US" sz="2400" dirty="0"/>
              <a:t>Each local module </a:t>
            </a:r>
            <a:r>
              <a:rPr lang="en-US" sz="2400" b="1" dirty="0"/>
              <a:t>corresponds to a Python file </a:t>
            </a:r>
            <a:r>
              <a:rPr lang="en-US" sz="2400" dirty="0"/>
              <a:t>or a </a:t>
            </a:r>
            <a:r>
              <a:rPr lang="en-US" sz="2400" b="1" dirty="0"/>
              <a:t>set of files </a:t>
            </a:r>
            <a:r>
              <a:rPr lang="en-US" sz="2400" dirty="0"/>
              <a:t>in your project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2793703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583944-3AAC-2EB5-16F5-07ED77E1E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8A250C-3D0F-0849-B09B-2A4A159E4F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6445" y="468085"/>
            <a:ext cx="10659110" cy="55020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Creating a Local Module:</a:t>
            </a:r>
          </a:p>
          <a:p>
            <a:pPr marL="0" indent="0">
              <a:buNone/>
            </a:pPr>
            <a:r>
              <a:rPr lang="en-US" sz="2400" dirty="0"/>
              <a:t>A local module is </a:t>
            </a:r>
            <a:r>
              <a:rPr lang="en-US" sz="2400" b="1" dirty="0">
                <a:solidFill>
                  <a:srgbClr val="C00000"/>
                </a:solidFill>
              </a:rPr>
              <a:t>just a JavaScript file </a:t>
            </a:r>
            <a:r>
              <a:rPr lang="en-US" sz="2400" dirty="0"/>
              <a:t>where you define your functionality </a:t>
            </a:r>
          </a:p>
          <a:p>
            <a:pPr marL="0" indent="0">
              <a:buNone/>
            </a:pPr>
            <a:r>
              <a:rPr lang="en-US" sz="2400" b="1" dirty="0"/>
              <a:t>Example </a:t>
            </a:r>
            <a:r>
              <a:rPr lang="en-IN" sz="2400" b="1" dirty="0"/>
              <a:t>Project Structure:</a:t>
            </a:r>
            <a:endParaRPr lang="en-US" sz="2400" b="1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62EC868-096E-1036-F721-98E1B69601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3143" y="2189915"/>
            <a:ext cx="5237714" cy="38690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3201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ECE50E-6AC7-E4AD-07AC-927A70D2A8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B2F09B-BF8C-E7A1-F92A-B9BA6E8F6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74914"/>
            <a:ext cx="10659110" cy="5502049"/>
          </a:xfrm>
        </p:spPr>
        <p:txBody>
          <a:bodyPr>
            <a:normAutofit/>
          </a:bodyPr>
          <a:lstStyle/>
          <a:p>
            <a:pPr marL="457200" indent="-457200">
              <a:buAutoNum type="arabicPeriod"/>
            </a:pPr>
            <a:r>
              <a:rPr lang="en-IN" sz="2400" b="1" dirty="0"/>
              <a:t>utils.py:</a:t>
            </a:r>
          </a:p>
          <a:p>
            <a:pPr marL="457200" indent="-457200">
              <a:buAutoNum type="arabicPeriod"/>
            </a:pPr>
            <a:endParaRPr lang="en-IN" sz="2400" b="1" dirty="0"/>
          </a:p>
          <a:p>
            <a:pPr marL="457200" indent="-457200">
              <a:buAutoNum type="arabicPeriod"/>
            </a:pPr>
            <a:endParaRPr lang="en-IN" sz="2400" b="1" dirty="0"/>
          </a:p>
          <a:p>
            <a:pPr marL="457200" indent="-457200">
              <a:buAutoNum type="arabicPeriod"/>
            </a:pPr>
            <a:endParaRPr lang="en-IN" sz="2400" b="1" dirty="0"/>
          </a:p>
          <a:p>
            <a:pPr marL="457200" indent="-457200">
              <a:buAutoNum type="arabicPeriod"/>
            </a:pPr>
            <a:endParaRPr lang="en-IN" sz="2400" b="1" dirty="0"/>
          </a:p>
          <a:p>
            <a:pPr marL="457200" indent="-457200">
              <a:buAutoNum type="arabicPeriod"/>
            </a:pPr>
            <a:r>
              <a:rPr lang="en-IN" sz="2400" b="1" dirty="0"/>
              <a:t>users.py</a:t>
            </a:r>
          </a:p>
          <a:p>
            <a:pPr marL="0" indent="0">
              <a:buNone/>
            </a:pPr>
            <a:endParaRPr lang="en-IN" sz="2400" b="1" dirty="0">
              <a:solidFill>
                <a:srgbClr val="C00000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35B45A3-F628-52D3-93CA-9E17539550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3472" y="674914"/>
            <a:ext cx="5669018" cy="147887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63A86F6-7BC4-038F-26CA-0FBD16F696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3472" y="2747629"/>
            <a:ext cx="6015172" cy="3813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79494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6A9EB4-9840-8BB0-AD8F-F0D3648FA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F95E68-7228-F472-D99B-68B070A9BC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74914"/>
            <a:ext cx="10659110" cy="56932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3. Third-party Modules:</a:t>
            </a:r>
          </a:p>
          <a:p>
            <a:pPr marL="0" indent="0">
              <a:buNone/>
            </a:pPr>
            <a:r>
              <a:rPr lang="en-US" sz="2400" b="1" dirty="0"/>
              <a:t>Third-party modules</a:t>
            </a:r>
            <a:r>
              <a:rPr lang="en-US" sz="2400" dirty="0"/>
              <a:t> in Python are </a:t>
            </a:r>
            <a:r>
              <a:rPr lang="en-US" sz="2400" b="1" dirty="0">
                <a:solidFill>
                  <a:srgbClr val="C00000"/>
                </a:solidFill>
              </a:rPr>
              <a:t>external packages </a:t>
            </a:r>
            <a:r>
              <a:rPr lang="en-US" sz="2400" b="1" dirty="0"/>
              <a:t>created by the </a:t>
            </a:r>
            <a:r>
              <a:rPr lang="en-US" sz="2400" b="1" dirty="0">
                <a:solidFill>
                  <a:srgbClr val="C00000"/>
                </a:solidFill>
              </a:rPr>
              <a:t>developer community </a:t>
            </a:r>
            <a:r>
              <a:rPr lang="en-US" sz="2400" dirty="0"/>
              <a:t>and </a:t>
            </a:r>
            <a:r>
              <a:rPr lang="en-US" sz="2400" b="1" dirty="0"/>
              <a:t>published to </a:t>
            </a:r>
            <a:r>
              <a:rPr lang="en-US" sz="2400" dirty="0"/>
              <a:t>the </a:t>
            </a:r>
            <a:r>
              <a:rPr lang="en-US" sz="2400" b="1" dirty="0">
                <a:solidFill>
                  <a:srgbClr val="C00000"/>
                </a:solidFill>
              </a:rPr>
              <a:t>pip</a:t>
            </a:r>
            <a:r>
              <a:rPr lang="en-US" sz="2400" b="1" dirty="0"/>
              <a:t> (Python Package Index)</a:t>
            </a:r>
            <a:r>
              <a:rPr lang="en-US" sz="2400" dirty="0"/>
              <a:t> </a:t>
            </a:r>
            <a:r>
              <a:rPr lang="en-US" sz="2400" b="1" dirty="0"/>
              <a:t>repository</a:t>
            </a:r>
            <a:r>
              <a:rPr lang="en-US" sz="2400" dirty="0"/>
              <a:t>. These modules extend the functionality of Python, allowing developers to use pre-built solutions </a:t>
            </a:r>
            <a:r>
              <a:rPr lang="en-US" sz="2400" b="1" dirty="0">
                <a:solidFill>
                  <a:srgbClr val="002060"/>
                </a:solidFill>
              </a:rPr>
              <a:t>instead of writing everything from scratch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r>
              <a:rPr lang="en-US" sz="2400" b="1" dirty="0"/>
              <a:t>Characteristics of Third-party Modules</a:t>
            </a:r>
          </a:p>
          <a:p>
            <a:pPr>
              <a:buFont typeface="+mj-lt"/>
              <a:buAutoNum type="arabicPeriod"/>
            </a:pPr>
            <a:r>
              <a:rPr lang="en-US" sz="2400" b="1" dirty="0"/>
              <a:t>Community-driven</a:t>
            </a:r>
            <a:r>
              <a:rPr lang="en-US" sz="2400" dirty="0"/>
              <a:t>: Developed and maintained by the Python</a:t>
            </a:r>
            <a:r>
              <a:rPr lang="en-US" sz="2400" b="1" dirty="0">
                <a:solidFill>
                  <a:srgbClr val="002060"/>
                </a:solidFill>
              </a:rPr>
              <a:t> community</a:t>
            </a:r>
            <a:r>
              <a:rPr lang="en-US" sz="2400" b="1" dirty="0"/>
              <a:t> </a:t>
            </a:r>
            <a:r>
              <a:rPr lang="en-US" sz="2400" dirty="0"/>
              <a:t>or </a:t>
            </a:r>
            <a:r>
              <a:rPr lang="en-US" sz="2400" b="1" dirty="0">
                <a:solidFill>
                  <a:srgbClr val="002060"/>
                </a:solidFill>
              </a:rPr>
              <a:t>organizations</a:t>
            </a:r>
            <a:r>
              <a:rPr lang="en-US" sz="2400" dirty="0"/>
              <a:t>.</a:t>
            </a:r>
          </a:p>
          <a:p>
            <a:pPr>
              <a:buFont typeface="+mj-lt"/>
              <a:buAutoNum type="arabicPeriod"/>
            </a:pPr>
            <a:r>
              <a:rPr lang="en-US" sz="2400" b="1" dirty="0"/>
              <a:t>Installable via </a:t>
            </a:r>
            <a:r>
              <a:rPr lang="en-US" sz="2400" b="1" dirty="0" err="1"/>
              <a:t>npm</a:t>
            </a:r>
            <a:r>
              <a:rPr lang="en-US" sz="2400" dirty="0"/>
              <a:t>: Available in the </a:t>
            </a:r>
            <a:r>
              <a:rPr lang="en-US" sz="2400" b="1" dirty="0"/>
              <a:t>pip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002060"/>
                </a:solidFill>
              </a:rPr>
              <a:t>registry</a:t>
            </a:r>
            <a:r>
              <a:rPr lang="en-US" sz="2400" dirty="0"/>
              <a:t> and installed using the pip command-line tool.</a:t>
            </a:r>
          </a:p>
          <a:p>
            <a:pPr>
              <a:buFont typeface="+mj-lt"/>
              <a:buAutoNum type="arabicPeriod"/>
            </a:pPr>
            <a:r>
              <a:rPr lang="en-US" sz="2400" b="1" dirty="0"/>
              <a:t>Reusable</a:t>
            </a:r>
            <a:r>
              <a:rPr lang="en-US" sz="2400" dirty="0"/>
              <a:t>: Can be used across multiple projects.</a:t>
            </a:r>
          </a:p>
          <a:p>
            <a:pPr>
              <a:buFont typeface="+mj-lt"/>
              <a:buAutoNum type="arabicPeriod"/>
            </a:pPr>
            <a:r>
              <a:rPr lang="en-US" sz="2400" b="1" dirty="0"/>
              <a:t>Versioned</a:t>
            </a:r>
            <a:r>
              <a:rPr lang="en-US" sz="2400" dirty="0"/>
              <a:t>: Versions are maintained to ensure </a:t>
            </a:r>
            <a:r>
              <a:rPr lang="en-US" sz="2400" b="1" dirty="0"/>
              <a:t>stability</a:t>
            </a:r>
            <a:r>
              <a:rPr lang="en-US" sz="2400" dirty="0"/>
              <a:t> and </a:t>
            </a:r>
            <a:r>
              <a:rPr lang="en-US" sz="2400" b="1" dirty="0"/>
              <a:t>compatibility</a:t>
            </a:r>
            <a:r>
              <a:rPr lang="en-US" sz="2400" dirty="0"/>
              <a:t>.</a:t>
            </a:r>
          </a:p>
          <a:p>
            <a:pPr>
              <a:buFont typeface="+mj-lt"/>
              <a:buAutoNum type="arabicPeriod"/>
            </a:pPr>
            <a:r>
              <a:rPr lang="en-US" sz="2400" b="1" dirty="0"/>
              <a:t>Examples</a:t>
            </a:r>
            <a:r>
              <a:rPr lang="en-US" sz="2400" dirty="0"/>
              <a:t> </a:t>
            </a:r>
            <a:r>
              <a:rPr lang="en-US" sz="2400" b="1" dirty="0"/>
              <a:t>of Popular Third-party Modules: </a:t>
            </a:r>
            <a:r>
              <a:rPr lang="en-US" sz="2400" b="1" dirty="0">
                <a:solidFill>
                  <a:srgbClr val="002060"/>
                </a:solidFill>
              </a:rPr>
              <a:t>Express: </a:t>
            </a:r>
            <a:r>
              <a:rPr lang="en-IN" sz="2400" b="1" dirty="0" err="1"/>
              <a:t>fastapi</a:t>
            </a:r>
            <a:r>
              <a:rPr lang="en-IN" sz="2400" b="1" dirty="0">
                <a:solidFill>
                  <a:srgbClr val="002060"/>
                </a:solidFill>
              </a:rPr>
              <a:t>, </a:t>
            </a:r>
            <a:r>
              <a:rPr lang="en-IN" sz="2400" b="1" dirty="0" err="1"/>
              <a:t>uvicorn</a:t>
            </a:r>
            <a:r>
              <a:rPr lang="en-IN" sz="2400" dirty="0"/>
              <a:t>, </a:t>
            </a:r>
            <a:r>
              <a:rPr lang="en-IN" sz="2400" b="1" dirty="0"/>
              <a:t>Pandas</a:t>
            </a:r>
            <a:r>
              <a:rPr lang="en-IN" sz="2400" dirty="0"/>
              <a:t>, </a:t>
            </a:r>
            <a:r>
              <a:rPr lang="en-IN" sz="2400" b="1" dirty="0" err="1"/>
              <a:t>numpy</a:t>
            </a:r>
            <a:r>
              <a:rPr lang="en-IN" sz="2400" b="1" dirty="0"/>
              <a:t>, etc</a:t>
            </a:r>
            <a:r>
              <a:rPr lang="en-IN" sz="2400" dirty="0"/>
              <a:t>.</a:t>
            </a:r>
            <a:r>
              <a:rPr lang="en-IN" sz="2400" b="1" dirty="0">
                <a:solidFill>
                  <a:srgbClr val="002060"/>
                </a:solidFill>
              </a:rPr>
              <a:t> </a:t>
            </a:r>
            <a:endParaRPr lang="en-US" sz="2400" b="1" dirty="0">
              <a:solidFill>
                <a:srgbClr val="002060"/>
              </a:solidFill>
            </a:endParaRPr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502381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F25D90-DD57-7635-6681-64BF7D4F2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CFF317-E40F-0D99-8488-5F3F39D30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74914"/>
            <a:ext cx="10659110" cy="55020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How to Use Third-party Modules:</a:t>
            </a:r>
          </a:p>
          <a:p>
            <a:pPr marL="0" indent="0">
              <a:buNone/>
            </a:pPr>
            <a:r>
              <a:rPr lang="en-US" sz="2400" b="1" dirty="0"/>
              <a:t>1. Install the Module: </a:t>
            </a:r>
            <a:r>
              <a:rPr lang="en-US" sz="2400" dirty="0"/>
              <a:t>Use </a:t>
            </a:r>
            <a:r>
              <a:rPr lang="en-US" sz="2400" b="1" dirty="0">
                <a:solidFill>
                  <a:srgbClr val="C00000"/>
                </a:solidFill>
              </a:rPr>
              <a:t>pip install </a:t>
            </a:r>
            <a:r>
              <a:rPr lang="en-US" sz="2400" dirty="0"/>
              <a:t>to add the module to your project:</a:t>
            </a:r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pPr marL="0" indent="0">
              <a:buNone/>
            </a:pPr>
            <a:r>
              <a:rPr lang="en-US" sz="2400" b="1" dirty="0"/>
              <a:t>2. Import the Module: </a:t>
            </a:r>
            <a:r>
              <a:rPr lang="en-US" sz="2400" b="1" dirty="0">
                <a:solidFill>
                  <a:srgbClr val="002060"/>
                </a:solidFill>
              </a:rPr>
              <a:t>Import</a:t>
            </a:r>
            <a:r>
              <a:rPr lang="en-US" sz="2400" dirty="0"/>
              <a:t> </a:t>
            </a:r>
            <a:r>
              <a:rPr lang="en-US" sz="2400" b="1" dirty="0"/>
              <a:t>the module </a:t>
            </a:r>
            <a:r>
              <a:rPr lang="en-US" sz="2400" dirty="0"/>
              <a:t>in your Python file using </a:t>
            </a:r>
            <a:r>
              <a:rPr lang="en-US" sz="2400" b="1" dirty="0"/>
              <a:t>import</a:t>
            </a:r>
            <a:r>
              <a:rPr lang="en-US" sz="2400" b="1" dirty="0">
                <a:solidFill>
                  <a:srgbClr val="002060"/>
                </a:solidFill>
              </a:rPr>
              <a:t>:</a:t>
            </a:r>
          </a:p>
          <a:p>
            <a:pPr marL="0" indent="0">
              <a:buNone/>
            </a:pPr>
            <a:endParaRPr lang="en-US" sz="2400" b="1" dirty="0">
              <a:solidFill>
                <a:srgbClr val="002060"/>
              </a:solidFill>
            </a:endParaRPr>
          </a:p>
          <a:p>
            <a:pPr marL="0" indent="0">
              <a:buNone/>
            </a:pPr>
            <a:endParaRPr lang="en-IN" sz="2400" b="1" dirty="0">
              <a:solidFill>
                <a:srgbClr val="002060"/>
              </a:solidFill>
            </a:endParaRPr>
          </a:p>
          <a:p>
            <a:pPr marL="0" indent="0">
              <a:buNone/>
            </a:pPr>
            <a:endParaRPr lang="en-IN" sz="2400" b="1" dirty="0">
              <a:solidFill>
                <a:srgbClr val="002060"/>
              </a:solidFill>
            </a:endParaRPr>
          </a:p>
          <a:p>
            <a:pPr marL="0" indent="0">
              <a:buNone/>
            </a:pPr>
            <a:r>
              <a:rPr lang="en-US" sz="2400" b="1" dirty="0">
                <a:solidFill>
                  <a:schemeClr val="tx1"/>
                </a:solidFill>
              </a:rPr>
              <a:t>3. Use the Module: </a:t>
            </a:r>
            <a:r>
              <a:rPr lang="en-US" sz="2400" b="1" dirty="0">
                <a:solidFill>
                  <a:srgbClr val="002060"/>
                </a:solidFill>
              </a:rPr>
              <a:t>Call</a:t>
            </a:r>
            <a:r>
              <a:rPr lang="en-US" sz="2400" dirty="0">
                <a:solidFill>
                  <a:schemeClr val="tx1"/>
                </a:solidFill>
              </a:rPr>
              <a:t> the </a:t>
            </a:r>
            <a:r>
              <a:rPr lang="en-US" sz="2400" b="1" dirty="0">
                <a:solidFill>
                  <a:schemeClr val="tx1"/>
                </a:solidFill>
              </a:rPr>
              <a:t>functions</a:t>
            </a:r>
            <a:r>
              <a:rPr lang="en-US" sz="2400" dirty="0">
                <a:solidFill>
                  <a:schemeClr val="tx1"/>
                </a:solidFill>
              </a:rPr>
              <a:t> or use the </a:t>
            </a:r>
            <a:r>
              <a:rPr lang="en-US" sz="2400" b="1" dirty="0">
                <a:solidFill>
                  <a:schemeClr val="tx1"/>
                </a:solidFill>
              </a:rPr>
              <a:t>classes</a:t>
            </a:r>
            <a:r>
              <a:rPr lang="en-US" sz="2400" dirty="0">
                <a:solidFill>
                  <a:schemeClr val="tx1"/>
                </a:solidFill>
              </a:rPr>
              <a:t> provided by the module in your application.</a:t>
            </a:r>
            <a:endParaRPr lang="en-IN" sz="2400" dirty="0">
              <a:solidFill>
                <a:schemeClr val="tx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C525010-61D2-60D1-1669-58F08CACBC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9495" y="1763226"/>
            <a:ext cx="5055333" cy="79623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8D8ADC6-7662-1F3B-FDAC-9080CF7CD0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28496" y="3505943"/>
            <a:ext cx="4290018" cy="85637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425886E-A48C-411D-63E6-05E692E0CD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28496" y="5636810"/>
            <a:ext cx="5400000" cy="809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65520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13D322-1162-0846-2C00-D97693B565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954DEB-2EA5-ACB5-0BDB-FAA75E6748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Types of Request Data</a:t>
            </a:r>
          </a:p>
          <a:p>
            <a:pPr marL="0" indent="0">
              <a:buNone/>
            </a:pPr>
            <a:r>
              <a:rPr lang="en-US" sz="2800" dirty="0"/>
              <a:t>Following are the different ways a client can send data to a </a:t>
            </a:r>
            <a:r>
              <a:rPr lang="en-US" sz="2800" dirty="0" err="1"/>
              <a:t>FastAPI</a:t>
            </a:r>
            <a:r>
              <a:rPr lang="en-US" sz="2800" dirty="0"/>
              <a:t> server</a:t>
            </a:r>
          </a:p>
          <a:p>
            <a:pPr marL="457200" indent="-457200">
              <a:buAutoNum type="arabicPeriod"/>
            </a:pPr>
            <a:r>
              <a:rPr lang="en-IN" sz="2800" dirty="0"/>
              <a:t>Path or URL Parameters</a:t>
            </a:r>
          </a:p>
          <a:p>
            <a:pPr marL="457200" indent="-457200">
              <a:buAutoNum type="arabicPeriod"/>
            </a:pPr>
            <a:r>
              <a:rPr lang="en-IN" sz="2800" dirty="0"/>
              <a:t>Query Parameters</a:t>
            </a:r>
          </a:p>
          <a:p>
            <a:pPr marL="457200" indent="-457200">
              <a:buAutoNum type="arabicPeriod"/>
            </a:pPr>
            <a:r>
              <a:rPr lang="en-IN" sz="2800" dirty="0"/>
              <a:t>Request Body (JSON)</a:t>
            </a:r>
          </a:p>
          <a:p>
            <a:pPr marL="457200" indent="-457200">
              <a:buAutoNum type="arabicPeriod"/>
            </a:pPr>
            <a:r>
              <a:rPr lang="en-IN" sz="2800" dirty="0"/>
              <a:t>Request Header</a:t>
            </a:r>
          </a:p>
          <a:p>
            <a:pPr marL="457200" indent="-457200">
              <a:buAutoNum type="arabicPeriod"/>
            </a:pPr>
            <a:r>
              <a:rPr lang="en-IN" sz="2800" dirty="0"/>
              <a:t>Form Data</a:t>
            </a:r>
          </a:p>
          <a:p>
            <a:pPr marL="457200" indent="-457200">
              <a:buAutoNum type="arabicPeriod"/>
            </a:pPr>
            <a:r>
              <a:rPr lang="en-IN" sz="2800" dirty="0"/>
              <a:t>File Uploads</a:t>
            </a:r>
          </a:p>
        </p:txBody>
      </p:sp>
    </p:spTree>
    <p:extLst>
      <p:ext uri="{BB962C8B-B14F-4D97-AF65-F5344CB8AC3E}">
        <p14:creationId xmlns:p14="http://schemas.microsoft.com/office/powerpoint/2010/main" val="15425861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F95E93-629E-C851-07E8-902BFC7D7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FEE490-F3FF-5A19-462E-D8A274E84D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800" b="1" dirty="0"/>
              <a:t>1. Path or URL Parameters:</a:t>
            </a:r>
          </a:p>
          <a:p>
            <a:pPr marL="0" indent="0">
              <a:buNone/>
            </a:pPr>
            <a:r>
              <a:rPr lang="en-US" sz="2400" dirty="0"/>
              <a:t>Path parameters are part of the </a:t>
            </a:r>
            <a:r>
              <a:rPr lang="en-US" sz="2400" b="1" dirty="0"/>
              <a:t>URL path itself</a:t>
            </a:r>
            <a:r>
              <a:rPr lang="en-US" sz="2400" dirty="0"/>
              <a:t> — useful for resource identifiers.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b="1" dirty="0"/>
              <a:t>Where,</a:t>
            </a:r>
          </a:p>
          <a:p>
            <a:r>
              <a:rPr lang="en-US" sz="2400" b="1" dirty="0"/>
              <a:t>URL</a:t>
            </a:r>
            <a:r>
              <a:rPr lang="en-US" sz="2400" dirty="0"/>
              <a:t>: http://127.0.0.1:8000/</a:t>
            </a:r>
            <a:r>
              <a:rPr lang="en-US" sz="2400" b="1" dirty="0">
                <a:solidFill>
                  <a:srgbClr val="C00000"/>
                </a:solidFill>
              </a:rPr>
              <a:t>users/101</a:t>
            </a:r>
            <a:endParaRPr lang="en-US" sz="2800" b="1" dirty="0">
              <a:solidFill>
                <a:srgbClr val="C00000"/>
              </a:solidFill>
            </a:endParaRPr>
          </a:p>
          <a:p>
            <a:r>
              <a:rPr lang="en-US" sz="2400" dirty="0"/>
              <a:t>Here 101</a:t>
            </a:r>
            <a:r>
              <a:rPr lang="en-US" sz="2800" dirty="0"/>
              <a:t> is passed as </a:t>
            </a:r>
            <a:r>
              <a:rPr lang="en-US" sz="2400" dirty="0" err="1"/>
              <a:t>user_id</a:t>
            </a:r>
            <a:r>
              <a:rPr lang="en-US" sz="2800" dirty="0"/>
              <a:t> </a:t>
            </a:r>
            <a:r>
              <a:rPr lang="en-US" sz="2400" dirty="0"/>
              <a:t>(an integer).</a:t>
            </a:r>
          </a:p>
          <a:p>
            <a:r>
              <a:rPr lang="en-US" sz="2400" dirty="0"/>
              <a:t>Used when you want to </a:t>
            </a:r>
            <a:r>
              <a:rPr lang="en-US" sz="2400" i="1" dirty="0"/>
              <a:t>identify a specific resource</a:t>
            </a:r>
            <a:r>
              <a:rPr lang="en-US" sz="2400" dirty="0"/>
              <a:t>, like </a:t>
            </a:r>
            <a:r>
              <a:rPr lang="en-US" dirty="0"/>
              <a:t>/orders/123</a:t>
            </a:r>
            <a:r>
              <a:rPr lang="en-US" sz="2400" dirty="0"/>
              <a:t> or </a:t>
            </a:r>
            <a:r>
              <a:rPr lang="en-US" dirty="0"/>
              <a:t>/products/5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IN" sz="2400" dirty="0"/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2D72113-B219-DCA8-16C7-0E8A1906CF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885357"/>
            <a:ext cx="10951535" cy="15514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2773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754B53-4599-E443-ACA4-E7FFBAB1B0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8ABE57-FDE6-6552-1BFD-6C8B87B26F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510364"/>
            <a:ext cx="10659110" cy="598613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800" b="1" dirty="0"/>
              <a:t>2. Query Parameters</a:t>
            </a:r>
          </a:p>
          <a:p>
            <a:pPr marL="0" indent="0">
              <a:buNone/>
            </a:pPr>
            <a:r>
              <a:rPr lang="en-US" sz="2400" dirty="0"/>
              <a:t>Query parameters appear </a:t>
            </a:r>
            <a:r>
              <a:rPr lang="en-US" sz="2400" b="1" dirty="0"/>
              <a:t>after the </a:t>
            </a:r>
            <a:r>
              <a:rPr lang="en-US" b="1" dirty="0"/>
              <a:t>?</a:t>
            </a:r>
            <a:r>
              <a:rPr lang="en-US" sz="2400" dirty="0"/>
              <a:t> in the URL and are ideal for filtering, searching, or pagination.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Here,</a:t>
            </a:r>
          </a:p>
          <a:p>
            <a:pPr lvl="1"/>
            <a:r>
              <a:rPr lang="en-US" sz="2200" b="1" dirty="0"/>
              <a:t>URL</a:t>
            </a:r>
            <a:r>
              <a:rPr lang="en-US" sz="2200" dirty="0"/>
              <a:t>: http://127.0.0.1:8000/items</a:t>
            </a:r>
            <a:r>
              <a:rPr lang="en-US" sz="2400" b="1" dirty="0">
                <a:solidFill>
                  <a:srgbClr val="C00000"/>
                </a:solidFill>
              </a:rPr>
              <a:t>?category=books&amp;limit=5</a:t>
            </a:r>
          </a:p>
          <a:p>
            <a:pPr lvl="1"/>
            <a:r>
              <a:rPr lang="en-US" sz="2200" dirty="0"/>
              <a:t>Both parameters are </a:t>
            </a:r>
            <a:r>
              <a:rPr lang="en-US" sz="2200" b="1" dirty="0"/>
              <a:t>optional</a:t>
            </a:r>
            <a:r>
              <a:rPr lang="en-US" sz="2200" dirty="0"/>
              <a:t> here.</a:t>
            </a:r>
          </a:p>
          <a:p>
            <a:pPr lvl="1"/>
            <a:r>
              <a:rPr lang="en-US" sz="2200" dirty="0" err="1"/>
              <a:t>FastAPI</a:t>
            </a:r>
            <a:r>
              <a:rPr lang="en-US" sz="2200" dirty="0"/>
              <a:t> automatically converts types (like limit to int).</a:t>
            </a:r>
          </a:p>
          <a:p>
            <a:pPr lvl="1"/>
            <a:r>
              <a:rPr lang="en-US" sz="2200" dirty="0"/>
              <a:t>Great for filtering and controlling API responses.</a:t>
            </a:r>
            <a:endParaRPr lang="en-IN" sz="22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56E24A2-00AC-04D7-C093-1D0B417BF4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0992" y="1920240"/>
            <a:ext cx="9430016" cy="1917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41249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F470D5-1BE8-682A-4491-DF825337EC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9CE76A-F451-0FD6-0A0A-E6D3565947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3. Request Body (JSON Data)</a:t>
            </a:r>
          </a:p>
          <a:p>
            <a:r>
              <a:rPr lang="en-US" sz="2400" dirty="0"/>
              <a:t>When you send structured data (usually via </a:t>
            </a:r>
            <a:r>
              <a:rPr lang="en-US" sz="2400" b="1" dirty="0">
                <a:solidFill>
                  <a:srgbClr val="C00000"/>
                </a:solidFill>
              </a:rPr>
              <a:t>POST</a:t>
            </a:r>
            <a:r>
              <a:rPr lang="en-US" sz="2400" dirty="0"/>
              <a:t> or </a:t>
            </a:r>
            <a:r>
              <a:rPr lang="en-US" sz="2400" b="1" dirty="0">
                <a:solidFill>
                  <a:srgbClr val="C00000"/>
                </a:solidFill>
              </a:rPr>
              <a:t>PUT</a:t>
            </a:r>
            <a:r>
              <a:rPr lang="en-US" sz="2400" dirty="0"/>
              <a:t>), you typically send it in the </a:t>
            </a:r>
            <a:r>
              <a:rPr lang="en-US" sz="2400" b="1" dirty="0"/>
              <a:t>body</a:t>
            </a:r>
            <a:r>
              <a:rPr lang="en-US" sz="2400" dirty="0"/>
              <a:t> as JSON.</a:t>
            </a:r>
            <a:br>
              <a:rPr lang="en-US" sz="2400" dirty="0"/>
            </a:br>
            <a:r>
              <a:rPr lang="en-US" sz="2400" dirty="0" err="1"/>
              <a:t>FastAPI</a:t>
            </a:r>
            <a:r>
              <a:rPr lang="en-US" sz="2400" dirty="0"/>
              <a:t> automatically parses it into a </a:t>
            </a:r>
            <a:r>
              <a:rPr lang="en-US" sz="2400" b="1" dirty="0" err="1">
                <a:solidFill>
                  <a:srgbClr val="C00000"/>
                </a:solidFill>
              </a:rPr>
              <a:t>Pydantic</a:t>
            </a:r>
            <a:r>
              <a:rPr lang="en-US" sz="2400" dirty="0"/>
              <a:t> </a:t>
            </a:r>
            <a:r>
              <a:rPr lang="en-US" sz="2400" b="1" dirty="0"/>
              <a:t>model</a:t>
            </a:r>
            <a:r>
              <a:rPr lang="en-US" sz="2400" dirty="0"/>
              <a:t> or </a:t>
            </a:r>
            <a:r>
              <a:rPr lang="en-US" sz="2400" b="1" dirty="0"/>
              <a:t>Python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dict</a:t>
            </a:r>
            <a:r>
              <a:rPr lang="en-US" sz="2400" dirty="0"/>
              <a:t>.</a:t>
            </a:r>
          </a:p>
          <a:p>
            <a:r>
              <a:rPr lang="en-US" sz="2400" b="1" dirty="0"/>
              <a:t>Example:</a:t>
            </a:r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5A6E68E-25CA-99A8-9330-F9264A7600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5140" y="2572938"/>
            <a:ext cx="8119528" cy="39022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97895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31F799-D6CF-D496-148D-A9BFD1E32B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1C0689-1BDD-F8AF-7598-6285D19C8E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Here:</a:t>
            </a:r>
          </a:p>
          <a:p>
            <a:r>
              <a:rPr lang="en-IN" sz="2400" dirty="0"/>
              <a:t>Client sends:</a:t>
            </a:r>
          </a:p>
          <a:p>
            <a:endParaRPr lang="en-IN" sz="2400" dirty="0"/>
          </a:p>
          <a:p>
            <a:endParaRPr lang="en-IN" sz="2400" dirty="0"/>
          </a:p>
          <a:p>
            <a:endParaRPr lang="en-IN" sz="2400" dirty="0"/>
          </a:p>
          <a:p>
            <a:endParaRPr lang="en-IN" sz="2400" dirty="0"/>
          </a:p>
          <a:p>
            <a:endParaRPr lang="en-IN" sz="2400" dirty="0"/>
          </a:p>
          <a:p>
            <a:endParaRPr lang="en-US" sz="2400" dirty="0"/>
          </a:p>
          <a:p>
            <a:r>
              <a:rPr lang="en-US" sz="2400" dirty="0" err="1"/>
              <a:t>FastAPI</a:t>
            </a:r>
            <a:r>
              <a:rPr lang="en-US" sz="2400" dirty="0"/>
              <a:t> </a:t>
            </a:r>
            <a:r>
              <a:rPr lang="en-US" sz="2400" b="1" dirty="0"/>
              <a:t>automatically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validates</a:t>
            </a:r>
            <a:r>
              <a:rPr lang="en-US" sz="2400" dirty="0"/>
              <a:t> and </a:t>
            </a:r>
            <a:r>
              <a:rPr lang="en-US" sz="2400" b="1" dirty="0">
                <a:solidFill>
                  <a:srgbClr val="C00000"/>
                </a:solidFill>
              </a:rPr>
              <a:t>converts</a:t>
            </a:r>
            <a:r>
              <a:rPr lang="en-US" sz="2400" dirty="0"/>
              <a:t> </a:t>
            </a:r>
            <a:r>
              <a:rPr lang="en-US" sz="2400" b="1" dirty="0"/>
              <a:t>JSON</a:t>
            </a:r>
            <a:r>
              <a:rPr lang="en-US" sz="2400" dirty="0"/>
              <a:t> </a:t>
            </a:r>
            <a:r>
              <a:rPr lang="en-US" sz="2400" b="1" dirty="0"/>
              <a:t>to</a:t>
            </a:r>
            <a:r>
              <a:rPr lang="en-US" sz="2400" dirty="0"/>
              <a:t> the </a:t>
            </a:r>
            <a:r>
              <a:rPr lang="en-US" sz="2400" b="1" dirty="0"/>
              <a:t>User</a:t>
            </a:r>
            <a:r>
              <a:rPr lang="en-US" sz="2400" dirty="0"/>
              <a:t> </a:t>
            </a:r>
            <a:r>
              <a:rPr lang="en-US" sz="2400" b="1" dirty="0"/>
              <a:t>model</a:t>
            </a:r>
            <a:r>
              <a:rPr lang="en-US" sz="2400" dirty="0"/>
              <a:t>.</a:t>
            </a:r>
          </a:p>
          <a:p>
            <a:r>
              <a:rPr lang="en-US" sz="2400" dirty="0"/>
              <a:t>Ideal for complex structured data.</a:t>
            </a: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BDF50A3-627B-87DE-ED7E-BFC37FB07B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7031" y="1700756"/>
            <a:ext cx="4905369" cy="2303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43510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95CFA7-D4C2-F9D9-E832-2D8F1A89B8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D5AA5B-BEEC-E988-5601-C597134EE1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935665"/>
            <a:ext cx="10659110" cy="52412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800" b="1" dirty="0"/>
              <a:t>4. Headers:</a:t>
            </a:r>
          </a:p>
          <a:p>
            <a:r>
              <a:rPr lang="en-US" sz="2800" dirty="0"/>
              <a:t>Headers carry </a:t>
            </a:r>
            <a:r>
              <a:rPr lang="en-US" sz="2800" b="1" dirty="0">
                <a:solidFill>
                  <a:srgbClr val="C00000"/>
                </a:solidFill>
              </a:rPr>
              <a:t>metadata</a:t>
            </a:r>
            <a:r>
              <a:rPr lang="en-US" sz="2800" dirty="0"/>
              <a:t> </a:t>
            </a:r>
            <a:r>
              <a:rPr lang="en-US" sz="2800" b="1" dirty="0"/>
              <a:t>about the request/response </a:t>
            </a:r>
            <a:r>
              <a:rPr lang="en-US" sz="2800" dirty="0"/>
              <a:t>— things like </a:t>
            </a:r>
            <a:r>
              <a:rPr lang="en-US" sz="2400" b="1" dirty="0"/>
              <a:t>Authorization</a:t>
            </a:r>
            <a:r>
              <a:rPr lang="en-US" sz="2800" dirty="0"/>
              <a:t>, </a:t>
            </a:r>
            <a:r>
              <a:rPr lang="en-US" sz="2400" b="1" dirty="0"/>
              <a:t>Content-Type</a:t>
            </a:r>
            <a:r>
              <a:rPr lang="en-US" sz="2800" dirty="0"/>
              <a:t>, </a:t>
            </a:r>
            <a:r>
              <a:rPr lang="en-US" sz="2400" b="1" dirty="0"/>
              <a:t>Accept</a:t>
            </a:r>
            <a:r>
              <a:rPr lang="en-US" sz="2800" dirty="0"/>
              <a:t>, </a:t>
            </a:r>
            <a:r>
              <a:rPr lang="en-US" sz="2400" b="1" dirty="0"/>
              <a:t>User-Agent</a:t>
            </a:r>
            <a:r>
              <a:rPr lang="en-US" sz="2800" dirty="0"/>
              <a:t>, </a:t>
            </a:r>
            <a:r>
              <a:rPr lang="en-US" sz="2800" b="1" dirty="0"/>
              <a:t>caching</a:t>
            </a:r>
            <a:r>
              <a:rPr lang="en-US" sz="2800" dirty="0"/>
              <a:t> </a:t>
            </a:r>
            <a:r>
              <a:rPr lang="en-US" sz="2800" b="1" dirty="0"/>
              <a:t>info</a:t>
            </a:r>
            <a:r>
              <a:rPr lang="en-US" sz="2800" dirty="0"/>
              <a:t>, and custom app-level data (e.g. </a:t>
            </a:r>
            <a:r>
              <a:rPr lang="en-US" sz="2400" dirty="0"/>
              <a:t>X-Request-ID</a:t>
            </a:r>
            <a:r>
              <a:rPr lang="en-US" sz="2800" dirty="0"/>
              <a:t>). Use them for auth tokens, client hints, versioning, feature flags, tracing, and controlling response behavior.</a:t>
            </a:r>
          </a:p>
          <a:p>
            <a:r>
              <a:rPr lang="en-US" sz="2800" b="1" dirty="0"/>
              <a:t>How to read request headers</a:t>
            </a:r>
          </a:p>
          <a:p>
            <a:pPr marL="457200" indent="-457200">
              <a:buAutoNum type="arabicParenR"/>
            </a:pPr>
            <a:r>
              <a:rPr lang="en-US" sz="2800" dirty="0"/>
              <a:t>Using </a:t>
            </a:r>
            <a:r>
              <a:rPr lang="en-US" sz="2400" dirty="0"/>
              <a:t>Header</a:t>
            </a:r>
            <a:r>
              <a:rPr lang="en-US" sz="2800" dirty="0"/>
              <a:t> (recommended for specific headers)</a:t>
            </a:r>
          </a:p>
          <a:p>
            <a:pPr marL="457200" indent="-457200">
              <a:buAutoNum type="arabicParenR"/>
            </a:pPr>
            <a:r>
              <a:rPr lang="en-US" sz="2800" dirty="0"/>
              <a:t>Using </a:t>
            </a:r>
            <a:r>
              <a:rPr lang="en-US" sz="2400" dirty="0"/>
              <a:t>Request</a:t>
            </a:r>
            <a:r>
              <a:rPr lang="en-US" sz="2800" dirty="0"/>
              <a:t> to access all headers</a:t>
            </a: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18713377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E57C8-6B11-6DDF-50B6-60C6F17A82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F99938-04B2-18EF-CB76-B491288140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1) Using </a:t>
            </a:r>
            <a:r>
              <a:rPr lang="en-US" b="1" dirty="0"/>
              <a:t>Header</a:t>
            </a:r>
            <a:r>
              <a:rPr lang="en-US" sz="2400" b="1" dirty="0"/>
              <a:t> (recommended for specific headers)</a:t>
            </a:r>
          </a:p>
          <a:p>
            <a:r>
              <a:rPr lang="en-US" dirty="0"/>
              <a:t>Header</a:t>
            </a:r>
            <a:r>
              <a:rPr lang="en-US" sz="2400" dirty="0"/>
              <a:t> works well when you expect a particular header (required or optional). </a:t>
            </a:r>
            <a:r>
              <a:rPr lang="en-US" sz="2400" dirty="0" err="1"/>
              <a:t>FastAPI</a:t>
            </a:r>
            <a:r>
              <a:rPr lang="en-US" sz="2400" dirty="0"/>
              <a:t> will validate &amp; convert types.</a:t>
            </a:r>
          </a:p>
          <a:p>
            <a:endParaRPr lang="en-US" sz="2400" dirty="0"/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AC2E2FA-E2F8-3AFB-7A80-FA55EC1C95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276377"/>
            <a:ext cx="10271051" cy="2730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62403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C8CB6-DEC7-604D-9EDE-8676CE1E7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00D9B0-1C8C-8D53-CBBB-97D6771E2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999458"/>
            <a:ext cx="10659110" cy="382772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Note:</a:t>
            </a:r>
          </a:p>
          <a:p>
            <a:r>
              <a:rPr lang="en-US" sz="2400" dirty="0"/>
              <a:t>Header names are </a:t>
            </a:r>
            <a:r>
              <a:rPr lang="en-US" sz="2400" b="1" dirty="0"/>
              <a:t>case-insensitive</a:t>
            </a:r>
            <a:r>
              <a:rPr lang="en-US" sz="2400" dirty="0"/>
              <a:t>. </a:t>
            </a:r>
            <a:r>
              <a:rPr lang="en-US" sz="2400" dirty="0" err="1"/>
              <a:t>FastAPI</a:t>
            </a:r>
            <a:r>
              <a:rPr lang="en-US" sz="2400" dirty="0"/>
              <a:t> converts header names with hyphens to underscores in Python parameter names (</a:t>
            </a:r>
            <a:r>
              <a:rPr lang="en-US" dirty="0"/>
              <a:t>X-Token</a:t>
            </a:r>
            <a:r>
              <a:rPr lang="en-US" sz="2400" dirty="0"/>
              <a:t> → </a:t>
            </a:r>
            <a:r>
              <a:rPr lang="en-US" dirty="0" err="1"/>
              <a:t>x_token</a:t>
            </a:r>
            <a:r>
              <a:rPr lang="en-US" sz="2400" dirty="0"/>
              <a:t>).</a:t>
            </a:r>
          </a:p>
          <a:p>
            <a:r>
              <a:rPr lang="en-US" sz="2400" dirty="0"/>
              <a:t>Use </a:t>
            </a:r>
            <a:r>
              <a:rPr lang="en-US" dirty="0"/>
              <a:t>Header(...)</a:t>
            </a:r>
            <a:r>
              <a:rPr lang="en-US" sz="2400" dirty="0"/>
              <a:t> to mark a header </a:t>
            </a:r>
            <a:r>
              <a:rPr lang="en-US" sz="2400" b="1" dirty="0">
                <a:solidFill>
                  <a:srgbClr val="C00000"/>
                </a:solidFill>
              </a:rPr>
              <a:t>required</a:t>
            </a:r>
            <a:r>
              <a:rPr lang="en-US" sz="2400" dirty="0"/>
              <a:t>; </a:t>
            </a:r>
            <a:r>
              <a:rPr lang="en-US" dirty="0"/>
              <a:t>Header(None)</a:t>
            </a:r>
            <a:r>
              <a:rPr lang="en-US" sz="2400" dirty="0"/>
              <a:t> makes it </a:t>
            </a:r>
            <a:r>
              <a:rPr lang="en-US" sz="2400" b="1" dirty="0">
                <a:solidFill>
                  <a:srgbClr val="C00000"/>
                </a:solidFill>
              </a:rPr>
              <a:t>optional</a:t>
            </a:r>
            <a:r>
              <a:rPr lang="en-US" sz="2400" dirty="0"/>
              <a:t>.</a:t>
            </a:r>
          </a:p>
          <a:p>
            <a:r>
              <a:rPr lang="en-US" sz="2400" dirty="0"/>
              <a:t>You can provide </a:t>
            </a:r>
            <a:r>
              <a:rPr lang="en-US" dirty="0"/>
              <a:t>alias</a:t>
            </a:r>
            <a:r>
              <a:rPr lang="en-US" sz="2400" dirty="0"/>
              <a:t> if you want a different Python name vs header name.</a:t>
            </a:r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4324168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4C1AA6-5F57-7AAF-2B8F-A0110C1CBF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AE819D-2CA8-1A41-68C6-D3C8769949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2. Using </a:t>
            </a:r>
            <a:r>
              <a:rPr lang="en-US" b="1" dirty="0"/>
              <a:t>Request</a:t>
            </a:r>
            <a:r>
              <a:rPr lang="en-US" sz="2400" b="1" dirty="0"/>
              <a:t> to access all headers</a:t>
            </a:r>
          </a:p>
          <a:p>
            <a:r>
              <a:rPr lang="en-US" sz="2400" dirty="0"/>
              <a:t>If you need raw access to all headers or dynamic names:</a:t>
            </a:r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5671FBA-F23D-8DD6-705E-002DEFC8ED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91698"/>
            <a:ext cx="10659110" cy="28746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37808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C184E6-C17F-C3E4-AFCC-66E4A817CF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967A93-DAD0-7AF9-E400-EAC833792B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5. Form Data</a:t>
            </a:r>
          </a:p>
          <a:p>
            <a:r>
              <a:rPr lang="en-US" sz="2400" dirty="0"/>
              <a:t>Used when clients (like HTML forms) send data using the </a:t>
            </a:r>
            <a:r>
              <a:rPr lang="en-US" dirty="0"/>
              <a:t>application/x-www-form-</a:t>
            </a:r>
            <a:r>
              <a:rPr lang="en-US" dirty="0" err="1"/>
              <a:t>urlencoded</a:t>
            </a:r>
            <a:r>
              <a:rPr lang="en-US" sz="2400" dirty="0"/>
              <a:t> or </a:t>
            </a:r>
            <a:r>
              <a:rPr lang="en-US" dirty="0"/>
              <a:t>multipart/form-data</a:t>
            </a:r>
            <a:r>
              <a:rPr lang="en-US" sz="2400" dirty="0"/>
              <a:t> content types.</a:t>
            </a:r>
          </a:p>
          <a:p>
            <a:r>
              <a:rPr lang="en-US" sz="2400" b="1" dirty="0"/>
              <a:t>Example</a:t>
            </a:r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065461B-C5A9-B96A-D924-724D504882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767358"/>
            <a:ext cx="10377014" cy="27190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88788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01C11-4021-37DA-0949-0F0527AC6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9173AC-408A-85E3-7099-CA01C60859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Here:</a:t>
            </a:r>
          </a:p>
          <a:p>
            <a:r>
              <a:rPr lang="en-IN" sz="2400" dirty="0"/>
              <a:t>Client HTML form:</a:t>
            </a:r>
          </a:p>
          <a:p>
            <a:endParaRPr lang="en-IN" sz="2400" dirty="0"/>
          </a:p>
          <a:p>
            <a:endParaRPr lang="en-IN" sz="2400" dirty="0"/>
          </a:p>
          <a:p>
            <a:endParaRPr lang="en-IN" sz="2400" dirty="0"/>
          </a:p>
          <a:p>
            <a:endParaRPr lang="en-IN" sz="2400" dirty="0"/>
          </a:p>
          <a:p>
            <a:endParaRPr lang="en-IN" sz="2400" dirty="0"/>
          </a:p>
          <a:p>
            <a:endParaRPr lang="en-IN" sz="2400" dirty="0"/>
          </a:p>
          <a:p>
            <a:r>
              <a:rPr lang="en-US" sz="2400" dirty="0"/>
              <a:t>Data is </a:t>
            </a:r>
            <a:r>
              <a:rPr lang="en-US" sz="2400" b="1" dirty="0"/>
              <a:t>not JSON </a:t>
            </a:r>
            <a:r>
              <a:rPr lang="en-US" sz="2400" dirty="0"/>
              <a:t>— it’s encoded as </a:t>
            </a:r>
            <a:r>
              <a:rPr lang="en-US" sz="2400" b="1" dirty="0">
                <a:solidFill>
                  <a:srgbClr val="C00000"/>
                </a:solidFill>
              </a:rPr>
              <a:t>key-value pairs </a:t>
            </a:r>
            <a:r>
              <a:rPr lang="en-US" sz="2400" dirty="0"/>
              <a:t>in the request body.</a:t>
            </a:r>
          </a:p>
          <a:p>
            <a:r>
              <a:rPr lang="en-US" sz="2400" dirty="0"/>
              <a:t>Used mainly for </a:t>
            </a:r>
            <a:r>
              <a:rPr lang="en-US" sz="2400" b="1" dirty="0"/>
              <a:t>traditional </a:t>
            </a:r>
            <a:r>
              <a:rPr lang="en-US" sz="2400" b="1" dirty="0">
                <a:solidFill>
                  <a:srgbClr val="C00000"/>
                </a:solidFill>
              </a:rPr>
              <a:t>form</a:t>
            </a:r>
            <a:r>
              <a:rPr lang="en-US" sz="2400" b="1" dirty="0"/>
              <a:t> submissions</a:t>
            </a:r>
            <a:r>
              <a:rPr lang="en-US" sz="2400" dirty="0"/>
              <a:t>.</a:t>
            </a: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47012A6-B7BC-E638-D806-BAA35DFB43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4437" y="1768077"/>
            <a:ext cx="7804233" cy="2418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612950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4BB1CA-13FD-866F-9529-45BA7940B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2B8C83-587D-4D06-EB95-F9DBBBED0F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6. File Uploads</a:t>
            </a:r>
          </a:p>
          <a:p>
            <a:r>
              <a:rPr lang="en-US" sz="2400" dirty="0"/>
              <a:t>When sending files, you use </a:t>
            </a:r>
            <a:r>
              <a:rPr lang="en-US" dirty="0"/>
              <a:t>multipart/form-data</a:t>
            </a:r>
            <a:r>
              <a:rPr lang="en-US" sz="2400" dirty="0"/>
              <a:t>.</a:t>
            </a:r>
            <a:br>
              <a:rPr lang="en-US" sz="2400" dirty="0"/>
            </a:br>
            <a:r>
              <a:rPr lang="en-US" sz="2400" dirty="0" err="1"/>
              <a:t>FastAPI</a:t>
            </a:r>
            <a:r>
              <a:rPr lang="en-US" sz="2400" dirty="0"/>
              <a:t> makes this easy with the </a:t>
            </a:r>
            <a:r>
              <a:rPr lang="en-US" dirty="0"/>
              <a:t>File</a:t>
            </a:r>
            <a:r>
              <a:rPr lang="en-US" sz="2400" dirty="0"/>
              <a:t> class.</a:t>
            </a:r>
          </a:p>
          <a:p>
            <a:r>
              <a:rPr lang="en-US" sz="2400" b="1" dirty="0"/>
              <a:t>Example</a:t>
            </a:r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36DDF8E-8B38-AEFE-05CE-1CC2457DD2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26" y="2662037"/>
            <a:ext cx="10659110" cy="3423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0073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38D913-AFD1-CEE0-CF31-8CFE1DFBD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CB765D-2F4E-315F-ABFF-91AF831048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Here:</a:t>
            </a:r>
          </a:p>
          <a:p>
            <a:r>
              <a:rPr lang="en-US" sz="2400" dirty="0"/>
              <a:t>Client sends a </a:t>
            </a:r>
            <a:r>
              <a:rPr lang="en-US" sz="2400" b="1" dirty="0"/>
              <a:t>file</a:t>
            </a:r>
            <a:r>
              <a:rPr lang="en-US" sz="2400" dirty="0"/>
              <a:t> (like from a form).</a:t>
            </a:r>
          </a:p>
          <a:p>
            <a:r>
              <a:rPr lang="en-US" sz="2400" dirty="0" err="1"/>
              <a:t>UploadFile</a:t>
            </a:r>
            <a:r>
              <a:rPr lang="en-US" sz="2400" dirty="0"/>
              <a:t> gives you:</a:t>
            </a:r>
          </a:p>
          <a:p>
            <a:pPr lvl="1"/>
            <a:r>
              <a:rPr lang="en-US" sz="2400" dirty="0" err="1"/>
              <a:t>file.filename</a:t>
            </a:r>
            <a:endParaRPr lang="en-US" sz="2400" dirty="0"/>
          </a:p>
          <a:p>
            <a:pPr lvl="1"/>
            <a:r>
              <a:rPr lang="en-US" sz="2400" dirty="0" err="1"/>
              <a:t>file.content_type</a:t>
            </a:r>
            <a:endParaRPr lang="en-US" sz="2400" dirty="0"/>
          </a:p>
          <a:p>
            <a:pPr lvl="1"/>
            <a:r>
              <a:rPr lang="en-US" sz="2400" dirty="0"/>
              <a:t>.read() or .write() to handle content.</a:t>
            </a:r>
          </a:p>
          <a:p>
            <a:r>
              <a:rPr lang="en-US" sz="2600" dirty="0"/>
              <a:t>Useful for profile pictures, documents</a:t>
            </a:r>
            <a:r>
              <a:rPr lang="en-US" sz="2400" dirty="0"/>
              <a:t>, etc.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76392366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719841-F282-ACA4-4C09-DEC421F75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9DABD5-A332-1082-442E-90E31E84F9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9437818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27F2A-4CF2-F1DE-FEB3-DEB3E0A8D5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46F807-C77E-7DAD-5038-EDDF5C8B83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65065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4402AF-C092-F456-CDF2-9DDBDEBD2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E5B31D-0E10-7D2E-BC2A-F96D16287D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10755476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E149D8-93FE-6D87-12AC-B420468BA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66216B-06F6-82F1-5605-A4216249DA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407005421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C73206-D382-EE49-F232-70D9729FB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E72B67-D2F2-0834-C25D-97B016B195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5425088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B18F72-A53B-3989-D3DC-968C7DF97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3750CF-38F0-DD0B-0F8A-C583D6389F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192664578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DAFAD-662D-A68A-1649-E0A909080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11C33D-7267-21DD-E537-2FC9F908BE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07792089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10AD59-A628-0A8F-A7A8-D68306530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7543A8-D2CD-D88D-910D-AB7F1223C9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30592908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087AF6-E047-CDC8-E254-859CB65B5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ABF3DF-1412-1262-0B45-131BB51E21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189513284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711C0-7DF3-FC7D-541E-721F06EE38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A44BC-D9AD-0CB8-D7A7-9091B63F9A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406591720"/>
      </p:ext>
    </p:extLst>
  </p:cSld>
  <p:clrMapOvr>
    <a:masterClrMapping/>
  </p:clrMapOvr>
</p:sld>
</file>

<file path=ppt/theme/theme1.xml><?xml version="1.0" encoding="utf-8"?>
<a:theme xmlns:a="http://schemas.openxmlformats.org/drawingml/2006/main" name="ConfettiVTI">
  <a:themeElements>
    <a:clrScheme name="Custom 30">
      <a:dk1>
        <a:sysClr val="windowText" lastClr="000000"/>
      </a:dk1>
      <a:lt1>
        <a:sysClr val="window" lastClr="FFFFFF"/>
      </a:lt1>
      <a:dk2>
        <a:srgbClr val="420023"/>
      </a:dk2>
      <a:lt2>
        <a:srgbClr val="FDFBF9"/>
      </a:lt2>
      <a:accent1>
        <a:srgbClr val="97446E"/>
      </a:accent1>
      <a:accent2>
        <a:srgbClr val="A40056"/>
      </a:accent2>
      <a:accent3>
        <a:srgbClr val="24BEEE"/>
      </a:accent3>
      <a:accent4>
        <a:srgbClr val="91274F"/>
      </a:accent4>
      <a:accent5>
        <a:srgbClr val="F39E29"/>
      </a:accent5>
      <a:accent6>
        <a:srgbClr val="E87450"/>
      </a:accent6>
      <a:hlink>
        <a:srgbClr val="F55D5D"/>
      </a:hlink>
      <a:folHlink>
        <a:srgbClr val="EA3A60"/>
      </a:folHlink>
    </a:clrScheme>
    <a:fontScheme name="Custom 10">
      <a:majorFont>
        <a:latin typeface="Gill Sans Nova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nfettiVTI" id="{B5618F7C-B4F0-4D28-83B4-440D0519681F}" vid="{5F84EFDF-E14E-48C6-955C-990A32085A7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9678</TotalTime>
  <Words>1101</Words>
  <Application>Microsoft Office PowerPoint</Application>
  <PresentationFormat>Widescreen</PresentationFormat>
  <Paragraphs>130</Paragraphs>
  <Slides>32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7" baseType="lpstr">
      <vt:lpstr>Aptos</vt:lpstr>
      <vt:lpstr>Arial</vt:lpstr>
      <vt:lpstr>Calibri</vt:lpstr>
      <vt:lpstr>Gill Sans Nova</vt:lpstr>
      <vt:lpstr>ConfettiVTI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PRAMOD NAIK</dc:creator>
  <cp:lastModifiedBy>Pramod Naik</cp:lastModifiedBy>
  <cp:revision>225</cp:revision>
  <dcterms:created xsi:type="dcterms:W3CDTF">2024-11-25T17:19:06Z</dcterms:created>
  <dcterms:modified xsi:type="dcterms:W3CDTF">2025-10-26T06:42:04Z</dcterms:modified>
</cp:coreProperties>
</file>